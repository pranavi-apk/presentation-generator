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308" r:id="rId6"/>
    <p:sldId id="273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352" r:id="rId51"/>
  </p:sldIdLst>
  <p:sldSz cx="9144000" cy="5143500" type="screen16x9"/>
  <p:notesSz cx="6858000" cy="9144000"/>
  <p:embeddedFontLst>
    <p:embeddedFont>
      <p:font typeface="Lato" panose="020F0502020204030203" pitchFamily="34" charset="0"/>
      <p:regular r:id="rId53"/>
      <p:bold r:id="rId54"/>
      <p:italic r:id="rId55"/>
      <p:boldItalic r:id="rId56"/>
    </p:embeddedFont>
    <p:embeddedFont>
      <p:font typeface="Pacifico" pitchFamily="2" charset="77"/>
      <p:regular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B154A9-6D45-4224-9D68-D1B78F21BDE3}">
  <a:tblStyle styleId="{71B154A9-6D45-4224-9D68-D1B78F21BD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19"/>
  </p:normalViewPr>
  <p:slideViewPr>
    <p:cSldViewPr snapToGrid="0">
      <p:cViewPr>
        <p:scale>
          <a:sx n="149" d="100"/>
          <a:sy n="149" d="100"/>
        </p:scale>
        <p:origin x="1616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7" name="Google Shape;6107;g72927c975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8" name="Google Shape;6108;g72927c975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" name="Google Shape;6113;g84be4fa56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4" name="Google Shape;6114;g84be4fa56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1DE9659D-A4FF-F060-F2CD-2379B508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CC87B507-6DB4-4802-E4EE-2A36D0473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813DFDEA-9CB8-DB5E-B244-B8EFC1414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545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6DF1E10A-A45C-B7A2-835D-4ADCE5A8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1D5EF8ED-C27B-83A6-CB04-B004EACA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D736D835-CCD8-C04A-D844-C4E77DB69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036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C7B21970-4F93-F10D-E85F-86E5413A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E76CCFED-3420-FB61-A7B9-8E519A8B5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75EFEC3F-7D66-4242-0E3C-394438A52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572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C3EF9477-723D-99CD-2CC6-B43C7C53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46C051A2-4D37-3B74-3A6F-C74B1AE6A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A99998D6-FC15-7F40-FD27-FBFE87A08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802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6C73F1CC-DF4B-1190-8446-A2EC0A6F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67092E56-791E-A53A-D30C-A2BF89D6C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BBA6D16F-A395-6016-0141-EA21F947C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042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8FB46801-68E0-CFFA-2E5F-5402F3C6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57C45754-27E3-10C1-A1B3-BA522F475E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2939E229-FD04-12F0-1741-6BF002AEB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688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20233EC1-1B9B-9CFD-CFE7-3F22E7D7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D4E75391-B475-CC1A-C82E-6893B98C6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D8DDAD5F-7D30-F21E-8B20-325B00437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586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8B3477C0-76A8-25EE-C78F-8C15C5DF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3C0CD4D5-D447-E492-1C90-D12B9E5D3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7CF020CE-575D-0F3A-DEA1-92E4C9FB3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593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216D64D0-6A74-B730-C61C-CB64BA34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A83F1FAF-7F6F-F334-2D69-0A3336CED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E2CBDE1E-569C-8E88-93C7-C8299E7D6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901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C309558E-1C78-C491-6FE6-362764926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E8FE4A70-2FC7-0153-FA92-FEA4B9A1A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CCCABDF5-271E-12AC-921D-8D809F50E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913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FDA921AC-C821-7CE9-0E8D-946F76AD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CE83747C-21E1-73CA-E42E-93BD95110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0D07D9B9-54D4-BB3B-743C-6B1C94137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0785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1140B2DA-AE68-5DA1-51F3-7F8AB01B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0F0101AA-EC4B-F66F-CD9D-294EBA11C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C6C01724-410A-E124-6C6A-899E1BAED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085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79ECC75B-DB19-BDB9-BC01-8B341CD6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6D56509F-63D6-86C7-D387-B5C26B5B15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937B6CC5-C75B-AB15-E191-19CE792BD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9516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C7778561-33FF-CBF8-CF91-77E211BE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5D36D365-07D9-0B67-82BF-5F242FCA5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CAD971F0-EB88-0B62-0515-89FAB13C3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9321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72647C60-238B-7B29-6FE2-C71C7338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C694C1B5-D56C-B141-A85E-A3F4082F7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CCD6DAE1-F3D0-FB33-58F1-C1630116D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807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FFFB3D6C-CE1F-A9C3-6BC5-79D31AA0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AF4956B8-B8FB-7BAA-43C0-BA20540E8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7559F8CC-215C-EFF6-268A-703FC1223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446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0D72FBDC-E56A-A4BB-9E47-A4E19CD6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CD68F918-26C7-384D-C317-EC7B74311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F43DD350-F129-CCCD-4E66-F7E272B28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2980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AC8DFBCC-863E-9F9D-53B9-805820D3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33506BD9-671B-BBAB-C871-8D7F9FABC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C94E030E-DEC8-C437-A55A-3C9E8A644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5172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4C05981A-5781-593D-2C75-47210387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854E331C-F275-7144-5EF2-CE0583B95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FF77ACBE-11D1-7C07-046D-6C427A8EF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7147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EA488B00-B30A-4807-4C4E-78C5D25E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FB35646E-62E2-0042-1C93-77D8FDE7A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A37CC00C-6C1B-9966-58FF-6DD4ECF13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268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4BD01363-7FAA-4717-5D5A-411F4759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AC881360-27AC-0419-7777-905CC5326C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8E8FFFC3-D0CF-0DAD-892F-ADA5394AB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842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26969656-F925-AB33-ABC4-6C15E0EF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B54F9234-DFC7-3D2C-78DC-BA53EC0AC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4C5219A1-1FC7-4CBB-FE23-310286AE4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0158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0C905114-4129-65A1-027A-967A9027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C2220A9F-9E6B-8BBE-1888-99146171D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D9874F8F-E1DA-C3DF-E25C-F7AC6587C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8332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41D20B0A-01A8-7362-3F5A-E6344723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CEDE779D-523A-6010-CDD6-4ABB8D7DA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D4711D91-F060-D867-B740-77EE9A523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4198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ADDA484C-4397-5848-C59F-9667C37A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62653DCD-AC38-B248-E06F-25A753CCE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CEC6C7E3-4E6F-A8EF-D64A-CA55D9054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498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1867A08E-7D3C-406C-4D1A-CD190349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2F69CFA7-B681-8C98-F459-A2867CDA0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1EB3A665-FFA9-F17B-D1A5-F5B08E467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901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20E51035-6DD8-A24B-4215-49A0DF2D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9A49EAFA-9361-CE81-B62E-CCAC37188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4548A8E1-F1AD-D148-4D0D-E131BC4BA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3564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54979436-E2AF-31D4-A905-088520103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0852A55A-6761-68A1-AFD9-1A38141E6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14E4CC07-75CB-EB3A-C336-6EDC6A2EC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2943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98083246-1A03-31AB-7ED9-BB3CC306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85738BB0-A7A5-A42F-BB42-FF71A4F224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F9298C51-9B9A-BD7E-656F-A968AD606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6654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C31A84C3-2E1E-2143-83DE-917882E5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9844B4FE-BA6E-5A09-9735-395BDEC68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B05D077E-75FB-BCD5-1D25-EFFACF8B5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1180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38453F48-7906-593C-3535-2CDEFA49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8CC1BA1B-0B3C-A091-1038-547F065C9F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6B501188-614A-4237-4CAD-01011597E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3412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FE7F68D5-A793-D7AE-3907-8C0760CA2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59CD5F4E-646D-E8EF-6B7B-16E3CA2EE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A3282703-C75D-8C13-CD6D-4545FABE7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7655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B6E99268-1A37-CC3E-A3AB-716446A9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C6DA3E34-0444-8F00-4B1E-5538067FF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4DFE5820-A526-A934-35F8-8A663830B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1350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4D7E0B88-2234-B219-3D02-11AD75447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40EC252B-CFC6-E2DE-6D10-5A75E12E2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614397C8-6539-F7CB-41AB-3449D8516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3213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C0D55077-455C-CA1C-001A-B9247622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244B662B-ACF5-C5D4-0CFE-2877497BC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3B90E872-AF3E-2F9A-C753-16D0EDF52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7259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8A7E02DE-F492-39C8-9BA1-D143AB3C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2D9B5E1C-B26D-1106-23CF-D642C0D87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AC6CCE73-97AC-6315-8B02-1A13F9607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0710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EB22ED05-C741-C8DD-3A1E-BEC0E86D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6FEB97A0-F37F-F7C2-2E8B-1FF15C980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8488DB11-9136-BCE6-7DE5-CB812519A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7130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230A5864-64E3-80B7-3D7C-69D246A8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F2C08466-38EB-ADBC-A9A6-6AEEE66B0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591E99DB-8084-6624-B272-1CFB56BA8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31523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146A489E-5345-DC5F-B578-264F6742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493BE52D-971E-80BE-B3C2-170474012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FF4791B8-FF83-9E1D-9584-9527A4E45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9495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069CD1CA-E9C0-DD8C-0023-78EE7C92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34A9F4B5-F178-83F5-DA8E-32D76D7A5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A482EEC8-316F-189B-43B9-6DE0A67ED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92573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40371BAC-5513-A83B-0637-843F9030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81E0C435-432C-2942-B765-98D2E474A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82430CD3-4E75-2CEF-D1BA-0272229E6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7985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2F2D73CC-C204-8EFF-0752-5CD5A5FE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E7D21FDF-F036-57A6-F63E-8B7980841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EE6F3C0D-C5CE-2B8D-9FC1-C9D3A114E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59064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3">
          <a:extLst>
            <a:ext uri="{FF2B5EF4-FFF2-40B4-BE49-F238E27FC236}">
              <a16:creationId xmlns:a16="http://schemas.microsoft.com/office/drawing/2014/main" id="{1A5C4A2E-3DF6-746A-4498-85FB8800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g79a08306c6_0_0:notes">
            <a:extLst>
              <a:ext uri="{FF2B5EF4-FFF2-40B4-BE49-F238E27FC236}">
                <a16:creationId xmlns:a16="http://schemas.microsoft.com/office/drawing/2014/main" id="{B2749487-8F68-EB02-87D8-4B519E6C9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5" name="Google Shape;6255;g79a08306c6_0_0:notes">
            <a:extLst>
              <a:ext uri="{FF2B5EF4-FFF2-40B4-BE49-F238E27FC236}">
                <a16:creationId xmlns:a16="http://schemas.microsoft.com/office/drawing/2014/main" id="{154BDEE1-5712-2B14-7EA1-D19B9783D7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3397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8">
          <a:extLst>
            <a:ext uri="{FF2B5EF4-FFF2-40B4-BE49-F238E27FC236}">
              <a16:creationId xmlns:a16="http://schemas.microsoft.com/office/drawing/2014/main" id="{16F9616B-F5B3-696E-423C-80B07D03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Google Shape;6119;g776b57243a_0_104:notes">
            <a:extLst>
              <a:ext uri="{FF2B5EF4-FFF2-40B4-BE49-F238E27FC236}">
                <a16:creationId xmlns:a16="http://schemas.microsoft.com/office/drawing/2014/main" id="{F52336B1-1293-39F6-DAFA-678E0EE24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0" name="Google Shape;6120;g776b57243a_0_104:notes">
            <a:extLst>
              <a:ext uri="{FF2B5EF4-FFF2-40B4-BE49-F238E27FC236}">
                <a16:creationId xmlns:a16="http://schemas.microsoft.com/office/drawing/2014/main" id="{8FD02E8F-C2F2-7ED3-3192-4244FD026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0422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4">
          <a:extLst>
            <a:ext uri="{FF2B5EF4-FFF2-40B4-BE49-F238E27FC236}">
              <a16:creationId xmlns:a16="http://schemas.microsoft.com/office/drawing/2014/main" id="{6B98AE4E-9951-4F6B-DDCE-3A164D5A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gbd90b50828_0_6:notes">
            <a:extLst>
              <a:ext uri="{FF2B5EF4-FFF2-40B4-BE49-F238E27FC236}">
                <a16:creationId xmlns:a16="http://schemas.microsoft.com/office/drawing/2014/main" id="{5C66A87E-4BC4-37A1-1D84-AF8311FD4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6" name="Google Shape;8226;gbd90b50828_0_6:notes">
            <a:extLst>
              <a:ext uri="{FF2B5EF4-FFF2-40B4-BE49-F238E27FC236}">
                <a16:creationId xmlns:a16="http://schemas.microsoft.com/office/drawing/2014/main" id="{B9FB4A3F-AD4A-E45C-55E8-5CD45ECD8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1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05367" y="-183374"/>
            <a:ext cx="9835632" cy="5510248"/>
            <a:chOff x="238675" y="845000"/>
            <a:chExt cx="7164650" cy="4013875"/>
          </a:xfrm>
        </p:grpSpPr>
        <p:sp>
          <p:nvSpPr>
            <p:cNvPr id="10" name="Google Shape;10;p2"/>
            <p:cNvSpPr/>
            <p:nvPr/>
          </p:nvSpPr>
          <p:spPr>
            <a:xfrm>
              <a:off x="6928800" y="3262700"/>
              <a:ext cx="453650" cy="418850"/>
            </a:xfrm>
            <a:custGeom>
              <a:avLst/>
              <a:gdLst/>
              <a:ahLst/>
              <a:cxnLst/>
              <a:rect l="l" t="t" r="r" b="b"/>
              <a:pathLst>
                <a:path w="18146" h="16754" extrusionOk="0">
                  <a:moveTo>
                    <a:pt x="6590" y="0"/>
                  </a:moveTo>
                  <a:cubicBezTo>
                    <a:pt x="4985" y="0"/>
                    <a:pt x="3711" y="470"/>
                    <a:pt x="2167" y="1209"/>
                  </a:cubicBezTo>
                  <a:cubicBezTo>
                    <a:pt x="2020" y="1276"/>
                    <a:pt x="1885" y="1367"/>
                    <a:pt x="1750" y="1457"/>
                  </a:cubicBezTo>
                  <a:cubicBezTo>
                    <a:pt x="892" y="2235"/>
                    <a:pt x="644" y="2845"/>
                    <a:pt x="475" y="3714"/>
                  </a:cubicBezTo>
                  <a:cubicBezTo>
                    <a:pt x="1" y="6162"/>
                    <a:pt x="994" y="8690"/>
                    <a:pt x="2461" y="10653"/>
                  </a:cubicBezTo>
                  <a:cubicBezTo>
                    <a:pt x="4898" y="13903"/>
                    <a:pt x="8125" y="15934"/>
                    <a:pt x="12142" y="16623"/>
                  </a:cubicBezTo>
                  <a:cubicBezTo>
                    <a:pt x="12657" y="16710"/>
                    <a:pt x="13130" y="16753"/>
                    <a:pt x="13566" y="16753"/>
                  </a:cubicBezTo>
                  <a:cubicBezTo>
                    <a:pt x="15265" y="16753"/>
                    <a:pt x="16403" y="16104"/>
                    <a:pt x="17220" y="14919"/>
                  </a:cubicBezTo>
                  <a:cubicBezTo>
                    <a:pt x="17548" y="14174"/>
                    <a:pt x="17751" y="13373"/>
                    <a:pt x="17818" y="12560"/>
                  </a:cubicBezTo>
                  <a:cubicBezTo>
                    <a:pt x="18146" y="9390"/>
                    <a:pt x="16825" y="6286"/>
                    <a:pt x="14726" y="3917"/>
                  </a:cubicBezTo>
                  <a:cubicBezTo>
                    <a:pt x="14253" y="3375"/>
                    <a:pt x="13745" y="2879"/>
                    <a:pt x="13192" y="2427"/>
                  </a:cubicBezTo>
                  <a:cubicBezTo>
                    <a:pt x="11386" y="881"/>
                    <a:pt x="9084" y="24"/>
                    <a:pt x="6703" y="1"/>
                  </a:cubicBezTo>
                  <a:cubicBezTo>
                    <a:pt x="6666" y="1"/>
                    <a:pt x="6628" y="0"/>
                    <a:pt x="6590" y="0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946575" y="3272025"/>
              <a:ext cx="423175" cy="400250"/>
            </a:xfrm>
            <a:custGeom>
              <a:avLst/>
              <a:gdLst/>
              <a:ahLst/>
              <a:cxnLst/>
              <a:rect l="l" t="t" r="r" b="b"/>
              <a:pathLst>
                <a:path w="16927" h="16010" extrusionOk="0">
                  <a:moveTo>
                    <a:pt x="5992" y="1"/>
                  </a:moveTo>
                  <a:cubicBezTo>
                    <a:pt x="5033" y="1"/>
                    <a:pt x="4074" y="170"/>
                    <a:pt x="3171" y="497"/>
                  </a:cubicBezTo>
                  <a:cubicBezTo>
                    <a:pt x="2438" y="768"/>
                    <a:pt x="1750" y="1027"/>
                    <a:pt x="1242" y="1648"/>
                  </a:cubicBezTo>
                  <a:cubicBezTo>
                    <a:pt x="745" y="2269"/>
                    <a:pt x="463" y="2697"/>
                    <a:pt x="305" y="3476"/>
                  </a:cubicBezTo>
                  <a:cubicBezTo>
                    <a:pt x="0" y="5067"/>
                    <a:pt x="305" y="6884"/>
                    <a:pt x="1027" y="8396"/>
                  </a:cubicBezTo>
                  <a:cubicBezTo>
                    <a:pt x="1321" y="8983"/>
                    <a:pt x="1659" y="9536"/>
                    <a:pt x="2054" y="10055"/>
                  </a:cubicBezTo>
                  <a:cubicBezTo>
                    <a:pt x="4446" y="13259"/>
                    <a:pt x="7617" y="15212"/>
                    <a:pt x="11499" y="15877"/>
                  </a:cubicBezTo>
                  <a:cubicBezTo>
                    <a:pt x="11948" y="15958"/>
                    <a:pt x="12411" y="16010"/>
                    <a:pt x="12869" y="16010"/>
                  </a:cubicBezTo>
                  <a:cubicBezTo>
                    <a:pt x="13757" y="16010"/>
                    <a:pt x="14629" y="15815"/>
                    <a:pt x="15358" y="15257"/>
                  </a:cubicBezTo>
                  <a:cubicBezTo>
                    <a:pt x="16419" y="14433"/>
                    <a:pt x="16611" y="13417"/>
                    <a:pt x="16746" y="12154"/>
                  </a:cubicBezTo>
                  <a:cubicBezTo>
                    <a:pt x="16927" y="10371"/>
                    <a:pt x="16577" y="8498"/>
                    <a:pt x="15719" y="6726"/>
                  </a:cubicBezTo>
                  <a:cubicBezTo>
                    <a:pt x="15200" y="5665"/>
                    <a:pt x="14535" y="4672"/>
                    <a:pt x="13745" y="3792"/>
                  </a:cubicBezTo>
                  <a:cubicBezTo>
                    <a:pt x="13282" y="3262"/>
                    <a:pt x="12785" y="2788"/>
                    <a:pt x="12255" y="2336"/>
                  </a:cubicBezTo>
                  <a:cubicBezTo>
                    <a:pt x="10506" y="847"/>
                    <a:pt x="8294" y="23"/>
                    <a:pt x="5992" y="1"/>
                  </a:cubicBezTo>
                  <a:close/>
                </a:path>
              </a:pathLst>
            </a:custGeom>
            <a:solidFill>
              <a:srgbClr val="C03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871525" y="3299400"/>
              <a:ext cx="488075" cy="441450"/>
            </a:xfrm>
            <a:custGeom>
              <a:avLst/>
              <a:gdLst/>
              <a:ahLst/>
              <a:cxnLst/>
              <a:rect l="l" t="t" r="r" b="b"/>
              <a:pathLst>
                <a:path w="19523" h="17658" extrusionOk="0">
                  <a:moveTo>
                    <a:pt x="4041" y="0"/>
                  </a:moveTo>
                  <a:lnTo>
                    <a:pt x="4041" y="0"/>
                  </a:lnTo>
                  <a:cubicBezTo>
                    <a:pt x="2720" y="925"/>
                    <a:pt x="1626" y="3013"/>
                    <a:pt x="1084" y="4570"/>
                  </a:cubicBezTo>
                  <a:cubicBezTo>
                    <a:pt x="1" y="7662"/>
                    <a:pt x="1547" y="12119"/>
                    <a:pt x="3138" y="13835"/>
                  </a:cubicBezTo>
                  <a:cubicBezTo>
                    <a:pt x="4018" y="14782"/>
                    <a:pt x="5011" y="15617"/>
                    <a:pt x="6106" y="16306"/>
                  </a:cubicBezTo>
                  <a:cubicBezTo>
                    <a:pt x="7580" y="17222"/>
                    <a:pt x="9314" y="17657"/>
                    <a:pt x="11091" y="17657"/>
                  </a:cubicBezTo>
                  <a:cubicBezTo>
                    <a:pt x="13339" y="17657"/>
                    <a:pt x="15657" y="16961"/>
                    <a:pt x="17604" y="15663"/>
                  </a:cubicBezTo>
                  <a:cubicBezTo>
                    <a:pt x="18428" y="15121"/>
                    <a:pt x="19094" y="14354"/>
                    <a:pt x="19523" y="13462"/>
                  </a:cubicBezTo>
                  <a:lnTo>
                    <a:pt x="19523" y="13462"/>
                  </a:lnTo>
                  <a:cubicBezTo>
                    <a:pt x="18695" y="14640"/>
                    <a:pt x="17552" y="15295"/>
                    <a:pt x="15853" y="15295"/>
                  </a:cubicBezTo>
                  <a:cubicBezTo>
                    <a:pt x="15421" y="15295"/>
                    <a:pt x="14953" y="15253"/>
                    <a:pt x="14445" y="15166"/>
                  </a:cubicBezTo>
                  <a:cubicBezTo>
                    <a:pt x="10427" y="14466"/>
                    <a:pt x="7200" y="12447"/>
                    <a:pt x="4763" y="9197"/>
                  </a:cubicBezTo>
                  <a:cubicBezTo>
                    <a:pt x="3296" y="7222"/>
                    <a:pt x="2292" y="4706"/>
                    <a:pt x="2777" y="2257"/>
                  </a:cubicBezTo>
                  <a:cubicBezTo>
                    <a:pt x="2946" y="1377"/>
                    <a:pt x="3194" y="779"/>
                    <a:pt x="4041" y="0"/>
                  </a:cubicBezTo>
                  <a:close/>
                </a:path>
              </a:pathLst>
            </a:custGeom>
            <a:solidFill>
              <a:srgbClr val="875F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224725" y="3702125"/>
              <a:ext cx="20050" cy="11575"/>
            </a:xfrm>
            <a:custGeom>
              <a:avLst/>
              <a:gdLst/>
              <a:ahLst/>
              <a:cxnLst/>
              <a:rect l="l" t="t" r="r" b="b"/>
              <a:pathLst>
                <a:path w="802" h="463" extrusionOk="0">
                  <a:moveTo>
                    <a:pt x="543" y="1"/>
                  </a:moveTo>
                  <a:cubicBezTo>
                    <a:pt x="464" y="1"/>
                    <a:pt x="382" y="13"/>
                    <a:pt x="305" y="39"/>
                  </a:cubicBezTo>
                  <a:cubicBezTo>
                    <a:pt x="215" y="84"/>
                    <a:pt x="125" y="152"/>
                    <a:pt x="68" y="242"/>
                  </a:cubicBezTo>
                  <a:cubicBezTo>
                    <a:pt x="35" y="287"/>
                    <a:pt x="12" y="343"/>
                    <a:pt x="1" y="400"/>
                  </a:cubicBezTo>
                  <a:cubicBezTo>
                    <a:pt x="80" y="443"/>
                    <a:pt x="170" y="462"/>
                    <a:pt x="260" y="462"/>
                  </a:cubicBezTo>
                  <a:cubicBezTo>
                    <a:pt x="336" y="462"/>
                    <a:pt x="414" y="448"/>
                    <a:pt x="486" y="422"/>
                  </a:cubicBezTo>
                  <a:cubicBezTo>
                    <a:pt x="587" y="377"/>
                    <a:pt x="666" y="310"/>
                    <a:pt x="723" y="219"/>
                  </a:cubicBezTo>
                  <a:cubicBezTo>
                    <a:pt x="757" y="174"/>
                    <a:pt x="779" y="118"/>
                    <a:pt x="802" y="61"/>
                  </a:cubicBezTo>
                  <a:cubicBezTo>
                    <a:pt x="745" y="27"/>
                    <a:pt x="689" y="16"/>
                    <a:pt x="621" y="5"/>
                  </a:cubicBezTo>
                  <a:cubicBezTo>
                    <a:pt x="596" y="2"/>
                    <a:pt x="570" y="1"/>
                    <a:pt x="543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256600" y="3695175"/>
              <a:ext cx="14425" cy="11325"/>
            </a:xfrm>
            <a:custGeom>
              <a:avLst/>
              <a:gdLst/>
              <a:ahLst/>
              <a:cxnLst/>
              <a:rect l="l" t="t" r="r" b="b"/>
              <a:pathLst>
                <a:path w="577" h="453" extrusionOk="0">
                  <a:moveTo>
                    <a:pt x="407" y="1"/>
                  </a:moveTo>
                  <a:cubicBezTo>
                    <a:pt x="362" y="1"/>
                    <a:pt x="317" y="12"/>
                    <a:pt x="283" y="12"/>
                  </a:cubicBezTo>
                  <a:cubicBezTo>
                    <a:pt x="249" y="23"/>
                    <a:pt x="215" y="35"/>
                    <a:pt x="193" y="46"/>
                  </a:cubicBezTo>
                  <a:cubicBezTo>
                    <a:pt x="125" y="91"/>
                    <a:pt x="69" y="159"/>
                    <a:pt x="46" y="226"/>
                  </a:cubicBezTo>
                  <a:cubicBezTo>
                    <a:pt x="23" y="283"/>
                    <a:pt x="12" y="328"/>
                    <a:pt x="1" y="384"/>
                  </a:cubicBezTo>
                  <a:cubicBezTo>
                    <a:pt x="46" y="407"/>
                    <a:pt x="102" y="430"/>
                    <a:pt x="148" y="441"/>
                  </a:cubicBezTo>
                  <a:cubicBezTo>
                    <a:pt x="178" y="448"/>
                    <a:pt x="208" y="452"/>
                    <a:pt x="237" y="452"/>
                  </a:cubicBezTo>
                  <a:cubicBezTo>
                    <a:pt x="297" y="452"/>
                    <a:pt x="354" y="437"/>
                    <a:pt x="407" y="407"/>
                  </a:cubicBezTo>
                  <a:cubicBezTo>
                    <a:pt x="486" y="351"/>
                    <a:pt x="554" y="272"/>
                    <a:pt x="565" y="181"/>
                  </a:cubicBezTo>
                  <a:cubicBezTo>
                    <a:pt x="576" y="125"/>
                    <a:pt x="576" y="69"/>
                    <a:pt x="565" y="23"/>
                  </a:cubicBezTo>
                  <a:cubicBezTo>
                    <a:pt x="509" y="1"/>
                    <a:pt x="463" y="1"/>
                    <a:pt x="407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079575" y="3573200"/>
              <a:ext cx="21125" cy="13175"/>
            </a:xfrm>
            <a:custGeom>
              <a:avLst/>
              <a:gdLst/>
              <a:ahLst/>
              <a:cxnLst/>
              <a:rect l="l" t="t" r="r" b="b"/>
              <a:pathLst>
                <a:path w="845" h="527" extrusionOk="0">
                  <a:moveTo>
                    <a:pt x="342" y="0"/>
                  </a:moveTo>
                  <a:cubicBezTo>
                    <a:pt x="164" y="0"/>
                    <a:pt x="1" y="93"/>
                    <a:pt x="40" y="298"/>
                  </a:cubicBezTo>
                  <a:cubicBezTo>
                    <a:pt x="76" y="460"/>
                    <a:pt x="227" y="527"/>
                    <a:pt x="379" y="527"/>
                  </a:cubicBezTo>
                  <a:cubicBezTo>
                    <a:pt x="609" y="527"/>
                    <a:pt x="844" y="374"/>
                    <a:pt x="695" y="163"/>
                  </a:cubicBezTo>
                  <a:cubicBezTo>
                    <a:pt x="695" y="152"/>
                    <a:pt x="684" y="140"/>
                    <a:pt x="672" y="129"/>
                  </a:cubicBezTo>
                  <a:cubicBezTo>
                    <a:pt x="598" y="46"/>
                    <a:pt x="466" y="0"/>
                    <a:pt x="342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062300" y="3530000"/>
              <a:ext cx="24350" cy="13700"/>
            </a:xfrm>
            <a:custGeom>
              <a:avLst/>
              <a:gdLst/>
              <a:ahLst/>
              <a:cxnLst/>
              <a:rect l="l" t="t" r="r" b="b"/>
              <a:pathLst>
                <a:path w="974" h="548" extrusionOk="0">
                  <a:moveTo>
                    <a:pt x="588" y="1"/>
                  </a:moveTo>
                  <a:cubicBezTo>
                    <a:pt x="317" y="1"/>
                    <a:pt x="0" y="290"/>
                    <a:pt x="258" y="481"/>
                  </a:cubicBezTo>
                  <a:cubicBezTo>
                    <a:pt x="269" y="481"/>
                    <a:pt x="280" y="492"/>
                    <a:pt x="291" y="503"/>
                  </a:cubicBezTo>
                  <a:cubicBezTo>
                    <a:pt x="342" y="533"/>
                    <a:pt x="405" y="547"/>
                    <a:pt x="472" y="547"/>
                  </a:cubicBezTo>
                  <a:cubicBezTo>
                    <a:pt x="704" y="547"/>
                    <a:pt x="973" y="376"/>
                    <a:pt x="833" y="131"/>
                  </a:cubicBezTo>
                  <a:cubicBezTo>
                    <a:pt x="776" y="38"/>
                    <a:pt x="685" y="1"/>
                    <a:pt x="58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69850" y="3282325"/>
              <a:ext cx="19000" cy="13850"/>
            </a:xfrm>
            <a:custGeom>
              <a:avLst/>
              <a:gdLst/>
              <a:ahLst/>
              <a:cxnLst/>
              <a:rect l="l" t="t" r="r" b="b"/>
              <a:pathLst>
                <a:path w="760" h="554" extrusionOk="0">
                  <a:moveTo>
                    <a:pt x="265" y="0"/>
                  </a:moveTo>
                  <a:cubicBezTo>
                    <a:pt x="135" y="0"/>
                    <a:pt x="22" y="66"/>
                    <a:pt x="12" y="232"/>
                  </a:cubicBezTo>
                  <a:cubicBezTo>
                    <a:pt x="0" y="443"/>
                    <a:pt x="224" y="554"/>
                    <a:pt x="421" y="554"/>
                  </a:cubicBezTo>
                  <a:cubicBezTo>
                    <a:pt x="602" y="554"/>
                    <a:pt x="759" y="460"/>
                    <a:pt x="689" y="266"/>
                  </a:cubicBezTo>
                  <a:cubicBezTo>
                    <a:pt x="678" y="243"/>
                    <a:pt x="678" y="232"/>
                    <a:pt x="666" y="220"/>
                  </a:cubicBezTo>
                  <a:cubicBezTo>
                    <a:pt x="599" y="92"/>
                    <a:pt x="420" y="0"/>
                    <a:pt x="265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09800" y="3625125"/>
              <a:ext cx="24975" cy="13950"/>
            </a:xfrm>
            <a:custGeom>
              <a:avLst/>
              <a:gdLst/>
              <a:ahLst/>
              <a:cxnLst/>
              <a:rect l="l" t="t" r="r" b="b"/>
              <a:pathLst>
                <a:path w="999" h="558" extrusionOk="0">
                  <a:moveTo>
                    <a:pt x="601" y="0"/>
                  </a:moveTo>
                  <a:cubicBezTo>
                    <a:pt x="324" y="0"/>
                    <a:pt x="1" y="347"/>
                    <a:pt x="288" y="512"/>
                  </a:cubicBezTo>
                  <a:lnTo>
                    <a:pt x="333" y="535"/>
                  </a:lnTo>
                  <a:cubicBezTo>
                    <a:pt x="372" y="551"/>
                    <a:pt x="415" y="558"/>
                    <a:pt x="461" y="558"/>
                  </a:cubicBezTo>
                  <a:cubicBezTo>
                    <a:pt x="706" y="558"/>
                    <a:pt x="999" y="344"/>
                    <a:pt x="818" y="106"/>
                  </a:cubicBezTo>
                  <a:cubicBezTo>
                    <a:pt x="761" y="31"/>
                    <a:pt x="683" y="0"/>
                    <a:pt x="60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112600" y="3278225"/>
              <a:ext cx="18550" cy="16475"/>
            </a:xfrm>
            <a:custGeom>
              <a:avLst/>
              <a:gdLst/>
              <a:ahLst/>
              <a:cxnLst/>
              <a:rect l="l" t="t" r="r" b="b"/>
              <a:pathLst>
                <a:path w="742" h="659" extrusionOk="0">
                  <a:moveTo>
                    <a:pt x="207" y="0"/>
                  </a:moveTo>
                  <a:cubicBezTo>
                    <a:pt x="116" y="0"/>
                    <a:pt x="40" y="49"/>
                    <a:pt x="17" y="170"/>
                  </a:cubicBezTo>
                  <a:lnTo>
                    <a:pt x="17" y="215"/>
                  </a:lnTo>
                  <a:cubicBezTo>
                    <a:pt x="1" y="413"/>
                    <a:pt x="201" y="659"/>
                    <a:pt x="389" y="659"/>
                  </a:cubicBezTo>
                  <a:cubicBezTo>
                    <a:pt x="458" y="659"/>
                    <a:pt x="526" y="625"/>
                    <a:pt x="581" y="542"/>
                  </a:cubicBezTo>
                  <a:cubicBezTo>
                    <a:pt x="742" y="294"/>
                    <a:pt x="430" y="0"/>
                    <a:pt x="20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250125" y="3631575"/>
              <a:ext cx="19275" cy="17575"/>
            </a:xfrm>
            <a:custGeom>
              <a:avLst/>
              <a:gdLst/>
              <a:ahLst/>
              <a:cxnLst/>
              <a:rect l="l" t="t" r="r" b="b"/>
              <a:pathLst>
                <a:path w="771" h="703" extrusionOk="0">
                  <a:moveTo>
                    <a:pt x="409" y="1"/>
                  </a:moveTo>
                  <a:cubicBezTo>
                    <a:pt x="362" y="1"/>
                    <a:pt x="312" y="16"/>
                    <a:pt x="260" y="51"/>
                  </a:cubicBezTo>
                  <a:cubicBezTo>
                    <a:pt x="1" y="239"/>
                    <a:pt x="258" y="702"/>
                    <a:pt x="488" y="702"/>
                  </a:cubicBezTo>
                  <a:cubicBezTo>
                    <a:pt x="549" y="702"/>
                    <a:pt x="608" y="670"/>
                    <a:pt x="655" y="593"/>
                  </a:cubicBezTo>
                  <a:cubicBezTo>
                    <a:pt x="655" y="581"/>
                    <a:pt x="666" y="570"/>
                    <a:pt x="677" y="559"/>
                  </a:cubicBezTo>
                  <a:cubicBezTo>
                    <a:pt x="771" y="353"/>
                    <a:pt x="632" y="1"/>
                    <a:pt x="409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87000" y="3643350"/>
              <a:ext cx="18100" cy="17775"/>
            </a:xfrm>
            <a:custGeom>
              <a:avLst/>
              <a:gdLst/>
              <a:ahLst/>
              <a:cxnLst/>
              <a:rect l="l" t="t" r="r" b="b"/>
              <a:pathLst>
                <a:path w="724" h="711" extrusionOk="0">
                  <a:moveTo>
                    <a:pt x="423" y="1"/>
                  </a:moveTo>
                  <a:cubicBezTo>
                    <a:pt x="401" y="1"/>
                    <a:pt x="378" y="3"/>
                    <a:pt x="353" y="9"/>
                  </a:cubicBezTo>
                  <a:cubicBezTo>
                    <a:pt x="1" y="87"/>
                    <a:pt x="99" y="710"/>
                    <a:pt x="367" y="710"/>
                  </a:cubicBezTo>
                  <a:cubicBezTo>
                    <a:pt x="408" y="710"/>
                    <a:pt x="453" y="696"/>
                    <a:pt x="500" y="663"/>
                  </a:cubicBezTo>
                  <a:cubicBezTo>
                    <a:pt x="511" y="663"/>
                    <a:pt x="523" y="652"/>
                    <a:pt x="534" y="641"/>
                  </a:cubicBezTo>
                  <a:cubicBezTo>
                    <a:pt x="723" y="473"/>
                    <a:pt x="716" y="1"/>
                    <a:pt x="423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15225" y="3593250"/>
              <a:ext cx="19250" cy="17750"/>
            </a:xfrm>
            <a:custGeom>
              <a:avLst/>
              <a:gdLst/>
              <a:ahLst/>
              <a:cxnLst/>
              <a:rect l="l" t="t" r="r" b="b"/>
              <a:pathLst>
                <a:path w="770" h="710" extrusionOk="0">
                  <a:moveTo>
                    <a:pt x="299" y="0"/>
                  </a:moveTo>
                  <a:cubicBezTo>
                    <a:pt x="243" y="0"/>
                    <a:pt x="188" y="28"/>
                    <a:pt x="138" y="94"/>
                  </a:cubicBezTo>
                  <a:cubicBezTo>
                    <a:pt x="127" y="106"/>
                    <a:pt x="127" y="117"/>
                    <a:pt x="116" y="128"/>
                  </a:cubicBezTo>
                  <a:cubicBezTo>
                    <a:pt x="1" y="329"/>
                    <a:pt x="114" y="709"/>
                    <a:pt x="343" y="709"/>
                  </a:cubicBezTo>
                  <a:cubicBezTo>
                    <a:pt x="384" y="709"/>
                    <a:pt x="429" y="697"/>
                    <a:pt x="477" y="670"/>
                  </a:cubicBezTo>
                  <a:cubicBezTo>
                    <a:pt x="769" y="505"/>
                    <a:pt x="536" y="0"/>
                    <a:pt x="29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9650" y="3611075"/>
              <a:ext cx="24125" cy="13725"/>
            </a:xfrm>
            <a:custGeom>
              <a:avLst/>
              <a:gdLst/>
              <a:ahLst/>
              <a:cxnLst/>
              <a:rect l="l" t="t" r="r" b="b"/>
              <a:pathLst>
                <a:path w="965" h="549" extrusionOk="0">
                  <a:moveTo>
                    <a:pt x="583" y="1"/>
                  </a:moveTo>
                  <a:cubicBezTo>
                    <a:pt x="313" y="1"/>
                    <a:pt x="1" y="287"/>
                    <a:pt x="248" y="476"/>
                  </a:cubicBezTo>
                  <a:cubicBezTo>
                    <a:pt x="259" y="487"/>
                    <a:pt x="271" y="487"/>
                    <a:pt x="293" y="499"/>
                  </a:cubicBezTo>
                  <a:cubicBezTo>
                    <a:pt x="346" y="533"/>
                    <a:pt x="413" y="549"/>
                    <a:pt x="483" y="549"/>
                  </a:cubicBezTo>
                  <a:cubicBezTo>
                    <a:pt x="710" y="549"/>
                    <a:pt x="964" y="380"/>
                    <a:pt x="835" y="138"/>
                  </a:cubicBezTo>
                  <a:cubicBezTo>
                    <a:pt x="777" y="40"/>
                    <a:pt x="683" y="1"/>
                    <a:pt x="583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104875" y="3557825"/>
              <a:ext cx="19250" cy="17775"/>
            </a:xfrm>
            <a:custGeom>
              <a:avLst/>
              <a:gdLst/>
              <a:ahLst/>
              <a:cxnLst/>
              <a:rect l="l" t="t" r="r" b="b"/>
              <a:pathLst>
                <a:path w="770" h="711" extrusionOk="0">
                  <a:moveTo>
                    <a:pt x="418" y="1"/>
                  </a:moveTo>
                  <a:cubicBezTo>
                    <a:pt x="375" y="1"/>
                    <a:pt x="329" y="14"/>
                    <a:pt x="281" y="45"/>
                  </a:cubicBezTo>
                  <a:cubicBezTo>
                    <a:pt x="1" y="225"/>
                    <a:pt x="242" y="710"/>
                    <a:pt x="477" y="710"/>
                  </a:cubicBezTo>
                  <a:cubicBezTo>
                    <a:pt x="535" y="710"/>
                    <a:pt x="593" y="681"/>
                    <a:pt x="642" y="609"/>
                  </a:cubicBezTo>
                  <a:cubicBezTo>
                    <a:pt x="653" y="597"/>
                    <a:pt x="665" y="586"/>
                    <a:pt x="665" y="575"/>
                  </a:cubicBezTo>
                  <a:cubicBezTo>
                    <a:pt x="769" y="376"/>
                    <a:pt x="642" y="1"/>
                    <a:pt x="41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338000" y="3568925"/>
              <a:ext cx="20875" cy="13425"/>
            </a:xfrm>
            <a:custGeom>
              <a:avLst/>
              <a:gdLst/>
              <a:ahLst/>
              <a:cxnLst/>
              <a:rect l="l" t="t" r="r" b="b"/>
              <a:pathLst>
                <a:path w="835" h="537" extrusionOk="0">
                  <a:moveTo>
                    <a:pt x="329" y="1"/>
                  </a:moveTo>
                  <a:cubicBezTo>
                    <a:pt x="156" y="1"/>
                    <a:pt x="1" y="93"/>
                    <a:pt x="40" y="300"/>
                  </a:cubicBezTo>
                  <a:cubicBezTo>
                    <a:pt x="67" y="466"/>
                    <a:pt x="221" y="536"/>
                    <a:pt x="378" y="536"/>
                  </a:cubicBezTo>
                  <a:cubicBezTo>
                    <a:pt x="604" y="536"/>
                    <a:pt x="834" y="390"/>
                    <a:pt x="694" y="176"/>
                  </a:cubicBezTo>
                  <a:cubicBezTo>
                    <a:pt x="683" y="165"/>
                    <a:pt x="672" y="153"/>
                    <a:pt x="672" y="142"/>
                  </a:cubicBezTo>
                  <a:cubicBezTo>
                    <a:pt x="595" y="51"/>
                    <a:pt x="457" y="1"/>
                    <a:pt x="329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213700" y="3652200"/>
              <a:ext cx="21300" cy="13450"/>
            </a:xfrm>
            <a:custGeom>
              <a:avLst/>
              <a:gdLst/>
              <a:ahLst/>
              <a:cxnLst/>
              <a:rect l="l" t="t" r="r" b="b"/>
              <a:pathLst>
                <a:path w="852" h="538" extrusionOk="0">
                  <a:moveTo>
                    <a:pt x="348" y="0"/>
                  </a:moveTo>
                  <a:cubicBezTo>
                    <a:pt x="167" y="0"/>
                    <a:pt x="0" y="96"/>
                    <a:pt x="47" y="309"/>
                  </a:cubicBezTo>
                  <a:cubicBezTo>
                    <a:pt x="82" y="470"/>
                    <a:pt x="231" y="537"/>
                    <a:pt x="383" y="537"/>
                  </a:cubicBezTo>
                  <a:cubicBezTo>
                    <a:pt x="614" y="537"/>
                    <a:pt x="851" y="381"/>
                    <a:pt x="701" y="163"/>
                  </a:cubicBezTo>
                  <a:lnTo>
                    <a:pt x="679" y="129"/>
                  </a:lnTo>
                  <a:cubicBezTo>
                    <a:pt x="605" y="46"/>
                    <a:pt x="473" y="0"/>
                    <a:pt x="34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338150" y="3599700"/>
              <a:ext cx="19250" cy="17750"/>
            </a:xfrm>
            <a:custGeom>
              <a:avLst/>
              <a:gdLst/>
              <a:ahLst/>
              <a:cxnLst/>
              <a:rect l="l" t="t" r="r" b="b"/>
              <a:pathLst>
                <a:path w="770" h="710" extrusionOk="0">
                  <a:moveTo>
                    <a:pt x="423" y="0"/>
                  </a:moveTo>
                  <a:cubicBezTo>
                    <a:pt x="383" y="0"/>
                    <a:pt x="339" y="12"/>
                    <a:pt x="293" y="40"/>
                  </a:cubicBezTo>
                  <a:cubicBezTo>
                    <a:pt x="1" y="204"/>
                    <a:pt x="227" y="709"/>
                    <a:pt x="461" y="709"/>
                  </a:cubicBezTo>
                  <a:cubicBezTo>
                    <a:pt x="516" y="709"/>
                    <a:pt x="571" y="682"/>
                    <a:pt x="621" y="615"/>
                  </a:cubicBezTo>
                  <a:cubicBezTo>
                    <a:pt x="632" y="604"/>
                    <a:pt x="643" y="593"/>
                    <a:pt x="654" y="581"/>
                  </a:cubicBezTo>
                  <a:cubicBezTo>
                    <a:pt x="769" y="380"/>
                    <a:pt x="649" y="0"/>
                    <a:pt x="42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153700" y="3613500"/>
              <a:ext cx="18075" cy="17875"/>
            </a:xfrm>
            <a:custGeom>
              <a:avLst/>
              <a:gdLst/>
              <a:ahLst/>
              <a:cxnLst/>
              <a:rect l="l" t="t" r="r" b="b"/>
              <a:pathLst>
                <a:path w="723" h="715" extrusionOk="0">
                  <a:moveTo>
                    <a:pt x="354" y="1"/>
                  </a:moveTo>
                  <a:cubicBezTo>
                    <a:pt x="314" y="1"/>
                    <a:pt x="270" y="16"/>
                    <a:pt x="224" y="52"/>
                  </a:cubicBezTo>
                  <a:cubicBezTo>
                    <a:pt x="212" y="63"/>
                    <a:pt x="201" y="74"/>
                    <a:pt x="190" y="86"/>
                  </a:cubicBezTo>
                  <a:cubicBezTo>
                    <a:pt x="1" y="254"/>
                    <a:pt x="17" y="714"/>
                    <a:pt x="311" y="714"/>
                  </a:cubicBezTo>
                  <a:cubicBezTo>
                    <a:pt x="333" y="714"/>
                    <a:pt x="357" y="712"/>
                    <a:pt x="382" y="706"/>
                  </a:cubicBezTo>
                  <a:cubicBezTo>
                    <a:pt x="723" y="619"/>
                    <a:pt x="609" y="1"/>
                    <a:pt x="354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191775" y="3313875"/>
              <a:ext cx="211550" cy="144650"/>
            </a:xfrm>
            <a:custGeom>
              <a:avLst/>
              <a:gdLst/>
              <a:ahLst/>
              <a:cxnLst/>
              <a:rect l="l" t="t" r="r" b="b"/>
              <a:pathLst>
                <a:path w="8462" h="5786" extrusionOk="0">
                  <a:moveTo>
                    <a:pt x="2786" y="0"/>
                  </a:moveTo>
                  <a:cubicBezTo>
                    <a:pt x="523" y="0"/>
                    <a:pt x="0" y="4023"/>
                    <a:pt x="901" y="5029"/>
                  </a:cubicBezTo>
                  <a:lnTo>
                    <a:pt x="4580" y="5785"/>
                  </a:lnTo>
                  <a:cubicBezTo>
                    <a:pt x="8462" y="5503"/>
                    <a:pt x="5629" y="550"/>
                    <a:pt x="3248" y="53"/>
                  </a:cubicBezTo>
                  <a:cubicBezTo>
                    <a:pt x="3087" y="17"/>
                    <a:pt x="2933" y="0"/>
                    <a:pt x="2786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201875" y="3309450"/>
              <a:ext cx="156875" cy="152750"/>
            </a:xfrm>
            <a:custGeom>
              <a:avLst/>
              <a:gdLst/>
              <a:ahLst/>
              <a:cxnLst/>
              <a:rect l="l" t="t" r="r" b="b"/>
              <a:pathLst>
                <a:path w="6275" h="6110" extrusionOk="0">
                  <a:moveTo>
                    <a:pt x="2426" y="0"/>
                  </a:moveTo>
                  <a:cubicBezTo>
                    <a:pt x="2190" y="0"/>
                    <a:pt x="1954" y="40"/>
                    <a:pt x="1738" y="117"/>
                  </a:cubicBezTo>
                  <a:cubicBezTo>
                    <a:pt x="1411" y="230"/>
                    <a:pt x="1129" y="433"/>
                    <a:pt x="903" y="693"/>
                  </a:cubicBezTo>
                  <a:cubicBezTo>
                    <a:pt x="689" y="952"/>
                    <a:pt x="520" y="1234"/>
                    <a:pt x="384" y="1539"/>
                  </a:cubicBezTo>
                  <a:cubicBezTo>
                    <a:pt x="136" y="2126"/>
                    <a:pt x="1" y="2769"/>
                    <a:pt x="1" y="3412"/>
                  </a:cubicBezTo>
                  <a:cubicBezTo>
                    <a:pt x="1" y="3728"/>
                    <a:pt x="35" y="4044"/>
                    <a:pt x="102" y="4360"/>
                  </a:cubicBezTo>
                  <a:cubicBezTo>
                    <a:pt x="159" y="4676"/>
                    <a:pt x="294" y="4958"/>
                    <a:pt x="497" y="5206"/>
                  </a:cubicBezTo>
                  <a:cubicBezTo>
                    <a:pt x="328" y="4947"/>
                    <a:pt x="215" y="4642"/>
                    <a:pt x="193" y="4337"/>
                  </a:cubicBezTo>
                  <a:cubicBezTo>
                    <a:pt x="147" y="4022"/>
                    <a:pt x="136" y="3717"/>
                    <a:pt x="170" y="3412"/>
                  </a:cubicBezTo>
                  <a:cubicBezTo>
                    <a:pt x="215" y="2792"/>
                    <a:pt x="373" y="2205"/>
                    <a:pt x="633" y="1641"/>
                  </a:cubicBezTo>
                  <a:cubicBezTo>
                    <a:pt x="903" y="1110"/>
                    <a:pt x="1310" y="625"/>
                    <a:pt x="1851" y="444"/>
                  </a:cubicBezTo>
                  <a:cubicBezTo>
                    <a:pt x="2021" y="388"/>
                    <a:pt x="2200" y="362"/>
                    <a:pt x="2377" y="362"/>
                  </a:cubicBezTo>
                  <a:cubicBezTo>
                    <a:pt x="2482" y="362"/>
                    <a:pt x="2586" y="371"/>
                    <a:pt x="2686" y="388"/>
                  </a:cubicBezTo>
                  <a:cubicBezTo>
                    <a:pt x="2765" y="399"/>
                    <a:pt x="2833" y="422"/>
                    <a:pt x="2901" y="444"/>
                  </a:cubicBezTo>
                  <a:cubicBezTo>
                    <a:pt x="2980" y="456"/>
                    <a:pt x="3047" y="478"/>
                    <a:pt x="3115" y="512"/>
                  </a:cubicBezTo>
                  <a:cubicBezTo>
                    <a:pt x="3251" y="557"/>
                    <a:pt x="3386" y="625"/>
                    <a:pt x="3510" y="693"/>
                  </a:cubicBezTo>
                  <a:cubicBezTo>
                    <a:pt x="4029" y="1009"/>
                    <a:pt x="4481" y="1415"/>
                    <a:pt x="4853" y="1889"/>
                  </a:cubicBezTo>
                  <a:cubicBezTo>
                    <a:pt x="5237" y="2351"/>
                    <a:pt x="5541" y="2882"/>
                    <a:pt x="5744" y="3446"/>
                  </a:cubicBezTo>
                  <a:cubicBezTo>
                    <a:pt x="5936" y="4010"/>
                    <a:pt x="5993" y="4642"/>
                    <a:pt x="5688" y="5105"/>
                  </a:cubicBezTo>
                  <a:cubicBezTo>
                    <a:pt x="5519" y="5330"/>
                    <a:pt x="5293" y="5511"/>
                    <a:pt x="5033" y="5624"/>
                  </a:cubicBezTo>
                  <a:cubicBezTo>
                    <a:pt x="4760" y="5722"/>
                    <a:pt x="4476" y="5789"/>
                    <a:pt x="4192" y="5824"/>
                  </a:cubicBezTo>
                  <a:lnTo>
                    <a:pt x="4192" y="5824"/>
                  </a:lnTo>
                  <a:cubicBezTo>
                    <a:pt x="3577" y="5712"/>
                    <a:pt x="2974" y="5600"/>
                    <a:pt x="2359" y="5500"/>
                  </a:cubicBezTo>
                  <a:cubicBezTo>
                    <a:pt x="1738" y="5398"/>
                    <a:pt x="1118" y="5297"/>
                    <a:pt x="497" y="5206"/>
                  </a:cubicBezTo>
                  <a:lnTo>
                    <a:pt x="497" y="5206"/>
                  </a:lnTo>
                  <a:cubicBezTo>
                    <a:pt x="1107" y="5364"/>
                    <a:pt x="1705" y="5545"/>
                    <a:pt x="2314" y="5680"/>
                  </a:cubicBezTo>
                  <a:cubicBezTo>
                    <a:pt x="2923" y="5827"/>
                    <a:pt x="3544" y="5962"/>
                    <a:pt x="4153" y="6109"/>
                  </a:cubicBezTo>
                  <a:lnTo>
                    <a:pt x="4187" y="6109"/>
                  </a:lnTo>
                  <a:cubicBezTo>
                    <a:pt x="4514" y="6087"/>
                    <a:pt x="4842" y="6030"/>
                    <a:pt x="5158" y="5917"/>
                  </a:cubicBezTo>
                  <a:cubicBezTo>
                    <a:pt x="5485" y="5804"/>
                    <a:pt x="5767" y="5590"/>
                    <a:pt x="5981" y="5308"/>
                  </a:cubicBezTo>
                  <a:cubicBezTo>
                    <a:pt x="6173" y="5015"/>
                    <a:pt x="6275" y="4676"/>
                    <a:pt x="6275" y="4326"/>
                  </a:cubicBezTo>
                  <a:cubicBezTo>
                    <a:pt x="6275" y="3988"/>
                    <a:pt x="6218" y="3660"/>
                    <a:pt x="6117" y="3333"/>
                  </a:cubicBezTo>
                  <a:cubicBezTo>
                    <a:pt x="5902" y="2724"/>
                    <a:pt x="5586" y="2137"/>
                    <a:pt x="5169" y="1629"/>
                  </a:cubicBezTo>
                  <a:cubicBezTo>
                    <a:pt x="4763" y="1121"/>
                    <a:pt x="4266" y="693"/>
                    <a:pt x="3691" y="365"/>
                  </a:cubicBezTo>
                  <a:cubicBezTo>
                    <a:pt x="3544" y="286"/>
                    <a:pt x="3397" y="207"/>
                    <a:pt x="3239" y="151"/>
                  </a:cubicBezTo>
                  <a:cubicBezTo>
                    <a:pt x="3160" y="128"/>
                    <a:pt x="3081" y="106"/>
                    <a:pt x="3002" y="83"/>
                  </a:cubicBezTo>
                  <a:cubicBezTo>
                    <a:pt x="2912" y="61"/>
                    <a:pt x="2833" y="38"/>
                    <a:pt x="2754" y="27"/>
                  </a:cubicBezTo>
                  <a:cubicBezTo>
                    <a:pt x="2646" y="9"/>
                    <a:pt x="2536" y="0"/>
                    <a:pt x="2426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092975" y="3274200"/>
              <a:ext cx="185100" cy="160775"/>
            </a:xfrm>
            <a:custGeom>
              <a:avLst/>
              <a:gdLst/>
              <a:ahLst/>
              <a:cxnLst/>
              <a:rect l="l" t="t" r="r" b="b"/>
              <a:pathLst>
                <a:path w="7404" h="6431" extrusionOk="0">
                  <a:moveTo>
                    <a:pt x="2597" y="1"/>
                  </a:moveTo>
                  <a:cubicBezTo>
                    <a:pt x="1949" y="1"/>
                    <a:pt x="1330" y="216"/>
                    <a:pt x="904" y="771"/>
                  </a:cubicBezTo>
                  <a:cubicBezTo>
                    <a:pt x="1" y="1979"/>
                    <a:pt x="768" y="3694"/>
                    <a:pt x="1569" y="4675"/>
                  </a:cubicBezTo>
                  <a:cubicBezTo>
                    <a:pt x="2271" y="5585"/>
                    <a:pt x="3403" y="6431"/>
                    <a:pt x="4536" y="6431"/>
                  </a:cubicBezTo>
                  <a:cubicBezTo>
                    <a:pt x="5062" y="6431"/>
                    <a:pt x="5589" y="6248"/>
                    <a:pt x="6072" y="5804"/>
                  </a:cubicBezTo>
                  <a:lnTo>
                    <a:pt x="6794" y="5116"/>
                  </a:lnTo>
                  <a:cubicBezTo>
                    <a:pt x="6794" y="5116"/>
                    <a:pt x="7403" y="4066"/>
                    <a:pt x="6884" y="3051"/>
                  </a:cubicBezTo>
                  <a:cubicBezTo>
                    <a:pt x="6410" y="2114"/>
                    <a:pt x="5609" y="1313"/>
                    <a:pt x="4774" y="715"/>
                  </a:cubicBezTo>
                  <a:cubicBezTo>
                    <a:pt x="4190" y="309"/>
                    <a:pt x="3372" y="1"/>
                    <a:pt x="2597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098075" y="3269525"/>
              <a:ext cx="174075" cy="168150"/>
            </a:xfrm>
            <a:custGeom>
              <a:avLst/>
              <a:gdLst/>
              <a:ahLst/>
              <a:cxnLst/>
              <a:rect l="l" t="t" r="r" b="b"/>
              <a:pathLst>
                <a:path w="6963" h="6726" extrusionOk="0">
                  <a:moveTo>
                    <a:pt x="2380" y="1"/>
                  </a:moveTo>
                  <a:cubicBezTo>
                    <a:pt x="2198" y="1"/>
                    <a:pt x="2014" y="18"/>
                    <a:pt x="1828" y="55"/>
                  </a:cubicBezTo>
                  <a:cubicBezTo>
                    <a:pt x="1140" y="180"/>
                    <a:pt x="553" y="642"/>
                    <a:pt x="271" y="1285"/>
                  </a:cubicBezTo>
                  <a:cubicBezTo>
                    <a:pt x="0" y="1929"/>
                    <a:pt x="68" y="2651"/>
                    <a:pt x="271" y="3260"/>
                  </a:cubicBezTo>
                  <a:cubicBezTo>
                    <a:pt x="463" y="3847"/>
                    <a:pt x="767" y="4411"/>
                    <a:pt x="1162" y="4896"/>
                  </a:cubicBezTo>
                  <a:cubicBezTo>
                    <a:pt x="1264" y="5020"/>
                    <a:pt x="1343" y="5133"/>
                    <a:pt x="1444" y="5235"/>
                  </a:cubicBezTo>
                  <a:cubicBezTo>
                    <a:pt x="1546" y="5348"/>
                    <a:pt x="1648" y="5461"/>
                    <a:pt x="1760" y="5562"/>
                  </a:cubicBezTo>
                  <a:cubicBezTo>
                    <a:pt x="1964" y="5754"/>
                    <a:pt x="2189" y="5934"/>
                    <a:pt x="2426" y="6092"/>
                  </a:cubicBezTo>
                  <a:cubicBezTo>
                    <a:pt x="2866" y="6386"/>
                    <a:pt x="3352" y="6589"/>
                    <a:pt x="3871" y="6691"/>
                  </a:cubicBezTo>
                  <a:cubicBezTo>
                    <a:pt x="4002" y="6714"/>
                    <a:pt x="4134" y="6725"/>
                    <a:pt x="4264" y="6725"/>
                  </a:cubicBezTo>
                  <a:cubicBezTo>
                    <a:pt x="4581" y="6725"/>
                    <a:pt x="4892" y="6657"/>
                    <a:pt x="5180" y="6521"/>
                  </a:cubicBezTo>
                  <a:cubicBezTo>
                    <a:pt x="5496" y="6375"/>
                    <a:pt x="5766" y="6171"/>
                    <a:pt x="5992" y="5923"/>
                  </a:cubicBezTo>
                  <a:lnTo>
                    <a:pt x="6590" y="5303"/>
                  </a:lnTo>
                  <a:lnTo>
                    <a:pt x="6590" y="5303"/>
                  </a:lnTo>
                  <a:lnTo>
                    <a:pt x="5936" y="5878"/>
                  </a:lnTo>
                  <a:cubicBezTo>
                    <a:pt x="5710" y="6092"/>
                    <a:pt x="5428" y="6262"/>
                    <a:pt x="5123" y="6386"/>
                  </a:cubicBezTo>
                  <a:cubicBezTo>
                    <a:pt x="4886" y="6470"/>
                    <a:pt x="4635" y="6510"/>
                    <a:pt x="4382" y="6510"/>
                  </a:cubicBezTo>
                  <a:cubicBezTo>
                    <a:pt x="4227" y="6510"/>
                    <a:pt x="4070" y="6495"/>
                    <a:pt x="3916" y="6465"/>
                  </a:cubicBezTo>
                  <a:cubicBezTo>
                    <a:pt x="3442" y="6352"/>
                    <a:pt x="2990" y="6138"/>
                    <a:pt x="2607" y="5844"/>
                  </a:cubicBezTo>
                  <a:cubicBezTo>
                    <a:pt x="2392" y="5686"/>
                    <a:pt x="2189" y="5506"/>
                    <a:pt x="1997" y="5314"/>
                  </a:cubicBezTo>
                  <a:cubicBezTo>
                    <a:pt x="1896" y="5224"/>
                    <a:pt x="1806" y="5122"/>
                    <a:pt x="1715" y="5020"/>
                  </a:cubicBezTo>
                  <a:cubicBezTo>
                    <a:pt x="1625" y="4908"/>
                    <a:pt x="1523" y="4795"/>
                    <a:pt x="1444" y="4682"/>
                  </a:cubicBezTo>
                  <a:cubicBezTo>
                    <a:pt x="1083" y="4219"/>
                    <a:pt x="813" y="3700"/>
                    <a:pt x="632" y="3147"/>
                  </a:cubicBezTo>
                  <a:cubicBezTo>
                    <a:pt x="451" y="2583"/>
                    <a:pt x="429" y="1962"/>
                    <a:pt x="655" y="1455"/>
                  </a:cubicBezTo>
                  <a:cubicBezTo>
                    <a:pt x="869" y="924"/>
                    <a:pt x="1343" y="541"/>
                    <a:pt x="1907" y="428"/>
                  </a:cubicBezTo>
                  <a:cubicBezTo>
                    <a:pt x="2069" y="392"/>
                    <a:pt x="2234" y="375"/>
                    <a:pt x="2401" y="375"/>
                  </a:cubicBezTo>
                  <a:cubicBezTo>
                    <a:pt x="2804" y="375"/>
                    <a:pt x="3213" y="469"/>
                    <a:pt x="3588" y="597"/>
                  </a:cubicBezTo>
                  <a:cubicBezTo>
                    <a:pt x="3848" y="699"/>
                    <a:pt x="4096" y="811"/>
                    <a:pt x="4333" y="958"/>
                  </a:cubicBezTo>
                  <a:cubicBezTo>
                    <a:pt x="4559" y="1094"/>
                    <a:pt x="4773" y="1274"/>
                    <a:pt x="4988" y="1432"/>
                  </a:cubicBezTo>
                  <a:cubicBezTo>
                    <a:pt x="5202" y="1590"/>
                    <a:pt x="5371" y="1771"/>
                    <a:pt x="5563" y="1940"/>
                  </a:cubicBezTo>
                  <a:cubicBezTo>
                    <a:pt x="5732" y="2109"/>
                    <a:pt x="5890" y="2278"/>
                    <a:pt x="6037" y="2470"/>
                  </a:cubicBezTo>
                  <a:cubicBezTo>
                    <a:pt x="6184" y="2640"/>
                    <a:pt x="6319" y="2820"/>
                    <a:pt x="6432" y="3012"/>
                  </a:cubicBezTo>
                  <a:cubicBezTo>
                    <a:pt x="6489" y="3102"/>
                    <a:pt x="6545" y="3192"/>
                    <a:pt x="6601" y="3271"/>
                  </a:cubicBezTo>
                  <a:lnTo>
                    <a:pt x="6714" y="3531"/>
                  </a:lnTo>
                  <a:cubicBezTo>
                    <a:pt x="6827" y="3836"/>
                    <a:pt x="6861" y="4152"/>
                    <a:pt x="6816" y="4479"/>
                  </a:cubicBezTo>
                  <a:cubicBezTo>
                    <a:pt x="6793" y="4682"/>
                    <a:pt x="6748" y="4885"/>
                    <a:pt x="6669" y="5088"/>
                  </a:cubicBezTo>
                  <a:cubicBezTo>
                    <a:pt x="6624" y="5224"/>
                    <a:pt x="6590" y="5303"/>
                    <a:pt x="6590" y="5303"/>
                  </a:cubicBezTo>
                  <a:cubicBezTo>
                    <a:pt x="6624" y="5235"/>
                    <a:pt x="6658" y="5167"/>
                    <a:pt x="6692" y="5099"/>
                  </a:cubicBezTo>
                  <a:cubicBezTo>
                    <a:pt x="6782" y="4908"/>
                    <a:pt x="6850" y="4705"/>
                    <a:pt x="6895" y="4490"/>
                  </a:cubicBezTo>
                  <a:cubicBezTo>
                    <a:pt x="6962" y="4163"/>
                    <a:pt x="6951" y="3813"/>
                    <a:pt x="6861" y="3486"/>
                  </a:cubicBezTo>
                  <a:cubicBezTo>
                    <a:pt x="6827" y="3396"/>
                    <a:pt x="6804" y="3283"/>
                    <a:pt x="6748" y="3192"/>
                  </a:cubicBezTo>
                  <a:cubicBezTo>
                    <a:pt x="6703" y="3102"/>
                    <a:pt x="6647" y="3012"/>
                    <a:pt x="6601" y="2922"/>
                  </a:cubicBezTo>
                  <a:cubicBezTo>
                    <a:pt x="6500" y="2718"/>
                    <a:pt x="6376" y="2527"/>
                    <a:pt x="6240" y="2346"/>
                  </a:cubicBezTo>
                  <a:cubicBezTo>
                    <a:pt x="6082" y="2154"/>
                    <a:pt x="5936" y="1951"/>
                    <a:pt x="5755" y="1759"/>
                  </a:cubicBezTo>
                  <a:cubicBezTo>
                    <a:pt x="5575" y="1579"/>
                    <a:pt x="5405" y="1364"/>
                    <a:pt x="5180" y="1195"/>
                  </a:cubicBezTo>
                  <a:cubicBezTo>
                    <a:pt x="4965" y="1026"/>
                    <a:pt x="4762" y="834"/>
                    <a:pt x="4514" y="665"/>
                  </a:cubicBezTo>
                  <a:cubicBezTo>
                    <a:pt x="4266" y="507"/>
                    <a:pt x="3995" y="371"/>
                    <a:pt x="3713" y="259"/>
                  </a:cubicBezTo>
                  <a:cubicBezTo>
                    <a:pt x="3298" y="112"/>
                    <a:pt x="2848" y="1"/>
                    <a:pt x="238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214575" y="3400200"/>
              <a:ext cx="161100" cy="194475"/>
            </a:xfrm>
            <a:custGeom>
              <a:avLst/>
              <a:gdLst/>
              <a:ahLst/>
              <a:cxnLst/>
              <a:rect l="l" t="t" r="r" b="b"/>
              <a:pathLst>
                <a:path w="6444" h="7779" extrusionOk="0">
                  <a:moveTo>
                    <a:pt x="2705" y="0"/>
                  </a:moveTo>
                  <a:cubicBezTo>
                    <a:pt x="2033" y="0"/>
                    <a:pt x="1399" y="292"/>
                    <a:pt x="948" y="1012"/>
                  </a:cubicBezTo>
                  <a:cubicBezTo>
                    <a:pt x="0" y="2524"/>
                    <a:pt x="836" y="5785"/>
                    <a:pt x="1964" y="6891"/>
                  </a:cubicBezTo>
                  <a:lnTo>
                    <a:pt x="2822" y="7523"/>
                  </a:lnTo>
                  <a:cubicBezTo>
                    <a:pt x="2909" y="7705"/>
                    <a:pt x="3086" y="7779"/>
                    <a:pt x="3311" y="7779"/>
                  </a:cubicBezTo>
                  <a:cubicBezTo>
                    <a:pt x="4077" y="7779"/>
                    <a:pt x="5404" y="6927"/>
                    <a:pt x="5665" y="6587"/>
                  </a:cubicBezTo>
                  <a:cubicBezTo>
                    <a:pt x="6387" y="5582"/>
                    <a:pt x="6444" y="3630"/>
                    <a:pt x="6083" y="2536"/>
                  </a:cubicBezTo>
                  <a:cubicBezTo>
                    <a:pt x="5635" y="1237"/>
                    <a:pt x="4088" y="0"/>
                    <a:pt x="2705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223600" y="3395025"/>
              <a:ext cx="152650" cy="200125"/>
            </a:xfrm>
            <a:custGeom>
              <a:avLst/>
              <a:gdLst/>
              <a:ahLst/>
              <a:cxnLst/>
              <a:rect l="l" t="t" r="r" b="b"/>
              <a:pathLst>
                <a:path w="6106" h="8005" extrusionOk="0">
                  <a:moveTo>
                    <a:pt x="2372" y="0"/>
                  </a:moveTo>
                  <a:cubicBezTo>
                    <a:pt x="1614" y="0"/>
                    <a:pt x="894" y="394"/>
                    <a:pt x="486" y="1061"/>
                  </a:cubicBezTo>
                  <a:cubicBezTo>
                    <a:pt x="238" y="1445"/>
                    <a:pt x="91" y="1874"/>
                    <a:pt x="46" y="2325"/>
                  </a:cubicBezTo>
                  <a:cubicBezTo>
                    <a:pt x="1" y="2765"/>
                    <a:pt x="12" y="3194"/>
                    <a:pt x="68" y="3634"/>
                  </a:cubicBezTo>
                  <a:cubicBezTo>
                    <a:pt x="125" y="4063"/>
                    <a:pt x="215" y="4492"/>
                    <a:pt x="339" y="4898"/>
                  </a:cubicBezTo>
                  <a:cubicBezTo>
                    <a:pt x="452" y="5315"/>
                    <a:pt x="621" y="5710"/>
                    <a:pt x="824" y="6094"/>
                  </a:cubicBezTo>
                  <a:cubicBezTo>
                    <a:pt x="1016" y="6478"/>
                    <a:pt x="1264" y="6827"/>
                    <a:pt x="1580" y="7132"/>
                  </a:cubicBezTo>
                  <a:lnTo>
                    <a:pt x="2461" y="7730"/>
                  </a:lnTo>
                  <a:lnTo>
                    <a:pt x="1648" y="7064"/>
                  </a:lnTo>
                  <a:cubicBezTo>
                    <a:pt x="1366" y="6748"/>
                    <a:pt x="1140" y="6399"/>
                    <a:pt x="982" y="6004"/>
                  </a:cubicBezTo>
                  <a:cubicBezTo>
                    <a:pt x="813" y="5631"/>
                    <a:pt x="678" y="5236"/>
                    <a:pt x="576" y="4830"/>
                  </a:cubicBezTo>
                  <a:cubicBezTo>
                    <a:pt x="362" y="4029"/>
                    <a:pt x="294" y="3194"/>
                    <a:pt x="396" y="2370"/>
                  </a:cubicBezTo>
                  <a:cubicBezTo>
                    <a:pt x="441" y="1986"/>
                    <a:pt x="576" y="1603"/>
                    <a:pt x="790" y="1264"/>
                  </a:cubicBezTo>
                  <a:cubicBezTo>
                    <a:pt x="1005" y="948"/>
                    <a:pt x="1310" y="689"/>
                    <a:pt x="1659" y="542"/>
                  </a:cubicBezTo>
                  <a:cubicBezTo>
                    <a:pt x="1879" y="453"/>
                    <a:pt x="2111" y="410"/>
                    <a:pt x="2343" y="410"/>
                  </a:cubicBezTo>
                  <a:cubicBezTo>
                    <a:pt x="2492" y="410"/>
                    <a:pt x="2642" y="428"/>
                    <a:pt x="2788" y="463"/>
                  </a:cubicBezTo>
                  <a:cubicBezTo>
                    <a:pt x="3183" y="542"/>
                    <a:pt x="3555" y="689"/>
                    <a:pt x="3894" y="903"/>
                  </a:cubicBezTo>
                  <a:cubicBezTo>
                    <a:pt x="4243" y="1106"/>
                    <a:pt x="4559" y="1366"/>
                    <a:pt x="4830" y="1671"/>
                  </a:cubicBezTo>
                  <a:cubicBezTo>
                    <a:pt x="4966" y="1817"/>
                    <a:pt x="5090" y="1975"/>
                    <a:pt x="5203" y="2144"/>
                  </a:cubicBezTo>
                  <a:cubicBezTo>
                    <a:pt x="5315" y="2302"/>
                    <a:pt x="5406" y="2483"/>
                    <a:pt x="5485" y="2675"/>
                  </a:cubicBezTo>
                  <a:lnTo>
                    <a:pt x="5552" y="2810"/>
                  </a:lnTo>
                  <a:lnTo>
                    <a:pt x="5586" y="2946"/>
                  </a:lnTo>
                  <a:lnTo>
                    <a:pt x="5665" y="3239"/>
                  </a:lnTo>
                  <a:cubicBezTo>
                    <a:pt x="5688" y="3442"/>
                    <a:pt x="5733" y="3634"/>
                    <a:pt x="5744" y="3848"/>
                  </a:cubicBezTo>
                  <a:cubicBezTo>
                    <a:pt x="5767" y="4051"/>
                    <a:pt x="5767" y="4255"/>
                    <a:pt x="5767" y="4458"/>
                  </a:cubicBezTo>
                  <a:cubicBezTo>
                    <a:pt x="5767" y="4661"/>
                    <a:pt x="5756" y="4875"/>
                    <a:pt x="5733" y="5078"/>
                  </a:cubicBezTo>
                  <a:cubicBezTo>
                    <a:pt x="5699" y="5485"/>
                    <a:pt x="5598" y="5880"/>
                    <a:pt x="5451" y="6263"/>
                  </a:cubicBezTo>
                  <a:cubicBezTo>
                    <a:pt x="5406" y="6353"/>
                    <a:pt x="5361" y="6455"/>
                    <a:pt x="5315" y="6545"/>
                  </a:cubicBezTo>
                  <a:lnTo>
                    <a:pt x="5236" y="6681"/>
                  </a:lnTo>
                  <a:cubicBezTo>
                    <a:pt x="5226" y="6701"/>
                    <a:pt x="5207" y="6739"/>
                    <a:pt x="5203" y="6739"/>
                  </a:cubicBezTo>
                  <a:cubicBezTo>
                    <a:pt x="5203" y="6739"/>
                    <a:pt x="5203" y="6738"/>
                    <a:pt x="5203" y="6737"/>
                  </a:cubicBezTo>
                  <a:lnTo>
                    <a:pt x="5157" y="6794"/>
                  </a:lnTo>
                  <a:cubicBezTo>
                    <a:pt x="5011" y="6929"/>
                    <a:pt x="4853" y="7064"/>
                    <a:pt x="4684" y="7177"/>
                  </a:cubicBezTo>
                  <a:cubicBezTo>
                    <a:pt x="4345" y="7425"/>
                    <a:pt x="3984" y="7629"/>
                    <a:pt x="3600" y="7787"/>
                  </a:cubicBezTo>
                  <a:cubicBezTo>
                    <a:pt x="3408" y="7866"/>
                    <a:pt x="3205" y="7922"/>
                    <a:pt x="3002" y="7956"/>
                  </a:cubicBezTo>
                  <a:cubicBezTo>
                    <a:pt x="2965" y="7964"/>
                    <a:pt x="2929" y="7967"/>
                    <a:pt x="2892" y="7967"/>
                  </a:cubicBezTo>
                  <a:cubicBezTo>
                    <a:pt x="2717" y="7967"/>
                    <a:pt x="2554" y="7880"/>
                    <a:pt x="2461" y="7730"/>
                  </a:cubicBezTo>
                  <a:lnTo>
                    <a:pt x="2461" y="7730"/>
                  </a:lnTo>
                  <a:cubicBezTo>
                    <a:pt x="2542" y="7913"/>
                    <a:pt x="2742" y="8004"/>
                    <a:pt x="2937" y="8004"/>
                  </a:cubicBezTo>
                  <a:cubicBezTo>
                    <a:pt x="2959" y="8004"/>
                    <a:pt x="2981" y="8003"/>
                    <a:pt x="3002" y="8001"/>
                  </a:cubicBezTo>
                  <a:cubicBezTo>
                    <a:pt x="3217" y="7990"/>
                    <a:pt x="3431" y="7956"/>
                    <a:pt x="3634" y="7877"/>
                  </a:cubicBezTo>
                  <a:cubicBezTo>
                    <a:pt x="4040" y="7741"/>
                    <a:pt x="4424" y="7561"/>
                    <a:pt x="4796" y="7335"/>
                  </a:cubicBezTo>
                  <a:cubicBezTo>
                    <a:pt x="4977" y="7222"/>
                    <a:pt x="5157" y="7087"/>
                    <a:pt x="5315" y="6940"/>
                  </a:cubicBezTo>
                  <a:lnTo>
                    <a:pt x="5383" y="6873"/>
                  </a:lnTo>
                  <a:cubicBezTo>
                    <a:pt x="5406" y="6850"/>
                    <a:pt x="5417" y="6816"/>
                    <a:pt x="5440" y="6794"/>
                  </a:cubicBezTo>
                  <a:lnTo>
                    <a:pt x="5519" y="6658"/>
                  </a:lnTo>
                  <a:cubicBezTo>
                    <a:pt x="5575" y="6568"/>
                    <a:pt x="5631" y="6478"/>
                    <a:pt x="5677" y="6376"/>
                  </a:cubicBezTo>
                  <a:cubicBezTo>
                    <a:pt x="5857" y="5970"/>
                    <a:pt x="5970" y="5541"/>
                    <a:pt x="6038" y="5101"/>
                  </a:cubicBezTo>
                  <a:cubicBezTo>
                    <a:pt x="6071" y="4886"/>
                    <a:pt x="6094" y="4672"/>
                    <a:pt x="6094" y="4458"/>
                  </a:cubicBezTo>
                  <a:cubicBezTo>
                    <a:pt x="6105" y="4243"/>
                    <a:pt x="6105" y="4018"/>
                    <a:pt x="6094" y="3803"/>
                  </a:cubicBezTo>
                  <a:cubicBezTo>
                    <a:pt x="6094" y="3589"/>
                    <a:pt x="6038" y="3374"/>
                    <a:pt x="6015" y="3160"/>
                  </a:cubicBezTo>
                  <a:lnTo>
                    <a:pt x="5936" y="2833"/>
                  </a:lnTo>
                  <a:cubicBezTo>
                    <a:pt x="5925" y="2776"/>
                    <a:pt x="5913" y="2743"/>
                    <a:pt x="5891" y="2652"/>
                  </a:cubicBezTo>
                  <a:lnTo>
                    <a:pt x="5835" y="2517"/>
                  </a:lnTo>
                  <a:cubicBezTo>
                    <a:pt x="5744" y="2314"/>
                    <a:pt x="5643" y="2111"/>
                    <a:pt x="5530" y="1919"/>
                  </a:cubicBezTo>
                  <a:cubicBezTo>
                    <a:pt x="5406" y="1738"/>
                    <a:pt x="5270" y="1569"/>
                    <a:pt x="5124" y="1400"/>
                  </a:cubicBezTo>
                  <a:cubicBezTo>
                    <a:pt x="4830" y="1061"/>
                    <a:pt x="4492" y="779"/>
                    <a:pt x="4108" y="553"/>
                  </a:cubicBezTo>
                  <a:cubicBezTo>
                    <a:pt x="3736" y="305"/>
                    <a:pt x="3307" y="136"/>
                    <a:pt x="2867" y="57"/>
                  </a:cubicBezTo>
                  <a:cubicBezTo>
                    <a:pt x="2702" y="19"/>
                    <a:pt x="2536" y="0"/>
                    <a:pt x="2372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012975" y="3293150"/>
              <a:ext cx="261700" cy="205025"/>
            </a:xfrm>
            <a:custGeom>
              <a:avLst/>
              <a:gdLst/>
              <a:ahLst/>
              <a:cxnLst/>
              <a:rect l="l" t="t" r="r" b="b"/>
              <a:pathLst>
                <a:path w="10468" h="8201" extrusionOk="0">
                  <a:moveTo>
                    <a:pt x="3824" y="0"/>
                  </a:moveTo>
                  <a:cubicBezTo>
                    <a:pt x="3768" y="0"/>
                    <a:pt x="3711" y="1"/>
                    <a:pt x="3652" y="2"/>
                  </a:cubicBezTo>
                  <a:cubicBezTo>
                    <a:pt x="2411" y="58"/>
                    <a:pt x="1452" y="848"/>
                    <a:pt x="876" y="2067"/>
                  </a:cubicBezTo>
                  <a:cubicBezTo>
                    <a:pt x="0" y="3994"/>
                    <a:pt x="1346" y="8200"/>
                    <a:pt x="3761" y="8200"/>
                  </a:cubicBezTo>
                  <a:cubicBezTo>
                    <a:pt x="3990" y="8200"/>
                    <a:pt x="4229" y="8162"/>
                    <a:pt x="4476" y="8081"/>
                  </a:cubicBezTo>
                  <a:lnTo>
                    <a:pt x="4961" y="7517"/>
                  </a:lnTo>
                  <a:cubicBezTo>
                    <a:pt x="5853" y="7088"/>
                    <a:pt x="10468" y="5114"/>
                    <a:pt x="10175" y="4177"/>
                  </a:cubicBezTo>
                  <a:cubicBezTo>
                    <a:pt x="9780" y="2879"/>
                    <a:pt x="8505" y="1559"/>
                    <a:pt x="7184" y="882"/>
                  </a:cubicBezTo>
                  <a:cubicBezTo>
                    <a:pt x="5973" y="255"/>
                    <a:pt x="5134" y="0"/>
                    <a:pt x="3824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023025" y="3288100"/>
              <a:ext cx="248275" cy="211000"/>
            </a:xfrm>
            <a:custGeom>
              <a:avLst/>
              <a:gdLst/>
              <a:ahLst/>
              <a:cxnLst/>
              <a:rect l="l" t="t" r="r" b="b"/>
              <a:pathLst>
                <a:path w="9931" h="8440" extrusionOk="0">
                  <a:moveTo>
                    <a:pt x="3284" y="1"/>
                  </a:moveTo>
                  <a:cubicBezTo>
                    <a:pt x="3104" y="1"/>
                    <a:pt x="2991" y="23"/>
                    <a:pt x="2855" y="46"/>
                  </a:cubicBezTo>
                  <a:cubicBezTo>
                    <a:pt x="2257" y="147"/>
                    <a:pt x="1716" y="418"/>
                    <a:pt x="1276" y="836"/>
                  </a:cubicBezTo>
                  <a:cubicBezTo>
                    <a:pt x="858" y="1231"/>
                    <a:pt x="520" y="1716"/>
                    <a:pt x="283" y="2258"/>
                  </a:cubicBezTo>
                  <a:cubicBezTo>
                    <a:pt x="79" y="2799"/>
                    <a:pt x="1" y="3386"/>
                    <a:pt x="46" y="3962"/>
                  </a:cubicBezTo>
                  <a:cubicBezTo>
                    <a:pt x="113" y="5101"/>
                    <a:pt x="497" y="6196"/>
                    <a:pt x="1140" y="7144"/>
                  </a:cubicBezTo>
                  <a:cubicBezTo>
                    <a:pt x="1467" y="7618"/>
                    <a:pt x="1908" y="8001"/>
                    <a:pt x="2427" y="8249"/>
                  </a:cubicBezTo>
                  <a:cubicBezTo>
                    <a:pt x="2707" y="8377"/>
                    <a:pt x="3010" y="8439"/>
                    <a:pt x="3315" y="8439"/>
                  </a:cubicBezTo>
                  <a:cubicBezTo>
                    <a:pt x="3575" y="8439"/>
                    <a:pt x="3836" y="8394"/>
                    <a:pt x="4085" y="8306"/>
                  </a:cubicBezTo>
                  <a:lnTo>
                    <a:pt x="4559" y="7719"/>
                  </a:lnTo>
                  <a:lnTo>
                    <a:pt x="4062" y="8250"/>
                  </a:lnTo>
                  <a:lnTo>
                    <a:pt x="4062" y="8250"/>
                  </a:lnTo>
                  <a:cubicBezTo>
                    <a:pt x="3857" y="8315"/>
                    <a:pt x="3648" y="8347"/>
                    <a:pt x="3440" y="8347"/>
                  </a:cubicBezTo>
                  <a:cubicBezTo>
                    <a:pt x="3108" y="8347"/>
                    <a:pt x="2781" y="8266"/>
                    <a:pt x="2483" y="8114"/>
                  </a:cubicBezTo>
                  <a:cubicBezTo>
                    <a:pt x="2009" y="7855"/>
                    <a:pt x="1614" y="7471"/>
                    <a:pt x="1321" y="7008"/>
                  </a:cubicBezTo>
                  <a:cubicBezTo>
                    <a:pt x="734" y="6094"/>
                    <a:pt x="407" y="5033"/>
                    <a:pt x="373" y="3950"/>
                  </a:cubicBezTo>
                  <a:cubicBezTo>
                    <a:pt x="373" y="3420"/>
                    <a:pt x="407" y="2878"/>
                    <a:pt x="610" y="2393"/>
                  </a:cubicBezTo>
                  <a:cubicBezTo>
                    <a:pt x="836" y="1919"/>
                    <a:pt x="1140" y="1479"/>
                    <a:pt x="1535" y="1129"/>
                  </a:cubicBezTo>
                  <a:cubicBezTo>
                    <a:pt x="1908" y="779"/>
                    <a:pt x="2381" y="542"/>
                    <a:pt x="2889" y="452"/>
                  </a:cubicBezTo>
                  <a:cubicBezTo>
                    <a:pt x="3025" y="441"/>
                    <a:pt x="3183" y="407"/>
                    <a:pt x="3284" y="407"/>
                  </a:cubicBezTo>
                  <a:lnTo>
                    <a:pt x="3690" y="430"/>
                  </a:lnTo>
                  <a:cubicBezTo>
                    <a:pt x="3961" y="430"/>
                    <a:pt x="4221" y="452"/>
                    <a:pt x="4492" y="497"/>
                  </a:cubicBezTo>
                  <a:cubicBezTo>
                    <a:pt x="4751" y="531"/>
                    <a:pt x="5022" y="588"/>
                    <a:pt x="5270" y="667"/>
                  </a:cubicBezTo>
                  <a:cubicBezTo>
                    <a:pt x="5530" y="746"/>
                    <a:pt x="5778" y="836"/>
                    <a:pt x="6026" y="949"/>
                  </a:cubicBezTo>
                  <a:cubicBezTo>
                    <a:pt x="6534" y="1152"/>
                    <a:pt x="7008" y="1411"/>
                    <a:pt x="7448" y="1727"/>
                  </a:cubicBezTo>
                  <a:cubicBezTo>
                    <a:pt x="7674" y="1885"/>
                    <a:pt x="7888" y="2054"/>
                    <a:pt x="8091" y="2235"/>
                  </a:cubicBezTo>
                  <a:cubicBezTo>
                    <a:pt x="8283" y="2416"/>
                    <a:pt x="8475" y="2607"/>
                    <a:pt x="8655" y="2811"/>
                  </a:cubicBezTo>
                  <a:cubicBezTo>
                    <a:pt x="8825" y="3014"/>
                    <a:pt x="8994" y="3228"/>
                    <a:pt x="9141" y="3454"/>
                  </a:cubicBezTo>
                  <a:cubicBezTo>
                    <a:pt x="9220" y="3567"/>
                    <a:pt x="9276" y="3679"/>
                    <a:pt x="9344" y="3792"/>
                  </a:cubicBezTo>
                  <a:lnTo>
                    <a:pt x="9434" y="3962"/>
                  </a:lnTo>
                  <a:lnTo>
                    <a:pt x="9513" y="4153"/>
                  </a:lnTo>
                  <a:cubicBezTo>
                    <a:pt x="9570" y="4266"/>
                    <a:pt x="9603" y="4368"/>
                    <a:pt x="9637" y="4481"/>
                  </a:cubicBezTo>
                  <a:cubicBezTo>
                    <a:pt x="9615" y="4593"/>
                    <a:pt x="9570" y="4684"/>
                    <a:pt x="9491" y="4763"/>
                  </a:cubicBezTo>
                  <a:cubicBezTo>
                    <a:pt x="9321" y="4966"/>
                    <a:pt x="9118" y="5146"/>
                    <a:pt x="8904" y="5304"/>
                  </a:cubicBezTo>
                  <a:cubicBezTo>
                    <a:pt x="8464" y="5620"/>
                    <a:pt x="7990" y="5914"/>
                    <a:pt x="7516" y="6184"/>
                  </a:cubicBezTo>
                  <a:cubicBezTo>
                    <a:pt x="6557" y="6726"/>
                    <a:pt x="5552" y="7211"/>
                    <a:pt x="4559" y="7719"/>
                  </a:cubicBezTo>
                  <a:cubicBezTo>
                    <a:pt x="5586" y="7290"/>
                    <a:pt x="6613" y="6850"/>
                    <a:pt x="7606" y="6365"/>
                  </a:cubicBezTo>
                  <a:cubicBezTo>
                    <a:pt x="8114" y="6117"/>
                    <a:pt x="8588" y="5835"/>
                    <a:pt x="9062" y="5519"/>
                  </a:cubicBezTo>
                  <a:cubicBezTo>
                    <a:pt x="9299" y="5361"/>
                    <a:pt x="9524" y="5169"/>
                    <a:pt x="9716" y="4955"/>
                  </a:cubicBezTo>
                  <a:cubicBezTo>
                    <a:pt x="9829" y="4830"/>
                    <a:pt x="9908" y="4672"/>
                    <a:pt x="9931" y="4503"/>
                  </a:cubicBezTo>
                  <a:cubicBezTo>
                    <a:pt x="9931" y="4413"/>
                    <a:pt x="9919" y="4323"/>
                    <a:pt x="9885" y="4244"/>
                  </a:cubicBezTo>
                  <a:lnTo>
                    <a:pt x="9806" y="4040"/>
                  </a:lnTo>
                  <a:cubicBezTo>
                    <a:pt x="9761" y="3905"/>
                    <a:pt x="9705" y="3781"/>
                    <a:pt x="9637" y="3657"/>
                  </a:cubicBezTo>
                  <a:cubicBezTo>
                    <a:pt x="9570" y="3533"/>
                    <a:pt x="9502" y="3386"/>
                    <a:pt x="9423" y="3273"/>
                  </a:cubicBezTo>
                  <a:cubicBezTo>
                    <a:pt x="9276" y="3025"/>
                    <a:pt x="9107" y="2799"/>
                    <a:pt x="8926" y="2585"/>
                  </a:cubicBezTo>
                  <a:cubicBezTo>
                    <a:pt x="8554" y="2145"/>
                    <a:pt x="8136" y="1750"/>
                    <a:pt x="7674" y="1423"/>
                  </a:cubicBezTo>
                  <a:cubicBezTo>
                    <a:pt x="7211" y="1095"/>
                    <a:pt x="6715" y="813"/>
                    <a:pt x="6196" y="599"/>
                  </a:cubicBezTo>
                  <a:cubicBezTo>
                    <a:pt x="5936" y="463"/>
                    <a:pt x="5665" y="362"/>
                    <a:pt x="5394" y="283"/>
                  </a:cubicBezTo>
                  <a:cubicBezTo>
                    <a:pt x="5112" y="181"/>
                    <a:pt x="4841" y="125"/>
                    <a:pt x="4548" y="80"/>
                  </a:cubicBezTo>
                  <a:cubicBezTo>
                    <a:pt x="4322" y="33"/>
                    <a:pt x="4089" y="9"/>
                    <a:pt x="3847" y="9"/>
                  </a:cubicBezTo>
                  <a:cubicBezTo>
                    <a:pt x="3799" y="9"/>
                    <a:pt x="3751" y="10"/>
                    <a:pt x="3702" y="12"/>
                  </a:cubicBezTo>
                  <a:lnTo>
                    <a:pt x="3284" y="1"/>
                  </a:ln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011450" y="3342000"/>
              <a:ext cx="261550" cy="202025"/>
            </a:xfrm>
            <a:custGeom>
              <a:avLst/>
              <a:gdLst/>
              <a:ahLst/>
              <a:cxnLst/>
              <a:rect l="l" t="t" r="r" b="b"/>
              <a:pathLst>
                <a:path w="10462" h="8081" extrusionOk="0">
                  <a:moveTo>
                    <a:pt x="4819" y="0"/>
                  </a:moveTo>
                  <a:cubicBezTo>
                    <a:pt x="2404" y="11"/>
                    <a:pt x="91" y="903"/>
                    <a:pt x="23" y="3735"/>
                  </a:cubicBezTo>
                  <a:cubicBezTo>
                    <a:pt x="1" y="4807"/>
                    <a:pt x="644" y="5992"/>
                    <a:pt x="1287" y="6804"/>
                  </a:cubicBezTo>
                  <a:cubicBezTo>
                    <a:pt x="1693" y="7290"/>
                    <a:pt x="2201" y="7741"/>
                    <a:pt x="2822" y="7955"/>
                  </a:cubicBezTo>
                  <a:cubicBezTo>
                    <a:pt x="3099" y="8039"/>
                    <a:pt x="3391" y="8081"/>
                    <a:pt x="3683" y="8081"/>
                  </a:cubicBezTo>
                  <a:cubicBezTo>
                    <a:pt x="3986" y="8081"/>
                    <a:pt x="4290" y="8036"/>
                    <a:pt x="4582" y="7944"/>
                  </a:cubicBezTo>
                  <a:cubicBezTo>
                    <a:pt x="5180" y="7775"/>
                    <a:pt x="5745" y="7515"/>
                    <a:pt x="6252" y="7165"/>
                  </a:cubicBezTo>
                  <a:cubicBezTo>
                    <a:pt x="7426" y="6364"/>
                    <a:pt x="8588" y="5405"/>
                    <a:pt x="9389" y="4220"/>
                  </a:cubicBezTo>
                  <a:cubicBezTo>
                    <a:pt x="10269" y="2979"/>
                    <a:pt x="10461" y="2110"/>
                    <a:pt x="9073" y="1298"/>
                  </a:cubicBezTo>
                  <a:cubicBezTo>
                    <a:pt x="7810" y="474"/>
                    <a:pt x="6331" y="23"/>
                    <a:pt x="4819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009475" y="3336850"/>
              <a:ext cx="257600" cy="207075"/>
            </a:xfrm>
            <a:custGeom>
              <a:avLst/>
              <a:gdLst/>
              <a:ahLst/>
              <a:cxnLst/>
              <a:rect l="l" t="t" r="r" b="b"/>
              <a:pathLst>
                <a:path w="10304" h="8283" extrusionOk="0">
                  <a:moveTo>
                    <a:pt x="4830" y="1"/>
                  </a:moveTo>
                  <a:cubicBezTo>
                    <a:pt x="3993" y="1"/>
                    <a:pt x="3168" y="138"/>
                    <a:pt x="2382" y="432"/>
                  </a:cubicBezTo>
                  <a:cubicBezTo>
                    <a:pt x="1953" y="590"/>
                    <a:pt x="1569" y="815"/>
                    <a:pt x="1220" y="1097"/>
                  </a:cubicBezTo>
                  <a:cubicBezTo>
                    <a:pt x="881" y="1380"/>
                    <a:pt x="610" y="1729"/>
                    <a:pt x="396" y="2124"/>
                  </a:cubicBezTo>
                  <a:cubicBezTo>
                    <a:pt x="215" y="2497"/>
                    <a:pt x="102" y="2903"/>
                    <a:pt x="46" y="3320"/>
                  </a:cubicBezTo>
                  <a:cubicBezTo>
                    <a:pt x="12" y="3524"/>
                    <a:pt x="12" y="3727"/>
                    <a:pt x="1" y="3919"/>
                  </a:cubicBezTo>
                  <a:cubicBezTo>
                    <a:pt x="1" y="4122"/>
                    <a:pt x="23" y="4313"/>
                    <a:pt x="57" y="4505"/>
                  </a:cubicBezTo>
                  <a:cubicBezTo>
                    <a:pt x="215" y="5216"/>
                    <a:pt x="509" y="5882"/>
                    <a:pt x="937" y="6469"/>
                  </a:cubicBezTo>
                  <a:cubicBezTo>
                    <a:pt x="1276" y="6977"/>
                    <a:pt x="1693" y="7417"/>
                    <a:pt x="2167" y="7778"/>
                  </a:cubicBezTo>
                  <a:cubicBezTo>
                    <a:pt x="2551" y="8060"/>
                    <a:pt x="2991" y="8229"/>
                    <a:pt x="3454" y="8274"/>
                  </a:cubicBezTo>
                  <a:cubicBezTo>
                    <a:pt x="3538" y="8280"/>
                    <a:pt x="3626" y="8283"/>
                    <a:pt x="3713" y="8283"/>
                  </a:cubicBezTo>
                  <a:cubicBezTo>
                    <a:pt x="3801" y="8283"/>
                    <a:pt x="3888" y="8280"/>
                    <a:pt x="3973" y="8274"/>
                  </a:cubicBezTo>
                  <a:cubicBezTo>
                    <a:pt x="4097" y="8263"/>
                    <a:pt x="4221" y="8252"/>
                    <a:pt x="4345" y="8218"/>
                  </a:cubicBezTo>
                  <a:lnTo>
                    <a:pt x="4661" y="8150"/>
                  </a:lnTo>
                  <a:lnTo>
                    <a:pt x="4661" y="8150"/>
                  </a:lnTo>
                  <a:lnTo>
                    <a:pt x="4357" y="8207"/>
                  </a:lnTo>
                  <a:cubicBezTo>
                    <a:pt x="4232" y="8229"/>
                    <a:pt x="4108" y="8252"/>
                    <a:pt x="3973" y="8252"/>
                  </a:cubicBezTo>
                  <a:cubicBezTo>
                    <a:pt x="3894" y="8263"/>
                    <a:pt x="3809" y="8269"/>
                    <a:pt x="3723" y="8269"/>
                  </a:cubicBezTo>
                  <a:cubicBezTo>
                    <a:pt x="3637" y="8269"/>
                    <a:pt x="3550" y="8263"/>
                    <a:pt x="3465" y="8252"/>
                  </a:cubicBezTo>
                  <a:cubicBezTo>
                    <a:pt x="3002" y="8207"/>
                    <a:pt x="2562" y="8026"/>
                    <a:pt x="2201" y="7744"/>
                  </a:cubicBezTo>
                  <a:cubicBezTo>
                    <a:pt x="1727" y="7383"/>
                    <a:pt x="1321" y="6931"/>
                    <a:pt x="1016" y="6424"/>
                  </a:cubicBezTo>
                  <a:cubicBezTo>
                    <a:pt x="633" y="5837"/>
                    <a:pt x="373" y="5182"/>
                    <a:pt x="249" y="4483"/>
                  </a:cubicBezTo>
                  <a:cubicBezTo>
                    <a:pt x="215" y="4302"/>
                    <a:pt x="204" y="4110"/>
                    <a:pt x="215" y="3919"/>
                  </a:cubicBezTo>
                  <a:cubicBezTo>
                    <a:pt x="238" y="3738"/>
                    <a:pt x="238" y="3546"/>
                    <a:pt x="283" y="3354"/>
                  </a:cubicBezTo>
                  <a:cubicBezTo>
                    <a:pt x="351" y="2971"/>
                    <a:pt x="475" y="2598"/>
                    <a:pt x="655" y="2260"/>
                  </a:cubicBezTo>
                  <a:cubicBezTo>
                    <a:pt x="1084" y="1560"/>
                    <a:pt x="1739" y="1030"/>
                    <a:pt x="2506" y="782"/>
                  </a:cubicBezTo>
                  <a:cubicBezTo>
                    <a:pt x="3210" y="537"/>
                    <a:pt x="3939" y="411"/>
                    <a:pt x="4671" y="411"/>
                  </a:cubicBezTo>
                  <a:cubicBezTo>
                    <a:pt x="4784" y="411"/>
                    <a:pt x="4898" y="414"/>
                    <a:pt x="5011" y="420"/>
                  </a:cubicBezTo>
                  <a:cubicBezTo>
                    <a:pt x="5869" y="466"/>
                    <a:pt x="6738" y="578"/>
                    <a:pt x="7505" y="894"/>
                  </a:cubicBezTo>
                  <a:cubicBezTo>
                    <a:pt x="7708" y="973"/>
                    <a:pt x="7911" y="1018"/>
                    <a:pt x="8092" y="1120"/>
                  </a:cubicBezTo>
                  <a:cubicBezTo>
                    <a:pt x="8283" y="1233"/>
                    <a:pt x="8475" y="1323"/>
                    <a:pt x="8656" y="1425"/>
                  </a:cubicBezTo>
                  <a:cubicBezTo>
                    <a:pt x="9028" y="1594"/>
                    <a:pt x="9367" y="1808"/>
                    <a:pt x="9671" y="2079"/>
                  </a:cubicBezTo>
                  <a:cubicBezTo>
                    <a:pt x="9954" y="2327"/>
                    <a:pt x="10078" y="2700"/>
                    <a:pt x="10021" y="3061"/>
                  </a:cubicBezTo>
                  <a:cubicBezTo>
                    <a:pt x="9942" y="3433"/>
                    <a:pt x="9796" y="3772"/>
                    <a:pt x="9581" y="4088"/>
                  </a:cubicBezTo>
                  <a:cubicBezTo>
                    <a:pt x="9209" y="4686"/>
                    <a:pt x="8769" y="5239"/>
                    <a:pt x="8272" y="5747"/>
                  </a:cubicBezTo>
                  <a:cubicBezTo>
                    <a:pt x="8058" y="5972"/>
                    <a:pt x="7832" y="6187"/>
                    <a:pt x="7584" y="6378"/>
                  </a:cubicBezTo>
                  <a:cubicBezTo>
                    <a:pt x="7369" y="6570"/>
                    <a:pt x="7155" y="6751"/>
                    <a:pt x="6918" y="6920"/>
                  </a:cubicBezTo>
                  <a:cubicBezTo>
                    <a:pt x="6704" y="7078"/>
                    <a:pt x="6501" y="7213"/>
                    <a:pt x="6320" y="7360"/>
                  </a:cubicBezTo>
                  <a:cubicBezTo>
                    <a:pt x="6139" y="7473"/>
                    <a:pt x="5959" y="7586"/>
                    <a:pt x="5767" y="7687"/>
                  </a:cubicBezTo>
                  <a:cubicBezTo>
                    <a:pt x="5620" y="7778"/>
                    <a:pt x="5462" y="7845"/>
                    <a:pt x="5304" y="7913"/>
                  </a:cubicBezTo>
                  <a:cubicBezTo>
                    <a:pt x="5192" y="7970"/>
                    <a:pt x="5079" y="8015"/>
                    <a:pt x="4955" y="8049"/>
                  </a:cubicBezTo>
                  <a:lnTo>
                    <a:pt x="4661" y="8150"/>
                  </a:lnTo>
                  <a:lnTo>
                    <a:pt x="4966" y="8060"/>
                  </a:lnTo>
                  <a:cubicBezTo>
                    <a:pt x="5090" y="8015"/>
                    <a:pt x="5203" y="7981"/>
                    <a:pt x="5316" y="7924"/>
                  </a:cubicBezTo>
                  <a:cubicBezTo>
                    <a:pt x="5485" y="7857"/>
                    <a:pt x="5632" y="7789"/>
                    <a:pt x="5790" y="7710"/>
                  </a:cubicBezTo>
                  <a:cubicBezTo>
                    <a:pt x="5959" y="7631"/>
                    <a:pt x="6139" y="7507"/>
                    <a:pt x="6343" y="7383"/>
                  </a:cubicBezTo>
                  <a:lnTo>
                    <a:pt x="6952" y="6954"/>
                  </a:lnTo>
                  <a:cubicBezTo>
                    <a:pt x="7189" y="6796"/>
                    <a:pt x="7415" y="6615"/>
                    <a:pt x="7629" y="6435"/>
                  </a:cubicBezTo>
                  <a:cubicBezTo>
                    <a:pt x="7877" y="6243"/>
                    <a:pt x="8114" y="6029"/>
                    <a:pt x="8340" y="5814"/>
                  </a:cubicBezTo>
                  <a:cubicBezTo>
                    <a:pt x="8870" y="5318"/>
                    <a:pt x="9333" y="4776"/>
                    <a:pt x="9739" y="4189"/>
                  </a:cubicBezTo>
                  <a:cubicBezTo>
                    <a:pt x="9976" y="3862"/>
                    <a:pt x="10157" y="3501"/>
                    <a:pt x="10258" y="3106"/>
                  </a:cubicBezTo>
                  <a:cubicBezTo>
                    <a:pt x="10303" y="2892"/>
                    <a:pt x="10292" y="2666"/>
                    <a:pt x="10236" y="2452"/>
                  </a:cubicBezTo>
                  <a:cubicBezTo>
                    <a:pt x="10157" y="2237"/>
                    <a:pt x="10044" y="2045"/>
                    <a:pt x="9886" y="1876"/>
                  </a:cubicBezTo>
                  <a:cubicBezTo>
                    <a:pt x="9570" y="1571"/>
                    <a:pt x="9220" y="1323"/>
                    <a:pt x="8825" y="1131"/>
                  </a:cubicBezTo>
                  <a:lnTo>
                    <a:pt x="8261" y="815"/>
                  </a:lnTo>
                  <a:cubicBezTo>
                    <a:pt x="8069" y="725"/>
                    <a:pt x="7855" y="646"/>
                    <a:pt x="7652" y="556"/>
                  </a:cubicBezTo>
                  <a:cubicBezTo>
                    <a:pt x="6828" y="206"/>
                    <a:pt x="5925" y="71"/>
                    <a:pt x="5022" y="3"/>
                  </a:cubicBezTo>
                  <a:cubicBezTo>
                    <a:pt x="4958" y="1"/>
                    <a:pt x="4894" y="1"/>
                    <a:pt x="483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126550" y="3397575"/>
              <a:ext cx="201725" cy="241975"/>
            </a:xfrm>
            <a:custGeom>
              <a:avLst/>
              <a:gdLst/>
              <a:ahLst/>
              <a:cxnLst/>
              <a:rect l="l" t="t" r="r" b="b"/>
              <a:pathLst>
                <a:path w="8069" h="9679" extrusionOk="0">
                  <a:moveTo>
                    <a:pt x="5632" y="0"/>
                  </a:moveTo>
                  <a:cubicBezTo>
                    <a:pt x="4041" y="1038"/>
                    <a:pt x="2427" y="2268"/>
                    <a:pt x="1231" y="3667"/>
                  </a:cubicBezTo>
                  <a:cubicBezTo>
                    <a:pt x="599" y="4390"/>
                    <a:pt x="136" y="4965"/>
                    <a:pt x="35" y="5947"/>
                  </a:cubicBezTo>
                  <a:cubicBezTo>
                    <a:pt x="1" y="6195"/>
                    <a:pt x="272" y="6996"/>
                    <a:pt x="351" y="7256"/>
                  </a:cubicBezTo>
                  <a:cubicBezTo>
                    <a:pt x="621" y="8091"/>
                    <a:pt x="1377" y="8892"/>
                    <a:pt x="2066" y="9242"/>
                  </a:cubicBezTo>
                  <a:cubicBezTo>
                    <a:pt x="2669" y="9533"/>
                    <a:pt x="3356" y="9678"/>
                    <a:pt x="4041" y="9678"/>
                  </a:cubicBezTo>
                  <a:cubicBezTo>
                    <a:pt x="5881" y="9678"/>
                    <a:pt x="7714" y="8630"/>
                    <a:pt x="7911" y="6534"/>
                  </a:cubicBezTo>
                  <a:cubicBezTo>
                    <a:pt x="8069" y="4593"/>
                    <a:pt x="7742" y="2663"/>
                    <a:pt x="5632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127125" y="3391925"/>
              <a:ext cx="203125" cy="249500"/>
            </a:xfrm>
            <a:custGeom>
              <a:avLst/>
              <a:gdLst/>
              <a:ahLst/>
              <a:cxnLst/>
              <a:rect l="l" t="t" r="r" b="b"/>
              <a:pathLst>
                <a:path w="8125" h="9980" extrusionOk="0">
                  <a:moveTo>
                    <a:pt x="5642" y="0"/>
                  </a:moveTo>
                  <a:lnTo>
                    <a:pt x="5518" y="79"/>
                  </a:lnTo>
                  <a:cubicBezTo>
                    <a:pt x="4841" y="542"/>
                    <a:pt x="4187" y="1027"/>
                    <a:pt x="3555" y="1546"/>
                  </a:cubicBezTo>
                  <a:cubicBezTo>
                    <a:pt x="3239" y="1795"/>
                    <a:pt x="2923" y="2065"/>
                    <a:pt x="2630" y="2336"/>
                  </a:cubicBezTo>
                  <a:cubicBezTo>
                    <a:pt x="2336" y="2618"/>
                    <a:pt x="2043" y="2900"/>
                    <a:pt x="1761" y="3205"/>
                  </a:cubicBezTo>
                  <a:cubicBezTo>
                    <a:pt x="1614" y="3340"/>
                    <a:pt x="1490" y="3498"/>
                    <a:pt x="1354" y="3656"/>
                  </a:cubicBezTo>
                  <a:cubicBezTo>
                    <a:pt x="1219" y="3803"/>
                    <a:pt x="1095" y="3961"/>
                    <a:pt x="971" y="4119"/>
                  </a:cubicBezTo>
                  <a:cubicBezTo>
                    <a:pt x="700" y="4435"/>
                    <a:pt x="474" y="4774"/>
                    <a:pt x="294" y="5135"/>
                  </a:cubicBezTo>
                  <a:cubicBezTo>
                    <a:pt x="203" y="5315"/>
                    <a:pt x="125" y="5507"/>
                    <a:pt x="79" y="5710"/>
                  </a:cubicBezTo>
                  <a:cubicBezTo>
                    <a:pt x="57" y="5812"/>
                    <a:pt x="34" y="5902"/>
                    <a:pt x="23" y="6004"/>
                  </a:cubicBezTo>
                  <a:cubicBezTo>
                    <a:pt x="0" y="6105"/>
                    <a:pt x="0" y="6207"/>
                    <a:pt x="12" y="6308"/>
                  </a:cubicBezTo>
                  <a:cubicBezTo>
                    <a:pt x="79" y="6714"/>
                    <a:pt x="192" y="7098"/>
                    <a:pt x="328" y="7482"/>
                  </a:cubicBezTo>
                  <a:cubicBezTo>
                    <a:pt x="192" y="7098"/>
                    <a:pt x="91" y="6714"/>
                    <a:pt x="23" y="6308"/>
                  </a:cubicBezTo>
                  <a:cubicBezTo>
                    <a:pt x="12" y="6218"/>
                    <a:pt x="23" y="6116"/>
                    <a:pt x="46" y="6015"/>
                  </a:cubicBezTo>
                  <a:cubicBezTo>
                    <a:pt x="57" y="5913"/>
                    <a:pt x="79" y="5812"/>
                    <a:pt x="113" y="5721"/>
                  </a:cubicBezTo>
                  <a:cubicBezTo>
                    <a:pt x="158" y="5518"/>
                    <a:pt x="226" y="5338"/>
                    <a:pt x="316" y="5157"/>
                  </a:cubicBezTo>
                  <a:cubicBezTo>
                    <a:pt x="508" y="4796"/>
                    <a:pt x="745" y="4469"/>
                    <a:pt x="1016" y="4164"/>
                  </a:cubicBezTo>
                  <a:cubicBezTo>
                    <a:pt x="1151" y="4017"/>
                    <a:pt x="1287" y="3871"/>
                    <a:pt x="1422" y="3724"/>
                  </a:cubicBezTo>
                  <a:cubicBezTo>
                    <a:pt x="1569" y="3577"/>
                    <a:pt x="1704" y="3419"/>
                    <a:pt x="1851" y="3284"/>
                  </a:cubicBezTo>
                  <a:cubicBezTo>
                    <a:pt x="2133" y="3002"/>
                    <a:pt x="2426" y="2731"/>
                    <a:pt x="2742" y="2472"/>
                  </a:cubicBezTo>
                  <a:cubicBezTo>
                    <a:pt x="3058" y="2212"/>
                    <a:pt x="3363" y="1964"/>
                    <a:pt x="3690" y="1727"/>
                  </a:cubicBezTo>
                  <a:cubicBezTo>
                    <a:pt x="4303" y="1273"/>
                    <a:pt x="4926" y="848"/>
                    <a:pt x="5558" y="444"/>
                  </a:cubicBezTo>
                  <a:lnTo>
                    <a:pt x="5558" y="444"/>
                  </a:lnTo>
                  <a:cubicBezTo>
                    <a:pt x="5742" y="696"/>
                    <a:pt x="5918" y="942"/>
                    <a:pt x="6094" y="1196"/>
                  </a:cubicBezTo>
                  <a:cubicBezTo>
                    <a:pt x="6297" y="1490"/>
                    <a:pt x="6489" y="1795"/>
                    <a:pt x="6658" y="2110"/>
                  </a:cubicBezTo>
                  <a:cubicBezTo>
                    <a:pt x="6827" y="2415"/>
                    <a:pt x="6985" y="2731"/>
                    <a:pt x="7121" y="3058"/>
                  </a:cubicBezTo>
                  <a:cubicBezTo>
                    <a:pt x="7256" y="3386"/>
                    <a:pt x="7369" y="3724"/>
                    <a:pt x="7471" y="4063"/>
                  </a:cubicBezTo>
                  <a:cubicBezTo>
                    <a:pt x="7651" y="4740"/>
                    <a:pt x="7741" y="5439"/>
                    <a:pt x="7730" y="6150"/>
                  </a:cubicBezTo>
                  <a:cubicBezTo>
                    <a:pt x="7730" y="6500"/>
                    <a:pt x="7707" y="6850"/>
                    <a:pt x="7640" y="7188"/>
                  </a:cubicBezTo>
                  <a:cubicBezTo>
                    <a:pt x="7572" y="7527"/>
                    <a:pt x="7448" y="7854"/>
                    <a:pt x="7279" y="8147"/>
                  </a:cubicBezTo>
                  <a:cubicBezTo>
                    <a:pt x="6906" y="8746"/>
                    <a:pt x="6365" y="9219"/>
                    <a:pt x="5721" y="9479"/>
                  </a:cubicBezTo>
                  <a:cubicBezTo>
                    <a:pt x="5127" y="9731"/>
                    <a:pt x="4497" y="9857"/>
                    <a:pt x="3862" y="9857"/>
                  </a:cubicBezTo>
                  <a:cubicBezTo>
                    <a:pt x="3786" y="9857"/>
                    <a:pt x="3710" y="9855"/>
                    <a:pt x="3634" y="9851"/>
                  </a:cubicBezTo>
                  <a:cubicBezTo>
                    <a:pt x="3273" y="9829"/>
                    <a:pt x="2923" y="9761"/>
                    <a:pt x="2584" y="9660"/>
                  </a:cubicBezTo>
                  <a:cubicBezTo>
                    <a:pt x="2235" y="9558"/>
                    <a:pt x="1907" y="9400"/>
                    <a:pt x="1625" y="9174"/>
                  </a:cubicBezTo>
                  <a:cubicBezTo>
                    <a:pt x="1332" y="8960"/>
                    <a:pt x="1072" y="8712"/>
                    <a:pt x="858" y="8430"/>
                  </a:cubicBezTo>
                  <a:cubicBezTo>
                    <a:pt x="632" y="8147"/>
                    <a:pt x="452" y="7820"/>
                    <a:pt x="328" y="7482"/>
                  </a:cubicBezTo>
                  <a:lnTo>
                    <a:pt x="328" y="7482"/>
                  </a:lnTo>
                  <a:cubicBezTo>
                    <a:pt x="440" y="7832"/>
                    <a:pt x="610" y="8159"/>
                    <a:pt x="835" y="8441"/>
                  </a:cubicBezTo>
                  <a:cubicBezTo>
                    <a:pt x="1050" y="8734"/>
                    <a:pt x="1309" y="8994"/>
                    <a:pt x="1603" y="9219"/>
                  </a:cubicBezTo>
                  <a:cubicBezTo>
                    <a:pt x="1885" y="9445"/>
                    <a:pt x="2212" y="9614"/>
                    <a:pt x="2562" y="9716"/>
                  </a:cubicBezTo>
                  <a:cubicBezTo>
                    <a:pt x="2912" y="9840"/>
                    <a:pt x="3262" y="9919"/>
                    <a:pt x="3623" y="9953"/>
                  </a:cubicBezTo>
                  <a:cubicBezTo>
                    <a:pt x="3785" y="9970"/>
                    <a:pt x="3949" y="9979"/>
                    <a:pt x="4112" y="9979"/>
                  </a:cubicBezTo>
                  <a:cubicBezTo>
                    <a:pt x="4684" y="9979"/>
                    <a:pt x="5254" y="9873"/>
                    <a:pt x="5789" y="9671"/>
                  </a:cubicBezTo>
                  <a:cubicBezTo>
                    <a:pt x="6500" y="9411"/>
                    <a:pt x="7109" y="8937"/>
                    <a:pt x="7527" y="8305"/>
                  </a:cubicBezTo>
                  <a:cubicBezTo>
                    <a:pt x="7741" y="7990"/>
                    <a:pt x="7888" y="7640"/>
                    <a:pt x="7978" y="7267"/>
                  </a:cubicBezTo>
                  <a:cubicBezTo>
                    <a:pt x="8057" y="6906"/>
                    <a:pt x="8091" y="6534"/>
                    <a:pt x="8102" y="6161"/>
                  </a:cubicBezTo>
                  <a:cubicBezTo>
                    <a:pt x="8125" y="5417"/>
                    <a:pt x="8046" y="4672"/>
                    <a:pt x="7865" y="3961"/>
                  </a:cubicBezTo>
                  <a:cubicBezTo>
                    <a:pt x="7764" y="3600"/>
                    <a:pt x="7640" y="3250"/>
                    <a:pt x="7493" y="2912"/>
                  </a:cubicBezTo>
                  <a:cubicBezTo>
                    <a:pt x="7346" y="2573"/>
                    <a:pt x="7177" y="2235"/>
                    <a:pt x="6997" y="1919"/>
                  </a:cubicBezTo>
                  <a:cubicBezTo>
                    <a:pt x="6624" y="1287"/>
                    <a:pt x="6207" y="689"/>
                    <a:pt x="5733" y="124"/>
                  </a:cubicBezTo>
                  <a:lnTo>
                    <a:pt x="5642" y="0"/>
                  </a:ln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271850" y="3346225"/>
              <a:ext cx="27100" cy="46575"/>
            </a:xfrm>
            <a:custGeom>
              <a:avLst/>
              <a:gdLst/>
              <a:ahLst/>
              <a:cxnLst/>
              <a:rect l="l" t="t" r="r" b="b"/>
              <a:pathLst>
                <a:path w="1084" h="1863" extrusionOk="0">
                  <a:moveTo>
                    <a:pt x="1083" y="0"/>
                  </a:moveTo>
                  <a:cubicBezTo>
                    <a:pt x="993" y="79"/>
                    <a:pt x="903" y="170"/>
                    <a:pt x="835" y="260"/>
                  </a:cubicBezTo>
                  <a:cubicBezTo>
                    <a:pt x="768" y="339"/>
                    <a:pt x="700" y="429"/>
                    <a:pt x="621" y="531"/>
                  </a:cubicBezTo>
                  <a:cubicBezTo>
                    <a:pt x="531" y="621"/>
                    <a:pt x="463" y="722"/>
                    <a:pt x="384" y="824"/>
                  </a:cubicBezTo>
                  <a:cubicBezTo>
                    <a:pt x="248" y="1038"/>
                    <a:pt x="136" y="1264"/>
                    <a:pt x="68" y="1512"/>
                  </a:cubicBezTo>
                  <a:cubicBezTo>
                    <a:pt x="23" y="1625"/>
                    <a:pt x="11" y="1738"/>
                    <a:pt x="0" y="1862"/>
                  </a:cubicBezTo>
                  <a:cubicBezTo>
                    <a:pt x="102" y="1794"/>
                    <a:pt x="192" y="1715"/>
                    <a:pt x="271" y="1625"/>
                  </a:cubicBezTo>
                  <a:cubicBezTo>
                    <a:pt x="440" y="1456"/>
                    <a:pt x="598" y="1264"/>
                    <a:pt x="734" y="1061"/>
                  </a:cubicBezTo>
                  <a:cubicBezTo>
                    <a:pt x="880" y="835"/>
                    <a:pt x="982" y="598"/>
                    <a:pt x="1050" y="350"/>
                  </a:cubicBezTo>
                  <a:cubicBezTo>
                    <a:pt x="1072" y="237"/>
                    <a:pt x="1083" y="113"/>
                    <a:pt x="108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278900" y="3362875"/>
              <a:ext cx="30475" cy="27375"/>
            </a:xfrm>
            <a:custGeom>
              <a:avLst/>
              <a:gdLst/>
              <a:ahLst/>
              <a:cxnLst/>
              <a:rect l="l" t="t" r="r" b="b"/>
              <a:pathLst>
                <a:path w="1219" h="1095" extrusionOk="0">
                  <a:moveTo>
                    <a:pt x="1219" y="0"/>
                  </a:moveTo>
                  <a:lnTo>
                    <a:pt x="1219" y="0"/>
                  </a:lnTo>
                  <a:cubicBezTo>
                    <a:pt x="1129" y="23"/>
                    <a:pt x="1038" y="56"/>
                    <a:pt x="948" y="102"/>
                  </a:cubicBezTo>
                  <a:cubicBezTo>
                    <a:pt x="880" y="147"/>
                    <a:pt x="801" y="192"/>
                    <a:pt x="722" y="237"/>
                  </a:cubicBezTo>
                  <a:cubicBezTo>
                    <a:pt x="643" y="282"/>
                    <a:pt x="564" y="339"/>
                    <a:pt x="486" y="406"/>
                  </a:cubicBezTo>
                  <a:cubicBezTo>
                    <a:pt x="339" y="519"/>
                    <a:pt x="203" y="666"/>
                    <a:pt x="102" y="835"/>
                  </a:cubicBezTo>
                  <a:cubicBezTo>
                    <a:pt x="57" y="914"/>
                    <a:pt x="23" y="1004"/>
                    <a:pt x="0" y="1095"/>
                  </a:cubicBezTo>
                  <a:cubicBezTo>
                    <a:pt x="91" y="1083"/>
                    <a:pt x="181" y="1049"/>
                    <a:pt x="260" y="1016"/>
                  </a:cubicBezTo>
                  <a:cubicBezTo>
                    <a:pt x="440" y="937"/>
                    <a:pt x="598" y="835"/>
                    <a:pt x="745" y="722"/>
                  </a:cubicBezTo>
                  <a:cubicBezTo>
                    <a:pt x="903" y="598"/>
                    <a:pt x="1027" y="440"/>
                    <a:pt x="1129" y="271"/>
                  </a:cubicBezTo>
                  <a:cubicBezTo>
                    <a:pt x="1163" y="181"/>
                    <a:pt x="1196" y="90"/>
                    <a:pt x="121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279450" y="3379675"/>
              <a:ext cx="38125" cy="15725"/>
            </a:xfrm>
            <a:custGeom>
              <a:avLst/>
              <a:gdLst/>
              <a:ahLst/>
              <a:cxnLst/>
              <a:rect l="l" t="t" r="r" b="b"/>
              <a:pathLst>
                <a:path w="1525" h="629" extrusionOk="0">
                  <a:moveTo>
                    <a:pt x="1437" y="0"/>
                  </a:moveTo>
                  <a:cubicBezTo>
                    <a:pt x="1369" y="0"/>
                    <a:pt x="1303" y="8"/>
                    <a:pt x="1231" y="16"/>
                  </a:cubicBezTo>
                  <a:lnTo>
                    <a:pt x="971" y="62"/>
                  </a:lnTo>
                  <a:cubicBezTo>
                    <a:pt x="881" y="84"/>
                    <a:pt x="791" y="107"/>
                    <a:pt x="700" y="141"/>
                  </a:cubicBezTo>
                  <a:cubicBezTo>
                    <a:pt x="531" y="208"/>
                    <a:pt x="362" y="299"/>
                    <a:pt x="215" y="400"/>
                  </a:cubicBezTo>
                  <a:cubicBezTo>
                    <a:pt x="136" y="456"/>
                    <a:pt x="69" y="524"/>
                    <a:pt x="1" y="592"/>
                  </a:cubicBezTo>
                  <a:cubicBezTo>
                    <a:pt x="84" y="610"/>
                    <a:pt x="159" y="629"/>
                    <a:pt x="233" y="629"/>
                  </a:cubicBezTo>
                  <a:cubicBezTo>
                    <a:pt x="250" y="629"/>
                    <a:pt x="266" y="628"/>
                    <a:pt x="283" y="626"/>
                  </a:cubicBezTo>
                  <a:cubicBezTo>
                    <a:pt x="307" y="627"/>
                    <a:pt x="332" y="628"/>
                    <a:pt x="356" y="628"/>
                  </a:cubicBezTo>
                  <a:cubicBezTo>
                    <a:pt x="523" y="628"/>
                    <a:pt x="690" y="595"/>
                    <a:pt x="847" y="535"/>
                  </a:cubicBezTo>
                  <a:cubicBezTo>
                    <a:pt x="1039" y="468"/>
                    <a:pt x="1208" y="366"/>
                    <a:pt x="1344" y="220"/>
                  </a:cubicBezTo>
                  <a:cubicBezTo>
                    <a:pt x="1411" y="163"/>
                    <a:pt x="1468" y="84"/>
                    <a:pt x="1524" y="5"/>
                  </a:cubicBezTo>
                  <a:cubicBezTo>
                    <a:pt x="1494" y="2"/>
                    <a:pt x="1466" y="0"/>
                    <a:pt x="143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275800" y="3403200"/>
              <a:ext cx="62075" cy="47425"/>
            </a:xfrm>
            <a:custGeom>
              <a:avLst/>
              <a:gdLst/>
              <a:ahLst/>
              <a:cxnLst/>
              <a:rect l="l" t="t" r="r" b="b"/>
              <a:pathLst>
                <a:path w="2483" h="1897" extrusionOk="0">
                  <a:moveTo>
                    <a:pt x="0" y="1"/>
                  </a:moveTo>
                  <a:cubicBezTo>
                    <a:pt x="113" y="136"/>
                    <a:pt x="248" y="260"/>
                    <a:pt x="384" y="362"/>
                  </a:cubicBezTo>
                  <a:cubicBezTo>
                    <a:pt x="531" y="463"/>
                    <a:pt x="666" y="554"/>
                    <a:pt x="824" y="644"/>
                  </a:cubicBezTo>
                  <a:lnTo>
                    <a:pt x="1061" y="791"/>
                  </a:lnTo>
                  <a:cubicBezTo>
                    <a:pt x="1140" y="824"/>
                    <a:pt x="1230" y="870"/>
                    <a:pt x="1309" y="926"/>
                  </a:cubicBezTo>
                  <a:cubicBezTo>
                    <a:pt x="1467" y="1016"/>
                    <a:pt x="1614" y="1118"/>
                    <a:pt x="1760" y="1231"/>
                  </a:cubicBezTo>
                  <a:cubicBezTo>
                    <a:pt x="1828" y="1276"/>
                    <a:pt x="1896" y="1332"/>
                    <a:pt x="1952" y="1389"/>
                  </a:cubicBezTo>
                  <a:cubicBezTo>
                    <a:pt x="2020" y="1445"/>
                    <a:pt x="2076" y="1501"/>
                    <a:pt x="2133" y="1535"/>
                  </a:cubicBezTo>
                  <a:cubicBezTo>
                    <a:pt x="2178" y="1580"/>
                    <a:pt x="2223" y="1626"/>
                    <a:pt x="2268" y="1682"/>
                  </a:cubicBezTo>
                  <a:lnTo>
                    <a:pt x="2381" y="1795"/>
                  </a:lnTo>
                  <a:cubicBezTo>
                    <a:pt x="2438" y="1863"/>
                    <a:pt x="2483" y="1896"/>
                    <a:pt x="2483" y="1896"/>
                  </a:cubicBezTo>
                  <a:cubicBezTo>
                    <a:pt x="2483" y="1896"/>
                    <a:pt x="2471" y="1840"/>
                    <a:pt x="2449" y="1750"/>
                  </a:cubicBezTo>
                  <a:cubicBezTo>
                    <a:pt x="2438" y="1716"/>
                    <a:pt x="2426" y="1659"/>
                    <a:pt x="2404" y="1592"/>
                  </a:cubicBezTo>
                  <a:cubicBezTo>
                    <a:pt x="2392" y="1524"/>
                    <a:pt x="2359" y="1456"/>
                    <a:pt x="2325" y="1400"/>
                  </a:cubicBezTo>
                  <a:cubicBezTo>
                    <a:pt x="2280" y="1332"/>
                    <a:pt x="2234" y="1253"/>
                    <a:pt x="2189" y="1174"/>
                  </a:cubicBezTo>
                  <a:cubicBezTo>
                    <a:pt x="2133" y="1095"/>
                    <a:pt x="2076" y="1016"/>
                    <a:pt x="1997" y="960"/>
                  </a:cubicBezTo>
                  <a:cubicBezTo>
                    <a:pt x="1930" y="892"/>
                    <a:pt x="1862" y="802"/>
                    <a:pt x="1783" y="745"/>
                  </a:cubicBezTo>
                  <a:cubicBezTo>
                    <a:pt x="1693" y="689"/>
                    <a:pt x="1603" y="633"/>
                    <a:pt x="1524" y="576"/>
                  </a:cubicBezTo>
                  <a:cubicBezTo>
                    <a:pt x="1196" y="384"/>
                    <a:pt x="858" y="238"/>
                    <a:pt x="497" y="136"/>
                  </a:cubicBezTo>
                  <a:lnTo>
                    <a:pt x="147" y="35"/>
                  </a:lnTo>
                  <a:cubicBezTo>
                    <a:pt x="57" y="1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301475" y="3425500"/>
              <a:ext cx="22300" cy="40925"/>
            </a:xfrm>
            <a:custGeom>
              <a:avLst/>
              <a:gdLst/>
              <a:ahLst/>
              <a:cxnLst/>
              <a:rect l="l" t="t" r="r" b="b"/>
              <a:pathLst>
                <a:path w="892" h="1637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102"/>
                    <a:pt x="34" y="203"/>
                    <a:pt x="68" y="305"/>
                  </a:cubicBezTo>
                  <a:cubicBezTo>
                    <a:pt x="102" y="395"/>
                    <a:pt x="135" y="485"/>
                    <a:pt x="169" y="587"/>
                  </a:cubicBezTo>
                  <a:cubicBezTo>
                    <a:pt x="203" y="688"/>
                    <a:pt x="260" y="779"/>
                    <a:pt x="305" y="880"/>
                  </a:cubicBezTo>
                  <a:cubicBezTo>
                    <a:pt x="395" y="1072"/>
                    <a:pt x="519" y="1253"/>
                    <a:pt x="655" y="1422"/>
                  </a:cubicBezTo>
                  <a:cubicBezTo>
                    <a:pt x="711" y="1501"/>
                    <a:pt x="790" y="1580"/>
                    <a:pt x="869" y="1636"/>
                  </a:cubicBezTo>
                  <a:cubicBezTo>
                    <a:pt x="891" y="1535"/>
                    <a:pt x="891" y="1433"/>
                    <a:pt x="869" y="1320"/>
                  </a:cubicBezTo>
                  <a:cubicBezTo>
                    <a:pt x="846" y="1106"/>
                    <a:pt x="779" y="892"/>
                    <a:pt x="677" y="700"/>
                  </a:cubicBezTo>
                  <a:cubicBezTo>
                    <a:pt x="621" y="587"/>
                    <a:pt x="553" y="485"/>
                    <a:pt x="474" y="384"/>
                  </a:cubicBezTo>
                  <a:cubicBezTo>
                    <a:pt x="418" y="305"/>
                    <a:pt x="350" y="226"/>
                    <a:pt x="260" y="158"/>
                  </a:cubicBezTo>
                  <a:cubicBezTo>
                    <a:pt x="181" y="90"/>
                    <a:pt x="90" y="45"/>
                    <a:pt x="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237425" y="3402350"/>
              <a:ext cx="30500" cy="78175"/>
            </a:xfrm>
            <a:custGeom>
              <a:avLst/>
              <a:gdLst/>
              <a:ahLst/>
              <a:cxnLst/>
              <a:rect l="l" t="t" r="r" b="b"/>
              <a:pathLst>
                <a:path w="1220" h="3127" extrusionOk="0">
                  <a:moveTo>
                    <a:pt x="1151" y="1"/>
                  </a:moveTo>
                  <a:cubicBezTo>
                    <a:pt x="1151" y="1"/>
                    <a:pt x="1129" y="46"/>
                    <a:pt x="1106" y="148"/>
                  </a:cubicBezTo>
                  <a:cubicBezTo>
                    <a:pt x="1095" y="193"/>
                    <a:pt x="1095" y="260"/>
                    <a:pt x="1061" y="306"/>
                  </a:cubicBezTo>
                  <a:cubicBezTo>
                    <a:pt x="1039" y="362"/>
                    <a:pt x="1005" y="430"/>
                    <a:pt x="982" y="497"/>
                  </a:cubicBezTo>
                  <a:cubicBezTo>
                    <a:pt x="937" y="633"/>
                    <a:pt x="847" y="802"/>
                    <a:pt x="779" y="971"/>
                  </a:cubicBezTo>
                  <a:cubicBezTo>
                    <a:pt x="734" y="1062"/>
                    <a:pt x="689" y="1152"/>
                    <a:pt x="644" y="1242"/>
                  </a:cubicBezTo>
                  <a:cubicBezTo>
                    <a:pt x="610" y="1332"/>
                    <a:pt x="576" y="1434"/>
                    <a:pt x="520" y="1524"/>
                  </a:cubicBezTo>
                  <a:cubicBezTo>
                    <a:pt x="373" y="1874"/>
                    <a:pt x="237" y="2235"/>
                    <a:pt x="113" y="2607"/>
                  </a:cubicBezTo>
                  <a:cubicBezTo>
                    <a:pt x="68" y="2777"/>
                    <a:pt x="23" y="2957"/>
                    <a:pt x="1" y="3127"/>
                  </a:cubicBezTo>
                  <a:cubicBezTo>
                    <a:pt x="113" y="3002"/>
                    <a:pt x="226" y="2856"/>
                    <a:pt x="328" y="2709"/>
                  </a:cubicBezTo>
                  <a:cubicBezTo>
                    <a:pt x="441" y="2562"/>
                    <a:pt x="531" y="2404"/>
                    <a:pt x="621" y="2246"/>
                  </a:cubicBezTo>
                  <a:cubicBezTo>
                    <a:pt x="836" y="1885"/>
                    <a:pt x="1005" y="1502"/>
                    <a:pt x="1118" y="1095"/>
                  </a:cubicBezTo>
                  <a:cubicBezTo>
                    <a:pt x="1174" y="915"/>
                    <a:pt x="1208" y="723"/>
                    <a:pt x="1219" y="531"/>
                  </a:cubicBezTo>
                  <a:lnTo>
                    <a:pt x="1219" y="306"/>
                  </a:lnTo>
                  <a:cubicBezTo>
                    <a:pt x="1208" y="249"/>
                    <a:pt x="1197" y="193"/>
                    <a:pt x="1185" y="136"/>
                  </a:cubicBezTo>
                  <a:cubicBezTo>
                    <a:pt x="1163" y="46"/>
                    <a:pt x="1151" y="1"/>
                    <a:pt x="115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262525" y="3418450"/>
              <a:ext cx="11875" cy="31050"/>
            </a:xfrm>
            <a:custGeom>
              <a:avLst/>
              <a:gdLst/>
              <a:ahLst/>
              <a:cxnLst/>
              <a:rect l="l" t="t" r="r" b="b"/>
              <a:pathLst>
                <a:path w="475" h="1242" extrusionOk="0">
                  <a:moveTo>
                    <a:pt x="317" y="0"/>
                  </a:moveTo>
                  <a:cubicBezTo>
                    <a:pt x="260" y="56"/>
                    <a:pt x="215" y="113"/>
                    <a:pt x="181" y="181"/>
                  </a:cubicBezTo>
                  <a:cubicBezTo>
                    <a:pt x="23" y="440"/>
                    <a:pt x="1" y="767"/>
                    <a:pt x="114" y="1049"/>
                  </a:cubicBezTo>
                  <a:cubicBezTo>
                    <a:pt x="147" y="1117"/>
                    <a:pt x="181" y="1185"/>
                    <a:pt x="226" y="1241"/>
                  </a:cubicBezTo>
                  <a:cubicBezTo>
                    <a:pt x="283" y="1185"/>
                    <a:pt x="317" y="1117"/>
                    <a:pt x="351" y="1049"/>
                  </a:cubicBezTo>
                  <a:cubicBezTo>
                    <a:pt x="418" y="925"/>
                    <a:pt x="452" y="790"/>
                    <a:pt x="452" y="643"/>
                  </a:cubicBezTo>
                  <a:cubicBezTo>
                    <a:pt x="475" y="497"/>
                    <a:pt x="452" y="350"/>
                    <a:pt x="418" y="214"/>
                  </a:cubicBezTo>
                  <a:cubicBezTo>
                    <a:pt x="396" y="135"/>
                    <a:pt x="362" y="68"/>
                    <a:pt x="31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266200" y="3556950"/>
              <a:ext cx="32750" cy="60400"/>
            </a:xfrm>
            <a:custGeom>
              <a:avLst/>
              <a:gdLst/>
              <a:ahLst/>
              <a:cxnLst/>
              <a:rect l="l" t="t" r="r" b="b"/>
              <a:pathLst>
                <a:path w="1310" h="2416" extrusionOk="0">
                  <a:moveTo>
                    <a:pt x="1287" y="1"/>
                  </a:moveTo>
                  <a:cubicBezTo>
                    <a:pt x="1287" y="1"/>
                    <a:pt x="1253" y="46"/>
                    <a:pt x="1208" y="113"/>
                  </a:cubicBezTo>
                  <a:cubicBezTo>
                    <a:pt x="1174" y="181"/>
                    <a:pt x="1129" y="283"/>
                    <a:pt x="1061" y="396"/>
                  </a:cubicBezTo>
                  <a:cubicBezTo>
                    <a:pt x="948" y="621"/>
                    <a:pt x="790" y="915"/>
                    <a:pt x="644" y="1208"/>
                  </a:cubicBezTo>
                  <a:cubicBezTo>
                    <a:pt x="565" y="1366"/>
                    <a:pt x="474" y="1501"/>
                    <a:pt x="418" y="1648"/>
                  </a:cubicBezTo>
                  <a:cubicBezTo>
                    <a:pt x="350" y="1783"/>
                    <a:pt x="260" y="1908"/>
                    <a:pt x="215" y="2020"/>
                  </a:cubicBezTo>
                  <a:cubicBezTo>
                    <a:pt x="158" y="2145"/>
                    <a:pt x="91" y="2224"/>
                    <a:pt x="57" y="2303"/>
                  </a:cubicBezTo>
                  <a:cubicBezTo>
                    <a:pt x="34" y="2336"/>
                    <a:pt x="12" y="2370"/>
                    <a:pt x="0" y="2415"/>
                  </a:cubicBezTo>
                  <a:cubicBezTo>
                    <a:pt x="0" y="2415"/>
                    <a:pt x="34" y="2393"/>
                    <a:pt x="113" y="2359"/>
                  </a:cubicBezTo>
                  <a:cubicBezTo>
                    <a:pt x="215" y="2314"/>
                    <a:pt x="305" y="2257"/>
                    <a:pt x="395" y="2178"/>
                  </a:cubicBezTo>
                  <a:cubicBezTo>
                    <a:pt x="520" y="2088"/>
                    <a:pt x="621" y="1975"/>
                    <a:pt x="723" y="1851"/>
                  </a:cubicBezTo>
                  <a:cubicBezTo>
                    <a:pt x="779" y="1783"/>
                    <a:pt x="824" y="1716"/>
                    <a:pt x="881" y="1637"/>
                  </a:cubicBezTo>
                  <a:lnTo>
                    <a:pt x="1016" y="1400"/>
                  </a:lnTo>
                  <a:cubicBezTo>
                    <a:pt x="1095" y="1242"/>
                    <a:pt x="1163" y="1084"/>
                    <a:pt x="1208" y="915"/>
                  </a:cubicBezTo>
                  <a:cubicBezTo>
                    <a:pt x="1253" y="768"/>
                    <a:pt x="1287" y="610"/>
                    <a:pt x="1298" y="452"/>
                  </a:cubicBezTo>
                  <a:cubicBezTo>
                    <a:pt x="1309" y="350"/>
                    <a:pt x="1309" y="238"/>
                    <a:pt x="1298" y="125"/>
                  </a:cubicBezTo>
                  <a:cubicBezTo>
                    <a:pt x="1287" y="46"/>
                    <a:pt x="1287" y="1"/>
                    <a:pt x="1287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286225" y="3571900"/>
              <a:ext cx="17800" cy="41500"/>
            </a:xfrm>
            <a:custGeom>
              <a:avLst/>
              <a:gdLst/>
              <a:ahLst/>
              <a:cxnLst/>
              <a:rect l="l" t="t" r="r" b="b"/>
              <a:pathLst>
                <a:path w="712" h="1660" extrusionOk="0">
                  <a:moveTo>
                    <a:pt x="678" y="1"/>
                  </a:moveTo>
                  <a:cubicBezTo>
                    <a:pt x="599" y="68"/>
                    <a:pt x="531" y="147"/>
                    <a:pt x="475" y="238"/>
                  </a:cubicBezTo>
                  <a:cubicBezTo>
                    <a:pt x="418" y="317"/>
                    <a:pt x="373" y="396"/>
                    <a:pt x="328" y="486"/>
                  </a:cubicBezTo>
                  <a:cubicBezTo>
                    <a:pt x="305" y="531"/>
                    <a:pt x="283" y="587"/>
                    <a:pt x="260" y="633"/>
                  </a:cubicBezTo>
                  <a:cubicBezTo>
                    <a:pt x="249" y="689"/>
                    <a:pt x="226" y="745"/>
                    <a:pt x="193" y="791"/>
                  </a:cubicBezTo>
                  <a:cubicBezTo>
                    <a:pt x="114" y="971"/>
                    <a:pt x="46" y="1163"/>
                    <a:pt x="23" y="1355"/>
                  </a:cubicBezTo>
                  <a:cubicBezTo>
                    <a:pt x="1" y="1456"/>
                    <a:pt x="1" y="1558"/>
                    <a:pt x="1" y="1659"/>
                  </a:cubicBezTo>
                  <a:cubicBezTo>
                    <a:pt x="91" y="1603"/>
                    <a:pt x="170" y="1535"/>
                    <a:pt x="238" y="1456"/>
                  </a:cubicBezTo>
                  <a:cubicBezTo>
                    <a:pt x="373" y="1298"/>
                    <a:pt x="497" y="1106"/>
                    <a:pt x="599" y="915"/>
                  </a:cubicBezTo>
                  <a:cubicBezTo>
                    <a:pt x="633" y="813"/>
                    <a:pt x="655" y="700"/>
                    <a:pt x="678" y="599"/>
                  </a:cubicBezTo>
                  <a:cubicBezTo>
                    <a:pt x="689" y="497"/>
                    <a:pt x="700" y="396"/>
                    <a:pt x="700" y="305"/>
                  </a:cubicBezTo>
                  <a:cubicBezTo>
                    <a:pt x="712" y="204"/>
                    <a:pt x="700" y="102"/>
                    <a:pt x="67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024725" y="3378100"/>
              <a:ext cx="50225" cy="46275"/>
            </a:xfrm>
            <a:custGeom>
              <a:avLst/>
              <a:gdLst/>
              <a:ahLst/>
              <a:cxnLst/>
              <a:rect l="l" t="t" r="r" b="b"/>
              <a:pathLst>
                <a:path w="2009" h="1851" extrusionOk="0">
                  <a:moveTo>
                    <a:pt x="2009" y="0"/>
                  </a:moveTo>
                  <a:lnTo>
                    <a:pt x="2009" y="0"/>
                  </a:lnTo>
                  <a:cubicBezTo>
                    <a:pt x="1873" y="34"/>
                    <a:pt x="1727" y="79"/>
                    <a:pt x="1591" y="136"/>
                  </a:cubicBezTo>
                  <a:cubicBezTo>
                    <a:pt x="1445" y="192"/>
                    <a:pt x="1309" y="260"/>
                    <a:pt x="1185" y="350"/>
                  </a:cubicBezTo>
                  <a:cubicBezTo>
                    <a:pt x="1050" y="440"/>
                    <a:pt x="903" y="542"/>
                    <a:pt x="768" y="655"/>
                  </a:cubicBezTo>
                  <a:cubicBezTo>
                    <a:pt x="632" y="779"/>
                    <a:pt x="508" y="914"/>
                    <a:pt x="406" y="1050"/>
                  </a:cubicBezTo>
                  <a:cubicBezTo>
                    <a:pt x="350" y="1106"/>
                    <a:pt x="305" y="1174"/>
                    <a:pt x="260" y="1242"/>
                  </a:cubicBezTo>
                  <a:cubicBezTo>
                    <a:pt x="226" y="1309"/>
                    <a:pt x="192" y="1377"/>
                    <a:pt x="169" y="1433"/>
                  </a:cubicBezTo>
                  <a:cubicBezTo>
                    <a:pt x="102" y="1569"/>
                    <a:pt x="45" y="1704"/>
                    <a:pt x="0" y="1851"/>
                  </a:cubicBezTo>
                  <a:cubicBezTo>
                    <a:pt x="124" y="1761"/>
                    <a:pt x="248" y="1670"/>
                    <a:pt x="350" y="1558"/>
                  </a:cubicBezTo>
                  <a:cubicBezTo>
                    <a:pt x="406" y="1512"/>
                    <a:pt x="463" y="1467"/>
                    <a:pt x="508" y="1422"/>
                  </a:cubicBezTo>
                  <a:cubicBezTo>
                    <a:pt x="564" y="1366"/>
                    <a:pt x="621" y="1321"/>
                    <a:pt x="677" y="1276"/>
                  </a:cubicBezTo>
                  <a:cubicBezTo>
                    <a:pt x="801" y="1174"/>
                    <a:pt x="903" y="1061"/>
                    <a:pt x="1038" y="960"/>
                  </a:cubicBezTo>
                  <a:cubicBezTo>
                    <a:pt x="1162" y="847"/>
                    <a:pt x="1287" y="745"/>
                    <a:pt x="1399" y="632"/>
                  </a:cubicBezTo>
                  <a:cubicBezTo>
                    <a:pt x="1467" y="587"/>
                    <a:pt x="1512" y="519"/>
                    <a:pt x="1569" y="474"/>
                  </a:cubicBezTo>
                  <a:cubicBezTo>
                    <a:pt x="1625" y="429"/>
                    <a:pt x="1670" y="384"/>
                    <a:pt x="1715" y="328"/>
                  </a:cubicBezTo>
                  <a:cubicBezTo>
                    <a:pt x="1828" y="226"/>
                    <a:pt x="1930" y="125"/>
                    <a:pt x="200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200175" y="3376675"/>
              <a:ext cx="51375" cy="16400"/>
            </a:xfrm>
            <a:custGeom>
              <a:avLst/>
              <a:gdLst/>
              <a:ahLst/>
              <a:cxnLst/>
              <a:rect l="l" t="t" r="r" b="b"/>
              <a:pathLst>
                <a:path w="2055" h="656" extrusionOk="0">
                  <a:moveTo>
                    <a:pt x="729" y="1"/>
                  </a:moveTo>
                  <a:cubicBezTo>
                    <a:pt x="602" y="1"/>
                    <a:pt x="475" y="12"/>
                    <a:pt x="351" y="35"/>
                  </a:cubicBezTo>
                  <a:cubicBezTo>
                    <a:pt x="227" y="57"/>
                    <a:pt x="114" y="91"/>
                    <a:pt x="1" y="136"/>
                  </a:cubicBezTo>
                  <a:cubicBezTo>
                    <a:pt x="103" y="193"/>
                    <a:pt x="215" y="238"/>
                    <a:pt x="328" y="272"/>
                  </a:cubicBezTo>
                  <a:cubicBezTo>
                    <a:pt x="430" y="306"/>
                    <a:pt x="531" y="328"/>
                    <a:pt x="655" y="362"/>
                  </a:cubicBezTo>
                  <a:cubicBezTo>
                    <a:pt x="780" y="396"/>
                    <a:pt x="904" y="419"/>
                    <a:pt x="1028" y="441"/>
                  </a:cubicBezTo>
                  <a:cubicBezTo>
                    <a:pt x="1152" y="464"/>
                    <a:pt x="1265" y="497"/>
                    <a:pt x="1389" y="520"/>
                  </a:cubicBezTo>
                  <a:cubicBezTo>
                    <a:pt x="1513" y="531"/>
                    <a:pt x="1615" y="565"/>
                    <a:pt x="1705" y="588"/>
                  </a:cubicBezTo>
                  <a:cubicBezTo>
                    <a:pt x="1806" y="599"/>
                    <a:pt x="1885" y="622"/>
                    <a:pt x="1953" y="644"/>
                  </a:cubicBezTo>
                  <a:cubicBezTo>
                    <a:pt x="2010" y="655"/>
                    <a:pt x="2055" y="655"/>
                    <a:pt x="2055" y="655"/>
                  </a:cubicBezTo>
                  <a:cubicBezTo>
                    <a:pt x="2032" y="633"/>
                    <a:pt x="2021" y="599"/>
                    <a:pt x="1998" y="576"/>
                  </a:cubicBezTo>
                  <a:cubicBezTo>
                    <a:pt x="1953" y="497"/>
                    <a:pt x="1885" y="430"/>
                    <a:pt x="1829" y="373"/>
                  </a:cubicBezTo>
                  <a:cubicBezTo>
                    <a:pt x="1727" y="294"/>
                    <a:pt x="1626" y="227"/>
                    <a:pt x="1513" y="170"/>
                  </a:cubicBezTo>
                  <a:cubicBezTo>
                    <a:pt x="1378" y="114"/>
                    <a:pt x="1242" y="69"/>
                    <a:pt x="1107" y="35"/>
                  </a:cubicBezTo>
                  <a:cubicBezTo>
                    <a:pt x="983" y="12"/>
                    <a:pt x="856" y="1"/>
                    <a:pt x="729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208925" y="3395800"/>
              <a:ext cx="43475" cy="15050"/>
            </a:xfrm>
            <a:custGeom>
              <a:avLst/>
              <a:gdLst/>
              <a:ahLst/>
              <a:cxnLst/>
              <a:rect l="l" t="t" r="r" b="b"/>
              <a:pathLst>
                <a:path w="1739" h="602" extrusionOk="0">
                  <a:moveTo>
                    <a:pt x="1339" y="1"/>
                  </a:moveTo>
                  <a:cubicBezTo>
                    <a:pt x="1152" y="1"/>
                    <a:pt x="973" y="27"/>
                    <a:pt x="802" y="94"/>
                  </a:cubicBezTo>
                  <a:cubicBezTo>
                    <a:pt x="599" y="161"/>
                    <a:pt x="407" y="252"/>
                    <a:pt x="238" y="376"/>
                  </a:cubicBezTo>
                  <a:cubicBezTo>
                    <a:pt x="147" y="432"/>
                    <a:pt x="69" y="500"/>
                    <a:pt x="1" y="579"/>
                  </a:cubicBezTo>
                  <a:cubicBezTo>
                    <a:pt x="102" y="601"/>
                    <a:pt x="204" y="601"/>
                    <a:pt x="305" y="601"/>
                  </a:cubicBezTo>
                  <a:cubicBezTo>
                    <a:pt x="520" y="590"/>
                    <a:pt x="723" y="556"/>
                    <a:pt x="926" y="477"/>
                  </a:cubicBezTo>
                  <a:cubicBezTo>
                    <a:pt x="1028" y="443"/>
                    <a:pt x="1118" y="410"/>
                    <a:pt x="1219" y="364"/>
                  </a:cubicBezTo>
                  <a:cubicBezTo>
                    <a:pt x="1310" y="319"/>
                    <a:pt x="1389" y="274"/>
                    <a:pt x="1479" y="229"/>
                  </a:cubicBezTo>
                  <a:cubicBezTo>
                    <a:pt x="1569" y="184"/>
                    <a:pt x="1660" y="127"/>
                    <a:pt x="1739" y="60"/>
                  </a:cubicBezTo>
                  <a:cubicBezTo>
                    <a:pt x="1637" y="26"/>
                    <a:pt x="1547" y="15"/>
                    <a:pt x="1445" y="3"/>
                  </a:cubicBezTo>
                  <a:cubicBezTo>
                    <a:pt x="1409" y="2"/>
                    <a:pt x="1374" y="1"/>
                    <a:pt x="1339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194275" y="3334650"/>
              <a:ext cx="68000" cy="47975"/>
            </a:xfrm>
            <a:custGeom>
              <a:avLst/>
              <a:gdLst/>
              <a:ahLst/>
              <a:cxnLst/>
              <a:rect l="l" t="t" r="r" b="b"/>
              <a:pathLst>
                <a:path w="2720" h="1919" extrusionOk="0">
                  <a:moveTo>
                    <a:pt x="0" y="1"/>
                  </a:moveTo>
                  <a:cubicBezTo>
                    <a:pt x="0" y="1"/>
                    <a:pt x="56" y="23"/>
                    <a:pt x="135" y="80"/>
                  </a:cubicBezTo>
                  <a:lnTo>
                    <a:pt x="282" y="159"/>
                  </a:lnTo>
                  <a:cubicBezTo>
                    <a:pt x="350" y="192"/>
                    <a:pt x="406" y="226"/>
                    <a:pt x="463" y="283"/>
                  </a:cubicBezTo>
                  <a:cubicBezTo>
                    <a:pt x="519" y="328"/>
                    <a:pt x="587" y="362"/>
                    <a:pt x="666" y="418"/>
                  </a:cubicBezTo>
                  <a:cubicBezTo>
                    <a:pt x="733" y="475"/>
                    <a:pt x="801" y="531"/>
                    <a:pt x="880" y="576"/>
                  </a:cubicBezTo>
                  <a:cubicBezTo>
                    <a:pt x="970" y="633"/>
                    <a:pt x="1038" y="700"/>
                    <a:pt x="1117" y="757"/>
                  </a:cubicBezTo>
                  <a:cubicBezTo>
                    <a:pt x="1196" y="824"/>
                    <a:pt x="1286" y="870"/>
                    <a:pt x="1365" y="937"/>
                  </a:cubicBezTo>
                  <a:cubicBezTo>
                    <a:pt x="1693" y="1197"/>
                    <a:pt x="2020" y="1434"/>
                    <a:pt x="2279" y="1614"/>
                  </a:cubicBezTo>
                  <a:lnTo>
                    <a:pt x="2595" y="1840"/>
                  </a:lnTo>
                  <a:cubicBezTo>
                    <a:pt x="2674" y="1885"/>
                    <a:pt x="2720" y="1919"/>
                    <a:pt x="2720" y="1919"/>
                  </a:cubicBezTo>
                  <a:cubicBezTo>
                    <a:pt x="2652" y="1750"/>
                    <a:pt x="2550" y="1592"/>
                    <a:pt x="2437" y="1445"/>
                  </a:cubicBezTo>
                  <a:cubicBezTo>
                    <a:pt x="2336" y="1298"/>
                    <a:pt x="2212" y="1152"/>
                    <a:pt x="2088" y="1028"/>
                  </a:cubicBezTo>
                  <a:cubicBezTo>
                    <a:pt x="2009" y="949"/>
                    <a:pt x="1941" y="881"/>
                    <a:pt x="1862" y="813"/>
                  </a:cubicBezTo>
                  <a:lnTo>
                    <a:pt x="1614" y="610"/>
                  </a:lnTo>
                  <a:cubicBezTo>
                    <a:pt x="1523" y="542"/>
                    <a:pt x="1433" y="486"/>
                    <a:pt x="1343" y="429"/>
                  </a:cubicBezTo>
                  <a:cubicBezTo>
                    <a:pt x="1253" y="362"/>
                    <a:pt x="1162" y="317"/>
                    <a:pt x="1072" y="271"/>
                  </a:cubicBezTo>
                  <a:cubicBezTo>
                    <a:pt x="982" y="215"/>
                    <a:pt x="880" y="181"/>
                    <a:pt x="801" y="147"/>
                  </a:cubicBezTo>
                  <a:cubicBezTo>
                    <a:pt x="722" y="113"/>
                    <a:pt x="632" y="80"/>
                    <a:pt x="542" y="57"/>
                  </a:cubicBezTo>
                  <a:cubicBezTo>
                    <a:pt x="418" y="12"/>
                    <a:pt x="282" y="1"/>
                    <a:pt x="147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228675" y="3320275"/>
              <a:ext cx="36425" cy="69975"/>
            </a:xfrm>
            <a:custGeom>
              <a:avLst/>
              <a:gdLst/>
              <a:ahLst/>
              <a:cxnLst/>
              <a:rect l="l" t="t" r="r" b="b"/>
              <a:pathLst>
                <a:path w="1457" h="2799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35" y="45"/>
                    <a:pt x="80" y="124"/>
                  </a:cubicBezTo>
                  <a:cubicBezTo>
                    <a:pt x="114" y="203"/>
                    <a:pt x="181" y="327"/>
                    <a:pt x="249" y="452"/>
                  </a:cubicBezTo>
                  <a:cubicBezTo>
                    <a:pt x="317" y="576"/>
                    <a:pt x="384" y="734"/>
                    <a:pt x="475" y="892"/>
                  </a:cubicBezTo>
                  <a:cubicBezTo>
                    <a:pt x="520" y="971"/>
                    <a:pt x="554" y="1061"/>
                    <a:pt x="599" y="1140"/>
                  </a:cubicBezTo>
                  <a:cubicBezTo>
                    <a:pt x="644" y="1230"/>
                    <a:pt x="689" y="1309"/>
                    <a:pt x="723" y="1399"/>
                  </a:cubicBezTo>
                  <a:lnTo>
                    <a:pt x="1208" y="2359"/>
                  </a:lnTo>
                  <a:lnTo>
                    <a:pt x="1377" y="2675"/>
                  </a:lnTo>
                  <a:cubicBezTo>
                    <a:pt x="1423" y="2753"/>
                    <a:pt x="1456" y="2799"/>
                    <a:pt x="1456" y="2799"/>
                  </a:cubicBezTo>
                  <a:lnTo>
                    <a:pt x="1456" y="2663"/>
                  </a:lnTo>
                  <a:cubicBezTo>
                    <a:pt x="1456" y="2539"/>
                    <a:pt x="1456" y="2404"/>
                    <a:pt x="1434" y="2280"/>
                  </a:cubicBezTo>
                  <a:cubicBezTo>
                    <a:pt x="1411" y="2110"/>
                    <a:pt x="1366" y="1941"/>
                    <a:pt x="1321" y="1772"/>
                  </a:cubicBezTo>
                  <a:cubicBezTo>
                    <a:pt x="1287" y="1681"/>
                    <a:pt x="1253" y="1580"/>
                    <a:pt x="1219" y="1490"/>
                  </a:cubicBezTo>
                  <a:cubicBezTo>
                    <a:pt x="1174" y="1399"/>
                    <a:pt x="1129" y="1298"/>
                    <a:pt x="1095" y="1208"/>
                  </a:cubicBezTo>
                  <a:cubicBezTo>
                    <a:pt x="994" y="1027"/>
                    <a:pt x="892" y="858"/>
                    <a:pt x="779" y="700"/>
                  </a:cubicBezTo>
                  <a:cubicBezTo>
                    <a:pt x="678" y="553"/>
                    <a:pt x="554" y="418"/>
                    <a:pt x="429" y="294"/>
                  </a:cubicBezTo>
                  <a:cubicBezTo>
                    <a:pt x="339" y="203"/>
                    <a:pt x="238" y="124"/>
                    <a:pt x="125" y="68"/>
                  </a:cubicBezTo>
                  <a:cubicBezTo>
                    <a:pt x="57" y="2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7081150" y="3303825"/>
              <a:ext cx="33025" cy="10550"/>
            </a:xfrm>
            <a:custGeom>
              <a:avLst/>
              <a:gdLst/>
              <a:ahLst/>
              <a:cxnLst/>
              <a:rect l="l" t="t" r="r" b="b"/>
              <a:pathLst>
                <a:path w="1321" h="422" extrusionOk="0">
                  <a:moveTo>
                    <a:pt x="712" y="1"/>
                  </a:moveTo>
                  <a:cubicBezTo>
                    <a:pt x="685" y="1"/>
                    <a:pt x="658" y="2"/>
                    <a:pt x="632" y="4"/>
                  </a:cubicBezTo>
                  <a:cubicBezTo>
                    <a:pt x="542" y="15"/>
                    <a:pt x="463" y="38"/>
                    <a:pt x="372" y="60"/>
                  </a:cubicBezTo>
                  <a:cubicBezTo>
                    <a:pt x="305" y="83"/>
                    <a:pt x="237" y="117"/>
                    <a:pt x="169" y="162"/>
                  </a:cubicBezTo>
                  <a:cubicBezTo>
                    <a:pt x="102" y="207"/>
                    <a:pt x="45" y="263"/>
                    <a:pt x="0" y="331"/>
                  </a:cubicBezTo>
                  <a:cubicBezTo>
                    <a:pt x="68" y="365"/>
                    <a:pt x="147" y="376"/>
                    <a:pt x="226" y="387"/>
                  </a:cubicBezTo>
                  <a:cubicBezTo>
                    <a:pt x="305" y="399"/>
                    <a:pt x="372" y="421"/>
                    <a:pt x="440" y="421"/>
                  </a:cubicBezTo>
                  <a:lnTo>
                    <a:pt x="677" y="421"/>
                  </a:lnTo>
                  <a:cubicBezTo>
                    <a:pt x="824" y="399"/>
                    <a:pt x="970" y="365"/>
                    <a:pt x="1106" y="308"/>
                  </a:cubicBezTo>
                  <a:cubicBezTo>
                    <a:pt x="1174" y="286"/>
                    <a:pt x="1253" y="241"/>
                    <a:pt x="1320" y="196"/>
                  </a:cubicBezTo>
                  <a:cubicBezTo>
                    <a:pt x="1253" y="150"/>
                    <a:pt x="1185" y="105"/>
                    <a:pt x="1117" y="71"/>
                  </a:cubicBezTo>
                  <a:cubicBezTo>
                    <a:pt x="986" y="24"/>
                    <a:pt x="846" y="1"/>
                    <a:pt x="71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148275" y="3503625"/>
              <a:ext cx="17225" cy="42075"/>
            </a:xfrm>
            <a:custGeom>
              <a:avLst/>
              <a:gdLst/>
              <a:ahLst/>
              <a:cxnLst/>
              <a:rect l="l" t="t" r="r" b="b"/>
              <a:pathLst>
                <a:path w="689" h="1683" extrusionOk="0">
                  <a:moveTo>
                    <a:pt x="689" y="1"/>
                  </a:moveTo>
                  <a:lnTo>
                    <a:pt x="689" y="1"/>
                  </a:lnTo>
                  <a:cubicBezTo>
                    <a:pt x="599" y="57"/>
                    <a:pt x="520" y="114"/>
                    <a:pt x="441" y="181"/>
                  </a:cubicBezTo>
                  <a:cubicBezTo>
                    <a:pt x="373" y="249"/>
                    <a:pt x="305" y="328"/>
                    <a:pt x="260" y="418"/>
                  </a:cubicBezTo>
                  <a:cubicBezTo>
                    <a:pt x="204" y="531"/>
                    <a:pt x="147" y="633"/>
                    <a:pt x="102" y="746"/>
                  </a:cubicBezTo>
                  <a:cubicBezTo>
                    <a:pt x="35" y="949"/>
                    <a:pt x="1" y="1163"/>
                    <a:pt x="23" y="1378"/>
                  </a:cubicBezTo>
                  <a:cubicBezTo>
                    <a:pt x="23" y="1479"/>
                    <a:pt x="46" y="1581"/>
                    <a:pt x="68" y="1682"/>
                  </a:cubicBezTo>
                  <a:cubicBezTo>
                    <a:pt x="136" y="1603"/>
                    <a:pt x="204" y="1524"/>
                    <a:pt x="249" y="1434"/>
                  </a:cubicBezTo>
                  <a:cubicBezTo>
                    <a:pt x="351" y="1265"/>
                    <a:pt x="429" y="1073"/>
                    <a:pt x="497" y="881"/>
                  </a:cubicBezTo>
                  <a:cubicBezTo>
                    <a:pt x="531" y="779"/>
                    <a:pt x="565" y="689"/>
                    <a:pt x="587" y="588"/>
                  </a:cubicBezTo>
                  <a:cubicBezTo>
                    <a:pt x="610" y="486"/>
                    <a:pt x="621" y="396"/>
                    <a:pt x="644" y="306"/>
                  </a:cubicBezTo>
                  <a:cubicBezTo>
                    <a:pt x="678" y="204"/>
                    <a:pt x="689" y="102"/>
                    <a:pt x="689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7167175" y="3491775"/>
              <a:ext cx="15825" cy="32475"/>
            </a:xfrm>
            <a:custGeom>
              <a:avLst/>
              <a:gdLst/>
              <a:ahLst/>
              <a:cxnLst/>
              <a:rect l="l" t="t" r="r" b="b"/>
              <a:pathLst>
                <a:path w="633" h="1299" extrusionOk="0">
                  <a:moveTo>
                    <a:pt x="621" y="1"/>
                  </a:moveTo>
                  <a:cubicBezTo>
                    <a:pt x="542" y="35"/>
                    <a:pt x="475" y="80"/>
                    <a:pt x="407" y="136"/>
                  </a:cubicBezTo>
                  <a:cubicBezTo>
                    <a:pt x="272" y="249"/>
                    <a:pt x="170" y="396"/>
                    <a:pt x="102" y="554"/>
                  </a:cubicBezTo>
                  <a:cubicBezTo>
                    <a:pt x="35" y="712"/>
                    <a:pt x="1" y="881"/>
                    <a:pt x="12" y="1050"/>
                  </a:cubicBezTo>
                  <a:cubicBezTo>
                    <a:pt x="12" y="1129"/>
                    <a:pt x="23" y="1220"/>
                    <a:pt x="57" y="1299"/>
                  </a:cubicBezTo>
                  <a:cubicBezTo>
                    <a:pt x="125" y="1253"/>
                    <a:pt x="181" y="1197"/>
                    <a:pt x="238" y="1129"/>
                  </a:cubicBezTo>
                  <a:cubicBezTo>
                    <a:pt x="339" y="1005"/>
                    <a:pt x="430" y="859"/>
                    <a:pt x="486" y="712"/>
                  </a:cubicBezTo>
                  <a:cubicBezTo>
                    <a:pt x="520" y="633"/>
                    <a:pt x="542" y="554"/>
                    <a:pt x="565" y="486"/>
                  </a:cubicBezTo>
                  <a:cubicBezTo>
                    <a:pt x="576" y="407"/>
                    <a:pt x="588" y="328"/>
                    <a:pt x="610" y="260"/>
                  </a:cubicBezTo>
                  <a:cubicBezTo>
                    <a:pt x="621" y="170"/>
                    <a:pt x="633" y="91"/>
                    <a:pt x="62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7348300" y="3519725"/>
              <a:ext cx="12150" cy="35550"/>
            </a:xfrm>
            <a:custGeom>
              <a:avLst/>
              <a:gdLst/>
              <a:ahLst/>
              <a:cxnLst/>
              <a:rect l="l" t="t" r="r" b="b"/>
              <a:pathLst>
                <a:path w="486" h="1422" extrusionOk="0">
                  <a:moveTo>
                    <a:pt x="316" y="0"/>
                  </a:moveTo>
                  <a:cubicBezTo>
                    <a:pt x="260" y="68"/>
                    <a:pt x="226" y="147"/>
                    <a:pt x="192" y="226"/>
                  </a:cubicBezTo>
                  <a:cubicBezTo>
                    <a:pt x="169" y="293"/>
                    <a:pt x="136" y="372"/>
                    <a:pt x="102" y="451"/>
                  </a:cubicBezTo>
                  <a:cubicBezTo>
                    <a:pt x="79" y="530"/>
                    <a:pt x="57" y="609"/>
                    <a:pt x="45" y="688"/>
                  </a:cubicBezTo>
                  <a:cubicBezTo>
                    <a:pt x="11" y="846"/>
                    <a:pt x="0" y="1016"/>
                    <a:pt x="0" y="1174"/>
                  </a:cubicBezTo>
                  <a:cubicBezTo>
                    <a:pt x="0" y="1264"/>
                    <a:pt x="11" y="1343"/>
                    <a:pt x="34" y="1422"/>
                  </a:cubicBezTo>
                  <a:cubicBezTo>
                    <a:pt x="113" y="1377"/>
                    <a:pt x="169" y="1320"/>
                    <a:pt x="226" y="1253"/>
                  </a:cubicBezTo>
                  <a:cubicBezTo>
                    <a:pt x="282" y="1185"/>
                    <a:pt x="327" y="1117"/>
                    <a:pt x="361" y="1038"/>
                  </a:cubicBezTo>
                  <a:cubicBezTo>
                    <a:pt x="395" y="948"/>
                    <a:pt x="429" y="858"/>
                    <a:pt x="452" y="767"/>
                  </a:cubicBezTo>
                  <a:cubicBezTo>
                    <a:pt x="485" y="587"/>
                    <a:pt x="474" y="406"/>
                    <a:pt x="429" y="237"/>
                  </a:cubicBezTo>
                  <a:cubicBezTo>
                    <a:pt x="406" y="158"/>
                    <a:pt x="361" y="79"/>
                    <a:pt x="316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754325" y="1029000"/>
              <a:ext cx="548175" cy="460625"/>
            </a:xfrm>
            <a:custGeom>
              <a:avLst/>
              <a:gdLst/>
              <a:ahLst/>
              <a:cxnLst/>
              <a:rect l="l" t="t" r="r" b="b"/>
              <a:pathLst>
                <a:path w="21927" h="18425" extrusionOk="0">
                  <a:moveTo>
                    <a:pt x="13816" y="1"/>
                  </a:moveTo>
                  <a:cubicBezTo>
                    <a:pt x="11532" y="1"/>
                    <a:pt x="9238" y="628"/>
                    <a:pt x="7178" y="1694"/>
                  </a:cubicBezTo>
                  <a:cubicBezTo>
                    <a:pt x="6444" y="2066"/>
                    <a:pt x="5733" y="2506"/>
                    <a:pt x="5068" y="2992"/>
                  </a:cubicBezTo>
                  <a:cubicBezTo>
                    <a:pt x="2777" y="4650"/>
                    <a:pt x="1231" y="6862"/>
                    <a:pt x="497" y="9593"/>
                  </a:cubicBezTo>
                  <a:cubicBezTo>
                    <a:pt x="1" y="11455"/>
                    <a:pt x="148" y="13057"/>
                    <a:pt x="554" y="15032"/>
                  </a:cubicBezTo>
                  <a:cubicBezTo>
                    <a:pt x="599" y="15224"/>
                    <a:pt x="644" y="15404"/>
                    <a:pt x="723" y="15585"/>
                  </a:cubicBezTo>
                  <a:cubicBezTo>
                    <a:pt x="1355" y="16770"/>
                    <a:pt x="1953" y="17221"/>
                    <a:pt x="2890" y="17661"/>
                  </a:cubicBezTo>
                  <a:cubicBezTo>
                    <a:pt x="4017" y="18196"/>
                    <a:pt x="5239" y="18425"/>
                    <a:pt x="6475" y="18425"/>
                  </a:cubicBezTo>
                  <a:cubicBezTo>
                    <a:pt x="8108" y="18425"/>
                    <a:pt x="9766" y="18025"/>
                    <a:pt x="11263" y="17401"/>
                  </a:cubicBezTo>
                  <a:cubicBezTo>
                    <a:pt x="15607" y="15596"/>
                    <a:pt x="18800" y="12538"/>
                    <a:pt x="20730" y="8239"/>
                  </a:cubicBezTo>
                  <a:cubicBezTo>
                    <a:pt x="21926" y="5531"/>
                    <a:pt x="21633" y="3623"/>
                    <a:pt x="20256" y="2032"/>
                  </a:cubicBezTo>
                  <a:cubicBezTo>
                    <a:pt x="19511" y="1446"/>
                    <a:pt x="18676" y="994"/>
                    <a:pt x="17785" y="690"/>
                  </a:cubicBezTo>
                  <a:cubicBezTo>
                    <a:pt x="16498" y="217"/>
                    <a:pt x="15159" y="1"/>
                    <a:pt x="13816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68150" y="1039700"/>
              <a:ext cx="520225" cy="436250"/>
            </a:xfrm>
            <a:custGeom>
              <a:avLst/>
              <a:gdLst/>
              <a:ahLst/>
              <a:cxnLst/>
              <a:rect l="l" t="t" r="r" b="b"/>
              <a:pathLst>
                <a:path w="20809" h="17450" extrusionOk="0">
                  <a:moveTo>
                    <a:pt x="13258" y="1"/>
                  </a:moveTo>
                  <a:cubicBezTo>
                    <a:pt x="12418" y="1"/>
                    <a:pt x="11561" y="87"/>
                    <a:pt x="10698" y="262"/>
                  </a:cubicBezTo>
                  <a:cubicBezTo>
                    <a:pt x="9344" y="544"/>
                    <a:pt x="8046" y="1006"/>
                    <a:pt x="6828" y="1638"/>
                  </a:cubicBezTo>
                  <a:cubicBezTo>
                    <a:pt x="6106" y="2011"/>
                    <a:pt x="5417" y="2439"/>
                    <a:pt x="4774" y="2913"/>
                  </a:cubicBezTo>
                  <a:cubicBezTo>
                    <a:pt x="2596" y="4448"/>
                    <a:pt x="1039" y="6705"/>
                    <a:pt x="362" y="9289"/>
                  </a:cubicBezTo>
                  <a:cubicBezTo>
                    <a:pt x="80" y="10361"/>
                    <a:pt x="1" y="11489"/>
                    <a:pt x="114" y="12595"/>
                  </a:cubicBezTo>
                  <a:cubicBezTo>
                    <a:pt x="204" y="13498"/>
                    <a:pt x="294" y="14344"/>
                    <a:pt x="847" y="15089"/>
                  </a:cubicBezTo>
                  <a:cubicBezTo>
                    <a:pt x="1411" y="15834"/>
                    <a:pt x="1806" y="16274"/>
                    <a:pt x="2641" y="16669"/>
                  </a:cubicBezTo>
                  <a:cubicBezTo>
                    <a:pt x="3766" y="17194"/>
                    <a:pt x="5085" y="17449"/>
                    <a:pt x="6403" y="17449"/>
                  </a:cubicBezTo>
                  <a:cubicBezTo>
                    <a:pt x="7069" y="17449"/>
                    <a:pt x="7734" y="17384"/>
                    <a:pt x="8374" y="17256"/>
                  </a:cubicBezTo>
                  <a:cubicBezTo>
                    <a:pt x="9118" y="17098"/>
                    <a:pt x="9841" y="16872"/>
                    <a:pt x="10540" y="16567"/>
                  </a:cubicBezTo>
                  <a:cubicBezTo>
                    <a:pt x="14817" y="14796"/>
                    <a:pt x="17920" y="11783"/>
                    <a:pt x="19771" y="7619"/>
                  </a:cubicBezTo>
                  <a:cubicBezTo>
                    <a:pt x="20403" y="6208"/>
                    <a:pt x="20809" y="4583"/>
                    <a:pt x="20166" y="3105"/>
                  </a:cubicBezTo>
                  <a:cubicBezTo>
                    <a:pt x="19556" y="1683"/>
                    <a:pt x="18473" y="1176"/>
                    <a:pt x="17074" y="657"/>
                  </a:cubicBezTo>
                  <a:cubicBezTo>
                    <a:pt x="15882" y="220"/>
                    <a:pt x="14593" y="1"/>
                    <a:pt x="13258" y="1"/>
                  </a:cubicBezTo>
                  <a:close/>
                </a:path>
              </a:pathLst>
            </a:custGeom>
            <a:solidFill>
              <a:srgbClr val="C03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772400" y="1079800"/>
              <a:ext cx="577475" cy="490725"/>
            </a:xfrm>
            <a:custGeom>
              <a:avLst/>
              <a:gdLst/>
              <a:ahLst/>
              <a:cxnLst/>
              <a:rect l="l" t="t" r="r" b="b"/>
              <a:pathLst>
                <a:path w="23099" h="19629" extrusionOk="0">
                  <a:moveTo>
                    <a:pt x="19533" y="0"/>
                  </a:moveTo>
                  <a:lnTo>
                    <a:pt x="19533" y="0"/>
                  </a:lnTo>
                  <a:cubicBezTo>
                    <a:pt x="20910" y="1591"/>
                    <a:pt x="21203" y="3499"/>
                    <a:pt x="20007" y="6207"/>
                  </a:cubicBezTo>
                  <a:cubicBezTo>
                    <a:pt x="18077" y="10517"/>
                    <a:pt x="14884" y="13575"/>
                    <a:pt x="10540" y="15369"/>
                  </a:cubicBezTo>
                  <a:cubicBezTo>
                    <a:pt x="9043" y="15993"/>
                    <a:pt x="7385" y="16393"/>
                    <a:pt x="5752" y="16393"/>
                  </a:cubicBezTo>
                  <a:cubicBezTo>
                    <a:pt x="4516" y="16393"/>
                    <a:pt x="3294" y="16164"/>
                    <a:pt x="2167" y="15629"/>
                  </a:cubicBezTo>
                  <a:cubicBezTo>
                    <a:pt x="1230" y="15189"/>
                    <a:pt x="632" y="14738"/>
                    <a:pt x="0" y="13553"/>
                  </a:cubicBezTo>
                  <a:lnTo>
                    <a:pt x="0" y="13553"/>
                  </a:lnTo>
                  <a:cubicBezTo>
                    <a:pt x="655" y="15313"/>
                    <a:pt x="2697" y="17141"/>
                    <a:pt x="4288" y="18190"/>
                  </a:cubicBezTo>
                  <a:cubicBezTo>
                    <a:pt x="5839" y="19217"/>
                    <a:pt x="7936" y="19628"/>
                    <a:pt x="9953" y="19628"/>
                  </a:cubicBezTo>
                  <a:cubicBezTo>
                    <a:pt x="12057" y="19628"/>
                    <a:pt x="14074" y="19180"/>
                    <a:pt x="15290" y="18518"/>
                  </a:cubicBezTo>
                  <a:cubicBezTo>
                    <a:pt x="16610" y="17807"/>
                    <a:pt x="17829" y="16915"/>
                    <a:pt x="18924" y="15889"/>
                  </a:cubicBezTo>
                  <a:cubicBezTo>
                    <a:pt x="22207" y="12718"/>
                    <a:pt x="23099" y="7358"/>
                    <a:pt x="21463" y="2776"/>
                  </a:cubicBezTo>
                  <a:cubicBezTo>
                    <a:pt x="21090" y="1693"/>
                    <a:pt x="20425" y="723"/>
                    <a:pt x="19533" y="0"/>
                  </a:cubicBezTo>
                  <a:close/>
                </a:path>
              </a:pathLst>
            </a:custGeom>
            <a:solidFill>
              <a:srgbClr val="875F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300200" y="1228175"/>
              <a:ext cx="12725" cy="24850"/>
            </a:xfrm>
            <a:custGeom>
              <a:avLst/>
              <a:gdLst/>
              <a:ahLst/>
              <a:cxnLst/>
              <a:rect l="l" t="t" r="r" b="b"/>
              <a:pathLst>
                <a:path w="509" h="994" extrusionOk="0">
                  <a:moveTo>
                    <a:pt x="170" y="1"/>
                  </a:moveTo>
                  <a:cubicBezTo>
                    <a:pt x="125" y="46"/>
                    <a:pt x="91" y="114"/>
                    <a:pt x="57" y="181"/>
                  </a:cubicBezTo>
                  <a:cubicBezTo>
                    <a:pt x="12" y="294"/>
                    <a:pt x="1" y="418"/>
                    <a:pt x="12" y="543"/>
                  </a:cubicBezTo>
                  <a:cubicBezTo>
                    <a:pt x="35" y="667"/>
                    <a:pt x="80" y="768"/>
                    <a:pt x="170" y="870"/>
                  </a:cubicBezTo>
                  <a:cubicBezTo>
                    <a:pt x="215" y="915"/>
                    <a:pt x="260" y="960"/>
                    <a:pt x="328" y="994"/>
                  </a:cubicBezTo>
                  <a:cubicBezTo>
                    <a:pt x="452" y="836"/>
                    <a:pt x="509" y="644"/>
                    <a:pt x="486" y="452"/>
                  </a:cubicBezTo>
                  <a:cubicBezTo>
                    <a:pt x="463" y="328"/>
                    <a:pt x="407" y="215"/>
                    <a:pt x="328" y="125"/>
                  </a:cubicBezTo>
                  <a:cubicBezTo>
                    <a:pt x="283" y="69"/>
                    <a:pt x="227" y="23"/>
                    <a:pt x="170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300775" y="1196600"/>
              <a:ext cx="12425" cy="18075"/>
            </a:xfrm>
            <a:custGeom>
              <a:avLst/>
              <a:gdLst/>
              <a:ahLst/>
              <a:cxnLst/>
              <a:rect l="l" t="t" r="r" b="b"/>
              <a:pathLst>
                <a:path w="497" h="723" extrusionOk="0">
                  <a:moveTo>
                    <a:pt x="91" y="0"/>
                  </a:moveTo>
                  <a:cubicBezTo>
                    <a:pt x="57" y="45"/>
                    <a:pt x="34" y="102"/>
                    <a:pt x="23" y="158"/>
                  </a:cubicBezTo>
                  <a:cubicBezTo>
                    <a:pt x="0" y="203"/>
                    <a:pt x="12" y="260"/>
                    <a:pt x="0" y="305"/>
                  </a:cubicBezTo>
                  <a:cubicBezTo>
                    <a:pt x="0" y="339"/>
                    <a:pt x="0" y="372"/>
                    <a:pt x="12" y="418"/>
                  </a:cubicBezTo>
                  <a:cubicBezTo>
                    <a:pt x="46" y="497"/>
                    <a:pt x="102" y="576"/>
                    <a:pt x="170" y="632"/>
                  </a:cubicBezTo>
                  <a:cubicBezTo>
                    <a:pt x="226" y="666"/>
                    <a:pt x="271" y="700"/>
                    <a:pt x="339" y="722"/>
                  </a:cubicBezTo>
                  <a:cubicBezTo>
                    <a:pt x="373" y="677"/>
                    <a:pt x="418" y="632"/>
                    <a:pt x="440" y="576"/>
                  </a:cubicBezTo>
                  <a:cubicBezTo>
                    <a:pt x="486" y="485"/>
                    <a:pt x="497" y="384"/>
                    <a:pt x="474" y="282"/>
                  </a:cubicBezTo>
                  <a:cubicBezTo>
                    <a:pt x="440" y="169"/>
                    <a:pt x="361" y="79"/>
                    <a:pt x="260" y="34"/>
                  </a:cubicBezTo>
                  <a:cubicBezTo>
                    <a:pt x="204" y="11"/>
                    <a:pt x="147" y="0"/>
                    <a:pt x="91" y="0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002575" y="1544975"/>
              <a:ext cx="48550" cy="12450"/>
            </a:xfrm>
            <a:custGeom>
              <a:avLst/>
              <a:gdLst/>
              <a:ahLst/>
              <a:cxnLst/>
              <a:rect l="l" t="t" r="r" b="b"/>
              <a:pathLst>
                <a:path w="1942" h="498" extrusionOk="0">
                  <a:moveTo>
                    <a:pt x="340" y="1"/>
                  </a:moveTo>
                  <a:cubicBezTo>
                    <a:pt x="227" y="1"/>
                    <a:pt x="114" y="12"/>
                    <a:pt x="1" y="35"/>
                  </a:cubicBezTo>
                  <a:cubicBezTo>
                    <a:pt x="80" y="125"/>
                    <a:pt x="159" y="204"/>
                    <a:pt x="249" y="272"/>
                  </a:cubicBezTo>
                  <a:cubicBezTo>
                    <a:pt x="340" y="340"/>
                    <a:pt x="441" y="396"/>
                    <a:pt x="543" y="418"/>
                  </a:cubicBezTo>
                  <a:cubicBezTo>
                    <a:pt x="678" y="452"/>
                    <a:pt x="813" y="475"/>
                    <a:pt x="960" y="497"/>
                  </a:cubicBezTo>
                  <a:cubicBezTo>
                    <a:pt x="1197" y="486"/>
                    <a:pt x="1434" y="430"/>
                    <a:pt x="1660" y="328"/>
                  </a:cubicBezTo>
                  <a:cubicBezTo>
                    <a:pt x="1761" y="272"/>
                    <a:pt x="1852" y="215"/>
                    <a:pt x="1942" y="136"/>
                  </a:cubicBezTo>
                  <a:cubicBezTo>
                    <a:pt x="1829" y="91"/>
                    <a:pt x="1727" y="69"/>
                    <a:pt x="1615" y="57"/>
                  </a:cubicBezTo>
                  <a:cubicBezTo>
                    <a:pt x="1513" y="35"/>
                    <a:pt x="1412" y="35"/>
                    <a:pt x="1299" y="24"/>
                  </a:cubicBezTo>
                  <a:cubicBezTo>
                    <a:pt x="1186" y="12"/>
                    <a:pt x="1073" y="12"/>
                    <a:pt x="960" y="12"/>
                  </a:cubicBezTo>
                  <a:cubicBezTo>
                    <a:pt x="909" y="7"/>
                    <a:pt x="859" y="4"/>
                    <a:pt x="808" y="4"/>
                  </a:cubicBezTo>
                  <a:cubicBezTo>
                    <a:pt x="757" y="4"/>
                    <a:pt x="706" y="7"/>
                    <a:pt x="655" y="12"/>
                  </a:cubicBezTo>
                  <a:cubicBezTo>
                    <a:pt x="627" y="18"/>
                    <a:pt x="599" y="21"/>
                    <a:pt x="572" y="21"/>
                  </a:cubicBezTo>
                  <a:cubicBezTo>
                    <a:pt x="545" y="21"/>
                    <a:pt x="520" y="18"/>
                    <a:pt x="498" y="12"/>
                  </a:cubicBezTo>
                  <a:cubicBezTo>
                    <a:pt x="441" y="1"/>
                    <a:pt x="396" y="1"/>
                    <a:pt x="340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045175" y="1531450"/>
              <a:ext cx="26825" cy="12150"/>
            </a:xfrm>
            <a:custGeom>
              <a:avLst/>
              <a:gdLst/>
              <a:ahLst/>
              <a:cxnLst/>
              <a:rect l="l" t="t" r="r" b="b"/>
              <a:pathLst>
                <a:path w="1073" h="486" extrusionOk="0">
                  <a:moveTo>
                    <a:pt x="543" y="0"/>
                  </a:moveTo>
                  <a:cubicBezTo>
                    <a:pt x="475" y="0"/>
                    <a:pt x="407" y="12"/>
                    <a:pt x="339" y="34"/>
                  </a:cubicBezTo>
                  <a:cubicBezTo>
                    <a:pt x="283" y="45"/>
                    <a:pt x="227" y="68"/>
                    <a:pt x="170" y="102"/>
                  </a:cubicBezTo>
                  <a:cubicBezTo>
                    <a:pt x="102" y="136"/>
                    <a:pt x="46" y="181"/>
                    <a:pt x="1" y="237"/>
                  </a:cubicBezTo>
                  <a:cubicBezTo>
                    <a:pt x="46" y="282"/>
                    <a:pt x="91" y="339"/>
                    <a:pt x="159" y="373"/>
                  </a:cubicBezTo>
                  <a:cubicBezTo>
                    <a:pt x="272" y="440"/>
                    <a:pt x="396" y="486"/>
                    <a:pt x="520" y="486"/>
                  </a:cubicBezTo>
                  <a:cubicBezTo>
                    <a:pt x="655" y="474"/>
                    <a:pt x="791" y="429"/>
                    <a:pt x="904" y="361"/>
                  </a:cubicBezTo>
                  <a:cubicBezTo>
                    <a:pt x="971" y="316"/>
                    <a:pt x="1028" y="271"/>
                    <a:pt x="1073" y="203"/>
                  </a:cubicBezTo>
                  <a:cubicBezTo>
                    <a:pt x="1016" y="158"/>
                    <a:pt x="960" y="113"/>
                    <a:pt x="892" y="79"/>
                  </a:cubicBezTo>
                  <a:cubicBezTo>
                    <a:pt x="791" y="23"/>
                    <a:pt x="667" y="0"/>
                    <a:pt x="543" y="0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830500" y="1410700"/>
              <a:ext cx="35375" cy="13050"/>
            </a:xfrm>
            <a:custGeom>
              <a:avLst/>
              <a:gdLst/>
              <a:ahLst/>
              <a:cxnLst/>
              <a:rect l="l" t="t" r="r" b="b"/>
              <a:pathLst>
                <a:path w="1415" h="522" extrusionOk="0">
                  <a:moveTo>
                    <a:pt x="744" y="1"/>
                  </a:moveTo>
                  <a:cubicBezTo>
                    <a:pt x="737" y="1"/>
                    <a:pt x="730" y="1"/>
                    <a:pt x="723" y="1"/>
                  </a:cubicBezTo>
                  <a:cubicBezTo>
                    <a:pt x="599" y="12"/>
                    <a:pt x="486" y="35"/>
                    <a:pt x="384" y="91"/>
                  </a:cubicBezTo>
                  <a:cubicBezTo>
                    <a:pt x="136" y="193"/>
                    <a:pt x="1" y="396"/>
                    <a:pt x="396" y="497"/>
                  </a:cubicBezTo>
                  <a:cubicBezTo>
                    <a:pt x="429" y="509"/>
                    <a:pt x="463" y="509"/>
                    <a:pt x="497" y="520"/>
                  </a:cubicBezTo>
                  <a:cubicBezTo>
                    <a:pt x="510" y="521"/>
                    <a:pt x="523" y="521"/>
                    <a:pt x="536" y="521"/>
                  </a:cubicBezTo>
                  <a:cubicBezTo>
                    <a:pt x="961" y="521"/>
                    <a:pt x="1415" y="1"/>
                    <a:pt x="744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987350" y="1402025"/>
              <a:ext cx="23075" cy="19725"/>
            </a:xfrm>
            <a:custGeom>
              <a:avLst/>
              <a:gdLst/>
              <a:ahLst/>
              <a:cxnLst/>
              <a:rect l="l" t="t" r="r" b="b"/>
              <a:pathLst>
                <a:path w="923" h="789" extrusionOk="0">
                  <a:moveTo>
                    <a:pt x="568" y="1"/>
                  </a:moveTo>
                  <a:cubicBezTo>
                    <a:pt x="536" y="1"/>
                    <a:pt x="501" y="7"/>
                    <a:pt x="463" y="20"/>
                  </a:cubicBezTo>
                  <a:cubicBezTo>
                    <a:pt x="452" y="20"/>
                    <a:pt x="429" y="32"/>
                    <a:pt x="418" y="43"/>
                  </a:cubicBezTo>
                  <a:cubicBezTo>
                    <a:pt x="136" y="178"/>
                    <a:pt x="1" y="765"/>
                    <a:pt x="418" y="788"/>
                  </a:cubicBezTo>
                  <a:cubicBezTo>
                    <a:pt x="426" y="788"/>
                    <a:pt x="435" y="789"/>
                    <a:pt x="443" y="789"/>
                  </a:cubicBezTo>
                  <a:cubicBezTo>
                    <a:pt x="867" y="789"/>
                    <a:pt x="922" y="1"/>
                    <a:pt x="56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109225" y="1357400"/>
              <a:ext cx="22575" cy="20050"/>
            </a:xfrm>
            <a:custGeom>
              <a:avLst/>
              <a:gdLst/>
              <a:ahLst/>
              <a:cxnLst/>
              <a:rect l="l" t="t" r="r" b="b"/>
              <a:pathLst>
                <a:path w="903" h="802" extrusionOk="0">
                  <a:moveTo>
                    <a:pt x="550" y="0"/>
                  </a:moveTo>
                  <a:cubicBezTo>
                    <a:pt x="517" y="0"/>
                    <a:pt x="480" y="7"/>
                    <a:pt x="441" y="23"/>
                  </a:cubicBezTo>
                  <a:cubicBezTo>
                    <a:pt x="429" y="34"/>
                    <a:pt x="407" y="34"/>
                    <a:pt x="395" y="45"/>
                  </a:cubicBezTo>
                  <a:cubicBezTo>
                    <a:pt x="113" y="192"/>
                    <a:pt x="0" y="779"/>
                    <a:pt x="418" y="801"/>
                  </a:cubicBezTo>
                  <a:cubicBezTo>
                    <a:pt x="423" y="801"/>
                    <a:pt x="429" y="802"/>
                    <a:pt x="434" y="802"/>
                  </a:cubicBezTo>
                  <a:cubicBezTo>
                    <a:pt x="853" y="802"/>
                    <a:pt x="903" y="0"/>
                    <a:pt x="55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952875" y="1438300"/>
              <a:ext cx="29575" cy="16475"/>
            </a:xfrm>
            <a:custGeom>
              <a:avLst/>
              <a:gdLst/>
              <a:ahLst/>
              <a:cxnLst/>
              <a:rect l="l" t="t" r="r" b="b"/>
              <a:pathLst>
                <a:path w="1183" h="659" extrusionOk="0">
                  <a:moveTo>
                    <a:pt x="705" y="1"/>
                  </a:moveTo>
                  <a:cubicBezTo>
                    <a:pt x="378" y="1"/>
                    <a:pt x="0" y="427"/>
                    <a:pt x="353" y="612"/>
                  </a:cubicBezTo>
                  <a:cubicBezTo>
                    <a:pt x="364" y="612"/>
                    <a:pt x="387" y="623"/>
                    <a:pt x="398" y="634"/>
                  </a:cubicBezTo>
                  <a:cubicBezTo>
                    <a:pt x="440" y="651"/>
                    <a:pt x="488" y="658"/>
                    <a:pt x="537" y="658"/>
                  </a:cubicBezTo>
                  <a:cubicBezTo>
                    <a:pt x="828" y="658"/>
                    <a:pt x="1182" y="395"/>
                    <a:pt x="951" y="115"/>
                  </a:cubicBezTo>
                  <a:cubicBezTo>
                    <a:pt x="884" y="34"/>
                    <a:pt x="797" y="1"/>
                    <a:pt x="705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57325" y="1360925"/>
              <a:ext cx="21225" cy="20500"/>
            </a:xfrm>
            <a:custGeom>
              <a:avLst/>
              <a:gdLst/>
              <a:ahLst/>
              <a:cxnLst/>
              <a:rect l="l" t="t" r="r" b="b"/>
              <a:pathLst>
                <a:path w="849" h="820" extrusionOk="0">
                  <a:moveTo>
                    <a:pt x="495" y="0"/>
                  </a:moveTo>
                  <a:cubicBezTo>
                    <a:pt x="464" y="0"/>
                    <a:pt x="431" y="6"/>
                    <a:pt x="395" y="17"/>
                  </a:cubicBezTo>
                  <a:cubicBezTo>
                    <a:pt x="1" y="123"/>
                    <a:pt x="148" y="819"/>
                    <a:pt x="444" y="819"/>
                  </a:cubicBezTo>
                  <a:cubicBezTo>
                    <a:pt x="496" y="819"/>
                    <a:pt x="551" y="799"/>
                    <a:pt x="609" y="750"/>
                  </a:cubicBezTo>
                  <a:cubicBezTo>
                    <a:pt x="621" y="750"/>
                    <a:pt x="632" y="728"/>
                    <a:pt x="643" y="717"/>
                  </a:cubicBezTo>
                  <a:cubicBezTo>
                    <a:pt x="848" y="522"/>
                    <a:pt x="802" y="0"/>
                    <a:pt x="495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4824100" y="1374475"/>
              <a:ext cx="28575" cy="15925"/>
            </a:xfrm>
            <a:custGeom>
              <a:avLst/>
              <a:gdLst/>
              <a:ahLst/>
              <a:cxnLst/>
              <a:rect l="l" t="t" r="r" b="b"/>
              <a:pathLst>
                <a:path w="1143" h="637" extrusionOk="0">
                  <a:moveTo>
                    <a:pt x="581" y="1"/>
                  </a:moveTo>
                  <a:cubicBezTo>
                    <a:pt x="309" y="1"/>
                    <a:pt x="1" y="207"/>
                    <a:pt x="178" y="491"/>
                  </a:cubicBezTo>
                  <a:cubicBezTo>
                    <a:pt x="244" y="595"/>
                    <a:pt x="347" y="636"/>
                    <a:pt x="456" y="636"/>
                  </a:cubicBezTo>
                  <a:cubicBezTo>
                    <a:pt x="773" y="636"/>
                    <a:pt x="1143" y="283"/>
                    <a:pt x="832" y="73"/>
                  </a:cubicBezTo>
                  <a:lnTo>
                    <a:pt x="787" y="50"/>
                  </a:lnTo>
                  <a:cubicBezTo>
                    <a:pt x="728" y="16"/>
                    <a:pt x="656" y="1"/>
                    <a:pt x="58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777475" y="1287100"/>
              <a:ext cx="27125" cy="19025"/>
            </a:xfrm>
            <a:custGeom>
              <a:avLst/>
              <a:gdLst/>
              <a:ahLst/>
              <a:cxnLst/>
              <a:rect l="l" t="t" r="r" b="b"/>
              <a:pathLst>
                <a:path w="1085" h="761" extrusionOk="0">
                  <a:moveTo>
                    <a:pt x="666" y="1"/>
                  </a:moveTo>
                  <a:cubicBezTo>
                    <a:pt x="655" y="1"/>
                    <a:pt x="644" y="1"/>
                    <a:pt x="632" y="2"/>
                  </a:cubicBezTo>
                  <a:lnTo>
                    <a:pt x="587" y="14"/>
                  </a:lnTo>
                  <a:cubicBezTo>
                    <a:pt x="282" y="81"/>
                    <a:pt x="0" y="623"/>
                    <a:pt x="406" y="747"/>
                  </a:cubicBezTo>
                  <a:cubicBezTo>
                    <a:pt x="438" y="756"/>
                    <a:pt x="469" y="761"/>
                    <a:pt x="498" y="761"/>
                  </a:cubicBezTo>
                  <a:cubicBezTo>
                    <a:pt x="891" y="761"/>
                    <a:pt x="1085" y="1"/>
                    <a:pt x="666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234350" y="1109525"/>
              <a:ext cx="21850" cy="20700"/>
            </a:xfrm>
            <a:custGeom>
              <a:avLst/>
              <a:gdLst/>
              <a:ahLst/>
              <a:cxnLst/>
              <a:rect l="l" t="t" r="r" b="b"/>
              <a:pathLst>
                <a:path w="874" h="828" extrusionOk="0">
                  <a:moveTo>
                    <a:pt x="495" y="0"/>
                  </a:moveTo>
                  <a:cubicBezTo>
                    <a:pt x="456" y="0"/>
                    <a:pt x="413" y="10"/>
                    <a:pt x="367" y="30"/>
                  </a:cubicBezTo>
                  <a:cubicBezTo>
                    <a:pt x="0" y="190"/>
                    <a:pt x="213" y="827"/>
                    <a:pt x="496" y="827"/>
                  </a:cubicBezTo>
                  <a:cubicBezTo>
                    <a:pt x="553" y="827"/>
                    <a:pt x="613" y="801"/>
                    <a:pt x="671" y="741"/>
                  </a:cubicBezTo>
                  <a:cubicBezTo>
                    <a:pt x="683" y="730"/>
                    <a:pt x="694" y="718"/>
                    <a:pt x="705" y="696"/>
                  </a:cubicBezTo>
                  <a:cubicBezTo>
                    <a:pt x="874" y="488"/>
                    <a:pt x="781" y="0"/>
                    <a:pt x="495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872900" y="1443375"/>
              <a:ext cx="21950" cy="19350"/>
            </a:xfrm>
            <a:custGeom>
              <a:avLst/>
              <a:gdLst/>
              <a:ahLst/>
              <a:cxnLst/>
              <a:rect l="l" t="t" r="r" b="b"/>
              <a:pathLst>
                <a:path w="878" h="774" extrusionOk="0">
                  <a:moveTo>
                    <a:pt x="435" y="0"/>
                  </a:moveTo>
                  <a:cubicBezTo>
                    <a:pt x="361" y="0"/>
                    <a:pt x="288" y="34"/>
                    <a:pt x="223" y="116"/>
                  </a:cubicBezTo>
                  <a:cubicBezTo>
                    <a:pt x="1" y="387"/>
                    <a:pt x="355" y="773"/>
                    <a:pt x="616" y="773"/>
                  </a:cubicBezTo>
                  <a:cubicBezTo>
                    <a:pt x="712" y="773"/>
                    <a:pt x="796" y="721"/>
                    <a:pt x="832" y="589"/>
                  </a:cubicBezTo>
                  <a:cubicBezTo>
                    <a:pt x="832" y="578"/>
                    <a:pt x="832" y="556"/>
                    <a:pt x="844" y="544"/>
                  </a:cubicBezTo>
                  <a:cubicBezTo>
                    <a:pt x="877" y="307"/>
                    <a:pt x="657" y="0"/>
                    <a:pt x="435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5045850" y="1414925"/>
              <a:ext cx="29350" cy="16425"/>
            </a:xfrm>
            <a:custGeom>
              <a:avLst/>
              <a:gdLst/>
              <a:ahLst/>
              <a:cxnLst/>
              <a:rect l="l" t="t" r="r" b="b"/>
              <a:pathLst>
                <a:path w="1174" h="657" extrusionOk="0">
                  <a:moveTo>
                    <a:pt x="640" y="0"/>
                  </a:moveTo>
                  <a:cubicBezTo>
                    <a:pt x="351" y="0"/>
                    <a:pt x="1" y="271"/>
                    <a:pt x="233" y="543"/>
                  </a:cubicBezTo>
                  <a:cubicBezTo>
                    <a:pt x="299" y="623"/>
                    <a:pt x="385" y="656"/>
                    <a:pt x="475" y="656"/>
                  </a:cubicBezTo>
                  <a:cubicBezTo>
                    <a:pt x="800" y="656"/>
                    <a:pt x="1174" y="223"/>
                    <a:pt x="820" y="46"/>
                  </a:cubicBezTo>
                  <a:cubicBezTo>
                    <a:pt x="798" y="35"/>
                    <a:pt x="786" y="24"/>
                    <a:pt x="775" y="24"/>
                  </a:cubicBezTo>
                  <a:cubicBezTo>
                    <a:pt x="734" y="8"/>
                    <a:pt x="687" y="0"/>
                    <a:pt x="64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784575" y="1240375"/>
              <a:ext cx="29625" cy="16700"/>
            </a:xfrm>
            <a:custGeom>
              <a:avLst/>
              <a:gdLst/>
              <a:ahLst/>
              <a:cxnLst/>
              <a:rect l="l" t="t" r="r" b="b"/>
              <a:pathLst>
                <a:path w="1185" h="668" extrusionOk="0">
                  <a:moveTo>
                    <a:pt x="707" y="1"/>
                  </a:moveTo>
                  <a:cubicBezTo>
                    <a:pt x="375" y="1"/>
                    <a:pt x="0" y="467"/>
                    <a:pt x="371" y="630"/>
                  </a:cubicBezTo>
                  <a:cubicBezTo>
                    <a:pt x="382" y="641"/>
                    <a:pt x="393" y="641"/>
                    <a:pt x="416" y="653"/>
                  </a:cubicBezTo>
                  <a:cubicBezTo>
                    <a:pt x="450" y="663"/>
                    <a:pt x="486" y="668"/>
                    <a:pt x="524" y="668"/>
                  </a:cubicBezTo>
                  <a:cubicBezTo>
                    <a:pt x="815" y="668"/>
                    <a:pt x="1185" y="379"/>
                    <a:pt x="935" y="100"/>
                  </a:cubicBezTo>
                  <a:cubicBezTo>
                    <a:pt x="870" y="30"/>
                    <a:pt x="790" y="1"/>
                    <a:pt x="707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225850" y="1184200"/>
              <a:ext cx="26550" cy="15350"/>
            </a:xfrm>
            <a:custGeom>
              <a:avLst/>
              <a:gdLst/>
              <a:ahLst/>
              <a:cxnLst/>
              <a:rect l="l" t="t" r="r" b="b"/>
              <a:pathLst>
                <a:path w="1062" h="614" extrusionOk="0">
                  <a:moveTo>
                    <a:pt x="492" y="1"/>
                  </a:moveTo>
                  <a:cubicBezTo>
                    <a:pt x="249" y="1"/>
                    <a:pt x="0" y="142"/>
                    <a:pt x="109" y="406"/>
                  </a:cubicBezTo>
                  <a:cubicBezTo>
                    <a:pt x="164" y="554"/>
                    <a:pt x="299" y="614"/>
                    <a:pt x="442" y="614"/>
                  </a:cubicBezTo>
                  <a:cubicBezTo>
                    <a:pt x="735" y="614"/>
                    <a:pt x="1062" y="366"/>
                    <a:pt x="820" y="124"/>
                  </a:cubicBezTo>
                  <a:cubicBezTo>
                    <a:pt x="808" y="112"/>
                    <a:pt x="797" y="101"/>
                    <a:pt x="786" y="90"/>
                  </a:cubicBezTo>
                  <a:cubicBezTo>
                    <a:pt x="712" y="30"/>
                    <a:pt x="602" y="1"/>
                    <a:pt x="49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251400" y="1146550"/>
              <a:ext cx="21975" cy="16275"/>
            </a:xfrm>
            <a:custGeom>
              <a:avLst/>
              <a:gdLst/>
              <a:ahLst/>
              <a:cxnLst/>
              <a:rect l="l" t="t" r="r" b="b"/>
              <a:pathLst>
                <a:path w="879" h="651" extrusionOk="0">
                  <a:moveTo>
                    <a:pt x="312" y="1"/>
                  </a:moveTo>
                  <a:cubicBezTo>
                    <a:pt x="157" y="1"/>
                    <a:pt x="23" y="80"/>
                    <a:pt x="12" y="276"/>
                  </a:cubicBezTo>
                  <a:cubicBezTo>
                    <a:pt x="0" y="524"/>
                    <a:pt x="252" y="651"/>
                    <a:pt x="476" y="651"/>
                  </a:cubicBezTo>
                  <a:cubicBezTo>
                    <a:pt x="690" y="651"/>
                    <a:pt x="879" y="535"/>
                    <a:pt x="791" y="298"/>
                  </a:cubicBezTo>
                  <a:cubicBezTo>
                    <a:pt x="791" y="287"/>
                    <a:pt x="768" y="276"/>
                    <a:pt x="768" y="253"/>
                  </a:cubicBezTo>
                  <a:cubicBezTo>
                    <a:pt x="690" y="103"/>
                    <a:pt x="488" y="1"/>
                    <a:pt x="31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887350" y="1406375"/>
              <a:ext cx="20850" cy="20450"/>
            </a:xfrm>
            <a:custGeom>
              <a:avLst/>
              <a:gdLst/>
              <a:ahLst/>
              <a:cxnLst/>
              <a:rect l="l" t="t" r="r" b="b"/>
              <a:pathLst>
                <a:path w="834" h="818" extrusionOk="0">
                  <a:moveTo>
                    <a:pt x="401" y="0"/>
                  </a:moveTo>
                  <a:cubicBezTo>
                    <a:pt x="353" y="0"/>
                    <a:pt x="299" y="19"/>
                    <a:pt x="243" y="61"/>
                  </a:cubicBezTo>
                  <a:cubicBezTo>
                    <a:pt x="232" y="61"/>
                    <a:pt x="220" y="72"/>
                    <a:pt x="209" y="83"/>
                  </a:cubicBezTo>
                  <a:cubicBezTo>
                    <a:pt x="1" y="292"/>
                    <a:pt x="23" y="817"/>
                    <a:pt x="347" y="817"/>
                  </a:cubicBezTo>
                  <a:cubicBezTo>
                    <a:pt x="374" y="817"/>
                    <a:pt x="404" y="813"/>
                    <a:pt x="435" y="806"/>
                  </a:cubicBezTo>
                  <a:cubicBezTo>
                    <a:pt x="833" y="708"/>
                    <a:pt x="704" y="0"/>
                    <a:pt x="40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199250" y="1102675"/>
              <a:ext cx="25475" cy="15400"/>
            </a:xfrm>
            <a:custGeom>
              <a:avLst/>
              <a:gdLst/>
              <a:ahLst/>
              <a:cxnLst/>
              <a:rect l="l" t="t" r="r" b="b"/>
              <a:pathLst>
                <a:path w="1019" h="616" extrusionOk="0">
                  <a:moveTo>
                    <a:pt x="584" y="0"/>
                  </a:moveTo>
                  <a:cubicBezTo>
                    <a:pt x="303" y="0"/>
                    <a:pt x="1" y="211"/>
                    <a:pt x="202" y="462"/>
                  </a:cubicBezTo>
                  <a:cubicBezTo>
                    <a:pt x="213" y="473"/>
                    <a:pt x="225" y="485"/>
                    <a:pt x="236" y="496"/>
                  </a:cubicBezTo>
                  <a:cubicBezTo>
                    <a:pt x="319" y="575"/>
                    <a:pt x="452" y="615"/>
                    <a:pt x="581" y="615"/>
                  </a:cubicBezTo>
                  <a:cubicBezTo>
                    <a:pt x="805" y="615"/>
                    <a:pt x="1018" y="494"/>
                    <a:pt x="947" y="236"/>
                  </a:cubicBezTo>
                  <a:cubicBezTo>
                    <a:pt x="898" y="68"/>
                    <a:pt x="745" y="0"/>
                    <a:pt x="584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161950" y="1331025"/>
              <a:ext cx="21000" cy="20400"/>
            </a:xfrm>
            <a:custGeom>
              <a:avLst/>
              <a:gdLst/>
              <a:ahLst/>
              <a:cxnLst/>
              <a:rect l="l" t="t" r="r" b="b"/>
              <a:pathLst>
                <a:path w="840" h="816" extrusionOk="0">
                  <a:moveTo>
                    <a:pt x="498" y="0"/>
                  </a:moveTo>
                  <a:cubicBezTo>
                    <a:pt x="467" y="0"/>
                    <a:pt x="433" y="5"/>
                    <a:pt x="397" y="17"/>
                  </a:cubicBezTo>
                  <a:cubicBezTo>
                    <a:pt x="1" y="123"/>
                    <a:pt x="150" y="816"/>
                    <a:pt x="449" y="816"/>
                  </a:cubicBezTo>
                  <a:cubicBezTo>
                    <a:pt x="499" y="816"/>
                    <a:pt x="554" y="796"/>
                    <a:pt x="611" y="750"/>
                  </a:cubicBezTo>
                  <a:cubicBezTo>
                    <a:pt x="622" y="739"/>
                    <a:pt x="633" y="728"/>
                    <a:pt x="645" y="716"/>
                  </a:cubicBezTo>
                  <a:cubicBezTo>
                    <a:pt x="839" y="512"/>
                    <a:pt x="802" y="0"/>
                    <a:pt x="49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101925" y="1326275"/>
              <a:ext cx="25900" cy="15375"/>
            </a:xfrm>
            <a:custGeom>
              <a:avLst/>
              <a:gdLst/>
              <a:ahLst/>
              <a:cxnLst/>
              <a:rect l="l" t="t" r="r" b="b"/>
              <a:pathLst>
                <a:path w="1036" h="615" extrusionOk="0">
                  <a:moveTo>
                    <a:pt x="461" y="0"/>
                  </a:moveTo>
                  <a:cubicBezTo>
                    <a:pt x="227" y="0"/>
                    <a:pt x="0" y="128"/>
                    <a:pt x="89" y="387"/>
                  </a:cubicBezTo>
                  <a:cubicBezTo>
                    <a:pt x="145" y="549"/>
                    <a:pt x="291" y="614"/>
                    <a:pt x="444" y="614"/>
                  </a:cubicBezTo>
                  <a:cubicBezTo>
                    <a:pt x="728" y="614"/>
                    <a:pt x="1036" y="389"/>
                    <a:pt x="823" y="139"/>
                  </a:cubicBezTo>
                  <a:cubicBezTo>
                    <a:pt x="812" y="128"/>
                    <a:pt x="800" y="117"/>
                    <a:pt x="789" y="105"/>
                  </a:cubicBezTo>
                  <a:cubicBezTo>
                    <a:pt x="707" y="35"/>
                    <a:pt x="583" y="0"/>
                    <a:pt x="46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177775" y="1066050"/>
              <a:ext cx="23300" cy="20000"/>
            </a:xfrm>
            <a:custGeom>
              <a:avLst/>
              <a:gdLst/>
              <a:ahLst/>
              <a:cxnLst/>
              <a:rect l="l" t="t" r="r" b="b"/>
              <a:pathLst>
                <a:path w="932" h="800" extrusionOk="0">
                  <a:moveTo>
                    <a:pt x="578" y="0"/>
                  </a:moveTo>
                  <a:cubicBezTo>
                    <a:pt x="546" y="0"/>
                    <a:pt x="512" y="7"/>
                    <a:pt x="474" y="20"/>
                  </a:cubicBezTo>
                  <a:lnTo>
                    <a:pt x="418" y="43"/>
                  </a:lnTo>
                  <a:cubicBezTo>
                    <a:pt x="136" y="178"/>
                    <a:pt x="0" y="765"/>
                    <a:pt x="418" y="799"/>
                  </a:cubicBezTo>
                  <a:cubicBezTo>
                    <a:pt x="426" y="799"/>
                    <a:pt x="434" y="800"/>
                    <a:pt x="442" y="800"/>
                  </a:cubicBezTo>
                  <a:cubicBezTo>
                    <a:pt x="867" y="800"/>
                    <a:pt x="932" y="0"/>
                    <a:pt x="57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236175" y="1229050"/>
              <a:ext cx="22625" cy="20050"/>
            </a:xfrm>
            <a:custGeom>
              <a:avLst/>
              <a:gdLst/>
              <a:ahLst/>
              <a:cxnLst/>
              <a:rect l="l" t="t" r="r" b="b"/>
              <a:pathLst>
                <a:path w="905" h="802" extrusionOk="0">
                  <a:moveTo>
                    <a:pt x="559" y="0"/>
                  </a:moveTo>
                  <a:cubicBezTo>
                    <a:pt x="526" y="0"/>
                    <a:pt x="491" y="7"/>
                    <a:pt x="452" y="22"/>
                  </a:cubicBezTo>
                  <a:lnTo>
                    <a:pt x="407" y="45"/>
                  </a:lnTo>
                  <a:cubicBezTo>
                    <a:pt x="124" y="192"/>
                    <a:pt x="0" y="778"/>
                    <a:pt x="418" y="801"/>
                  </a:cubicBezTo>
                  <a:cubicBezTo>
                    <a:pt x="423" y="801"/>
                    <a:pt x="429" y="801"/>
                    <a:pt x="434" y="801"/>
                  </a:cubicBezTo>
                  <a:cubicBezTo>
                    <a:pt x="863" y="801"/>
                    <a:pt x="905" y="0"/>
                    <a:pt x="55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786775" y="1358225"/>
              <a:ext cx="21750" cy="20125"/>
            </a:xfrm>
            <a:custGeom>
              <a:avLst/>
              <a:gdLst/>
              <a:ahLst/>
              <a:cxnLst/>
              <a:rect l="l" t="t" r="r" b="b"/>
              <a:pathLst>
                <a:path w="870" h="805" extrusionOk="0">
                  <a:moveTo>
                    <a:pt x="452" y="1"/>
                  </a:moveTo>
                  <a:cubicBezTo>
                    <a:pt x="21" y="1"/>
                    <a:pt x="1" y="805"/>
                    <a:pt x="349" y="805"/>
                  </a:cubicBezTo>
                  <a:cubicBezTo>
                    <a:pt x="384" y="805"/>
                    <a:pt x="422" y="797"/>
                    <a:pt x="463" y="779"/>
                  </a:cubicBezTo>
                  <a:cubicBezTo>
                    <a:pt x="475" y="768"/>
                    <a:pt x="497" y="757"/>
                    <a:pt x="508" y="757"/>
                  </a:cubicBezTo>
                  <a:cubicBezTo>
                    <a:pt x="779" y="599"/>
                    <a:pt x="869" y="1"/>
                    <a:pt x="45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215775" y="1076250"/>
              <a:ext cx="25450" cy="15425"/>
            </a:xfrm>
            <a:custGeom>
              <a:avLst/>
              <a:gdLst/>
              <a:ahLst/>
              <a:cxnLst/>
              <a:rect l="l" t="t" r="r" b="b"/>
              <a:pathLst>
                <a:path w="1018" h="617" extrusionOk="0">
                  <a:moveTo>
                    <a:pt x="435" y="1"/>
                  </a:moveTo>
                  <a:cubicBezTo>
                    <a:pt x="214" y="1"/>
                    <a:pt x="0" y="122"/>
                    <a:pt x="72" y="379"/>
                  </a:cubicBezTo>
                  <a:cubicBezTo>
                    <a:pt x="121" y="548"/>
                    <a:pt x="275" y="616"/>
                    <a:pt x="436" y="616"/>
                  </a:cubicBezTo>
                  <a:cubicBezTo>
                    <a:pt x="717" y="616"/>
                    <a:pt x="1017" y="409"/>
                    <a:pt x="816" y="165"/>
                  </a:cubicBezTo>
                  <a:cubicBezTo>
                    <a:pt x="805" y="142"/>
                    <a:pt x="794" y="131"/>
                    <a:pt x="771" y="120"/>
                  </a:cubicBezTo>
                  <a:cubicBezTo>
                    <a:pt x="693" y="41"/>
                    <a:pt x="562" y="1"/>
                    <a:pt x="435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177925" y="1290100"/>
              <a:ext cx="21875" cy="16050"/>
            </a:xfrm>
            <a:custGeom>
              <a:avLst/>
              <a:gdLst/>
              <a:ahLst/>
              <a:cxnLst/>
              <a:rect l="l" t="t" r="r" b="b"/>
              <a:pathLst>
                <a:path w="875" h="642" extrusionOk="0">
                  <a:moveTo>
                    <a:pt x="413" y="1"/>
                  </a:moveTo>
                  <a:cubicBezTo>
                    <a:pt x="195" y="1"/>
                    <a:pt x="0" y="119"/>
                    <a:pt x="96" y="356"/>
                  </a:cubicBezTo>
                  <a:cubicBezTo>
                    <a:pt x="107" y="367"/>
                    <a:pt x="107" y="390"/>
                    <a:pt x="119" y="401"/>
                  </a:cubicBezTo>
                  <a:cubicBezTo>
                    <a:pt x="195" y="543"/>
                    <a:pt x="396" y="642"/>
                    <a:pt x="572" y="642"/>
                  </a:cubicBezTo>
                  <a:cubicBezTo>
                    <a:pt x="731" y="642"/>
                    <a:pt x="869" y="560"/>
                    <a:pt x="875" y="356"/>
                  </a:cubicBezTo>
                  <a:cubicBezTo>
                    <a:pt x="875" y="119"/>
                    <a:pt x="632" y="1"/>
                    <a:pt x="413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4845550" y="1021050"/>
              <a:ext cx="209675" cy="170100"/>
            </a:xfrm>
            <a:custGeom>
              <a:avLst/>
              <a:gdLst/>
              <a:ahLst/>
              <a:cxnLst/>
              <a:rect l="l" t="t" r="r" b="b"/>
              <a:pathLst>
                <a:path w="8387" h="6804" extrusionOk="0">
                  <a:moveTo>
                    <a:pt x="5932" y="1"/>
                  </a:moveTo>
                  <a:cubicBezTo>
                    <a:pt x="4184" y="1"/>
                    <a:pt x="1906" y="1175"/>
                    <a:pt x="1215" y="2587"/>
                  </a:cubicBezTo>
                  <a:cubicBezTo>
                    <a:pt x="1" y="4988"/>
                    <a:pt x="3373" y="6803"/>
                    <a:pt x="5303" y="6803"/>
                  </a:cubicBezTo>
                  <a:cubicBezTo>
                    <a:pt x="5632" y="6803"/>
                    <a:pt x="5920" y="6750"/>
                    <a:pt x="6135" y="6638"/>
                  </a:cubicBezTo>
                  <a:lnTo>
                    <a:pt x="8031" y="2723"/>
                  </a:lnTo>
                  <a:cubicBezTo>
                    <a:pt x="8387" y="749"/>
                    <a:pt x="7328" y="1"/>
                    <a:pt x="5932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63800" y="1015600"/>
              <a:ext cx="189025" cy="176700"/>
            </a:xfrm>
            <a:custGeom>
              <a:avLst/>
              <a:gdLst/>
              <a:ahLst/>
              <a:cxnLst/>
              <a:rect l="l" t="t" r="r" b="b"/>
              <a:pathLst>
                <a:path w="7561" h="7068" extrusionOk="0">
                  <a:moveTo>
                    <a:pt x="5129" y="0"/>
                  </a:moveTo>
                  <a:cubicBezTo>
                    <a:pt x="5051" y="0"/>
                    <a:pt x="4974" y="2"/>
                    <a:pt x="4898" y="7"/>
                  </a:cubicBezTo>
                  <a:cubicBezTo>
                    <a:pt x="4141" y="63"/>
                    <a:pt x="3397" y="255"/>
                    <a:pt x="2720" y="582"/>
                  </a:cubicBezTo>
                  <a:cubicBezTo>
                    <a:pt x="2020" y="898"/>
                    <a:pt x="1388" y="1338"/>
                    <a:pt x="858" y="1880"/>
                  </a:cubicBezTo>
                  <a:cubicBezTo>
                    <a:pt x="734" y="2027"/>
                    <a:pt x="610" y="2173"/>
                    <a:pt x="497" y="2343"/>
                  </a:cubicBezTo>
                  <a:cubicBezTo>
                    <a:pt x="440" y="2410"/>
                    <a:pt x="395" y="2501"/>
                    <a:pt x="361" y="2580"/>
                  </a:cubicBezTo>
                  <a:cubicBezTo>
                    <a:pt x="305" y="2670"/>
                    <a:pt x="260" y="2760"/>
                    <a:pt x="226" y="2851"/>
                  </a:cubicBezTo>
                  <a:cubicBezTo>
                    <a:pt x="68" y="3212"/>
                    <a:pt x="0" y="3618"/>
                    <a:pt x="34" y="4013"/>
                  </a:cubicBezTo>
                  <a:cubicBezTo>
                    <a:pt x="68" y="4408"/>
                    <a:pt x="215" y="4791"/>
                    <a:pt x="452" y="5107"/>
                  </a:cubicBezTo>
                  <a:cubicBezTo>
                    <a:pt x="677" y="5423"/>
                    <a:pt x="937" y="5694"/>
                    <a:pt x="1241" y="5931"/>
                  </a:cubicBezTo>
                  <a:cubicBezTo>
                    <a:pt x="1839" y="6382"/>
                    <a:pt x="2517" y="6710"/>
                    <a:pt x="3239" y="6902"/>
                  </a:cubicBezTo>
                  <a:cubicBezTo>
                    <a:pt x="3600" y="6992"/>
                    <a:pt x="3972" y="7048"/>
                    <a:pt x="4333" y="7060"/>
                  </a:cubicBezTo>
                  <a:cubicBezTo>
                    <a:pt x="4390" y="7065"/>
                    <a:pt x="4448" y="7067"/>
                    <a:pt x="4505" y="7067"/>
                  </a:cubicBezTo>
                  <a:cubicBezTo>
                    <a:pt x="4819" y="7067"/>
                    <a:pt x="5128" y="6990"/>
                    <a:pt x="5405" y="6856"/>
                  </a:cubicBezTo>
                  <a:lnTo>
                    <a:pt x="5405" y="6856"/>
                  </a:lnTo>
                  <a:cubicBezTo>
                    <a:pt x="5173" y="6942"/>
                    <a:pt x="4929" y="6984"/>
                    <a:pt x="4682" y="6984"/>
                  </a:cubicBezTo>
                  <a:cubicBezTo>
                    <a:pt x="4570" y="6984"/>
                    <a:pt x="4457" y="6976"/>
                    <a:pt x="4345" y="6958"/>
                  </a:cubicBezTo>
                  <a:cubicBezTo>
                    <a:pt x="3983" y="6913"/>
                    <a:pt x="3634" y="6834"/>
                    <a:pt x="3295" y="6710"/>
                  </a:cubicBezTo>
                  <a:cubicBezTo>
                    <a:pt x="2618" y="6484"/>
                    <a:pt x="1997" y="6134"/>
                    <a:pt x="1445" y="5683"/>
                  </a:cubicBezTo>
                  <a:cubicBezTo>
                    <a:pt x="914" y="5231"/>
                    <a:pt x="485" y="4633"/>
                    <a:pt x="440" y="3979"/>
                  </a:cubicBezTo>
                  <a:cubicBezTo>
                    <a:pt x="418" y="3652"/>
                    <a:pt x="474" y="3313"/>
                    <a:pt x="621" y="3020"/>
                  </a:cubicBezTo>
                  <a:cubicBezTo>
                    <a:pt x="655" y="2941"/>
                    <a:pt x="689" y="2862"/>
                    <a:pt x="734" y="2794"/>
                  </a:cubicBezTo>
                  <a:cubicBezTo>
                    <a:pt x="779" y="2715"/>
                    <a:pt x="824" y="2647"/>
                    <a:pt x="869" y="2580"/>
                  </a:cubicBezTo>
                  <a:cubicBezTo>
                    <a:pt x="971" y="2433"/>
                    <a:pt x="1083" y="2309"/>
                    <a:pt x="1196" y="2185"/>
                  </a:cubicBezTo>
                  <a:cubicBezTo>
                    <a:pt x="1693" y="1688"/>
                    <a:pt x="2280" y="1293"/>
                    <a:pt x="2923" y="1022"/>
                  </a:cubicBezTo>
                  <a:cubicBezTo>
                    <a:pt x="3555" y="718"/>
                    <a:pt x="4232" y="526"/>
                    <a:pt x="4931" y="458"/>
                  </a:cubicBezTo>
                  <a:cubicBezTo>
                    <a:pt x="5035" y="450"/>
                    <a:pt x="5139" y="445"/>
                    <a:pt x="5244" y="445"/>
                  </a:cubicBezTo>
                  <a:cubicBezTo>
                    <a:pt x="5825" y="445"/>
                    <a:pt x="6407" y="589"/>
                    <a:pt x="6771" y="1000"/>
                  </a:cubicBezTo>
                  <a:cubicBezTo>
                    <a:pt x="6985" y="1248"/>
                    <a:pt x="7121" y="1553"/>
                    <a:pt x="7166" y="1869"/>
                  </a:cubicBezTo>
                  <a:cubicBezTo>
                    <a:pt x="7210" y="2209"/>
                    <a:pt x="7200" y="2549"/>
                    <a:pt x="7158" y="2878"/>
                  </a:cubicBezTo>
                  <a:lnTo>
                    <a:pt x="7158" y="2878"/>
                  </a:lnTo>
                  <a:cubicBezTo>
                    <a:pt x="6856" y="3538"/>
                    <a:pt x="6554" y="4188"/>
                    <a:pt x="6274" y="4848"/>
                  </a:cubicBezTo>
                  <a:cubicBezTo>
                    <a:pt x="5981" y="5514"/>
                    <a:pt x="5687" y="6179"/>
                    <a:pt x="5405" y="6856"/>
                  </a:cubicBezTo>
                  <a:cubicBezTo>
                    <a:pt x="5766" y="6224"/>
                    <a:pt x="6094" y="5570"/>
                    <a:pt x="6443" y="4938"/>
                  </a:cubicBezTo>
                  <a:cubicBezTo>
                    <a:pt x="6793" y="4295"/>
                    <a:pt x="7109" y="3652"/>
                    <a:pt x="7448" y="3008"/>
                  </a:cubicBezTo>
                  <a:lnTo>
                    <a:pt x="7459" y="2986"/>
                  </a:lnTo>
                  <a:lnTo>
                    <a:pt x="7459" y="2963"/>
                  </a:lnTo>
                  <a:cubicBezTo>
                    <a:pt x="7538" y="2591"/>
                    <a:pt x="7561" y="2207"/>
                    <a:pt x="7527" y="1824"/>
                  </a:cubicBezTo>
                  <a:cubicBezTo>
                    <a:pt x="7493" y="1417"/>
                    <a:pt x="7335" y="1034"/>
                    <a:pt x="7075" y="718"/>
                  </a:cubicBezTo>
                  <a:cubicBezTo>
                    <a:pt x="6805" y="424"/>
                    <a:pt x="6443" y="210"/>
                    <a:pt x="6049" y="108"/>
                  </a:cubicBezTo>
                  <a:cubicBezTo>
                    <a:pt x="5751" y="36"/>
                    <a:pt x="5438" y="0"/>
                    <a:pt x="512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778875" y="1102975"/>
              <a:ext cx="234450" cy="176625"/>
            </a:xfrm>
            <a:custGeom>
              <a:avLst/>
              <a:gdLst/>
              <a:ahLst/>
              <a:cxnLst/>
              <a:rect l="l" t="t" r="r" b="b"/>
              <a:pathLst>
                <a:path w="9378" h="7065" extrusionOk="0">
                  <a:moveTo>
                    <a:pt x="5853" y="1"/>
                  </a:moveTo>
                  <a:cubicBezTo>
                    <a:pt x="5698" y="1"/>
                    <a:pt x="5537" y="17"/>
                    <a:pt x="5372" y="55"/>
                  </a:cubicBezTo>
                  <a:cubicBezTo>
                    <a:pt x="4187" y="326"/>
                    <a:pt x="3047" y="1003"/>
                    <a:pt x="2156" y="1770"/>
                  </a:cubicBezTo>
                  <a:cubicBezTo>
                    <a:pt x="1005" y="2763"/>
                    <a:pt x="1" y="4738"/>
                    <a:pt x="1106" y="6149"/>
                  </a:cubicBezTo>
                  <a:cubicBezTo>
                    <a:pt x="1655" y="6820"/>
                    <a:pt x="2458" y="7064"/>
                    <a:pt x="3292" y="7064"/>
                  </a:cubicBezTo>
                  <a:cubicBezTo>
                    <a:pt x="4141" y="7064"/>
                    <a:pt x="5022" y="6811"/>
                    <a:pt x="5699" y="6498"/>
                  </a:cubicBezTo>
                  <a:cubicBezTo>
                    <a:pt x="7471" y="5720"/>
                    <a:pt x="9378" y="3869"/>
                    <a:pt x="8238" y="1759"/>
                  </a:cubicBezTo>
                  <a:lnTo>
                    <a:pt x="7663" y="755"/>
                  </a:lnTo>
                  <a:cubicBezTo>
                    <a:pt x="7663" y="755"/>
                    <a:pt x="6900" y="1"/>
                    <a:pt x="5853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787900" y="1101200"/>
              <a:ext cx="209350" cy="184025"/>
            </a:xfrm>
            <a:custGeom>
              <a:avLst/>
              <a:gdLst/>
              <a:ahLst/>
              <a:cxnLst/>
              <a:rect l="l" t="t" r="r" b="b"/>
              <a:pathLst>
                <a:path w="8374" h="7361" extrusionOk="0">
                  <a:moveTo>
                    <a:pt x="5412" y="1"/>
                  </a:moveTo>
                  <a:cubicBezTo>
                    <a:pt x="5387" y="1"/>
                    <a:pt x="5363" y="1"/>
                    <a:pt x="5338" y="2"/>
                  </a:cubicBezTo>
                  <a:cubicBezTo>
                    <a:pt x="5225" y="13"/>
                    <a:pt x="5112" y="25"/>
                    <a:pt x="4977" y="36"/>
                  </a:cubicBezTo>
                  <a:lnTo>
                    <a:pt x="4627" y="137"/>
                  </a:lnTo>
                  <a:cubicBezTo>
                    <a:pt x="4368" y="194"/>
                    <a:pt x="4119" y="273"/>
                    <a:pt x="3871" y="374"/>
                  </a:cubicBezTo>
                  <a:cubicBezTo>
                    <a:pt x="3623" y="499"/>
                    <a:pt x="3341" y="589"/>
                    <a:pt x="3081" y="747"/>
                  </a:cubicBezTo>
                  <a:cubicBezTo>
                    <a:pt x="2833" y="905"/>
                    <a:pt x="2540" y="1040"/>
                    <a:pt x="2291" y="1232"/>
                  </a:cubicBezTo>
                  <a:cubicBezTo>
                    <a:pt x="2043" y="1435"/>
                    <a:pt x="1761" y="1604"/>
                    <a:pt x="1513" y="1830"/>
                  </a:cubicBezTo>
                  <a:cubicBezTo>
                    <a:pt x="1253" y="2078"/>
                    <a:pt x="1028" y="2338"/>
                    <a:pt x="824" y="2620"/>
                  </a:cubicBezTo>
                  <a:cubicBezTo>
                    <a:pt x="430" y="3207"/>
                    <a:pt x="91" y="3895"/>
                    <a:pt x="46" y="4685"/>
                  </a:cubicBezTo>
                  <a:cubicBezTo>
                    <a:pt x="1" y="5497"/>
                    <a:pt x="351" y="6276"/>
                    <a:pt x="982" y="6784"/>
                  </a:cubicBezTo>
                  <a:cubicBezTo>
                    <a:pt x="1542" y="7208"/>
                    <a:pt x="2225" y="7361"/>
                    <a:pt x="2877" y="7361"/>
                  </a:cubicBezTo>
                  <a:cubicBezTo>
                    <a:pt x="2988" y="7361"/>
                    <a:pt x="3097" y="7356"/>
                    <a:pt x="3205" y="7348"/>
                  </a:cubicBezTo>
                  <a:cubicBezTo>
                    <a:pt x="3928" y="7292"/>
                    <a:pt x="4639" y="7111"/>
                    <a:pt x="5304" y="6806"/>
                  </a:cubicBezTo>
                  <a:cubicBezTo>
                    <a:pt x="5474" y="6739"/>
                    <a:pt x="5609" y="6682"/>
                    <a:pt x="5767" y="6592"/>
                  </a:cubicBezTo>
                  <a:cubicBezTo>
                    <a:pt x="5925" y="6502"/>
                    <a:pt x="6072" y="6423"/>
                    <a:pt x="6218" y="6332"/>
                  </a:cubicBezTo>
                  <a:cubicBezTo>
                    <a:pt x="6500" y="6152"/>
                    <a:pt x="6760" y="5949"/>
                    <a:pt x="7008" y="5723"/>
                  </a:cubicBezTo>
                  <a:cubicBezTo>
                    <a:pt x="7471" y="5328"/>
                    <a:pt x="7832" y="4832"/>
                    <a:pt x="8091" y="4279"/>
                  </a:cubicBezTo>
                  <a:cubicBezTo>
                    <a:pt x="8306" y="3793"/>
                    <a:pt x="8374" y="3263"/>
                    <a:pt x="8272" y="2755"/>
                  </a:cubicBezTo>
                  <a:cubicBezTo>
                    <a:pt x="8204" y="2372"/>
                    <a:pt x="8058" y="1999"/>
                    <a:pt x="7843" y="1672"/>
                  </a:cubicBezTo>
                  <a:lnTo>
                    <a:pt x="7302" y="826"/>
                  </a:lnTo>
                  <a:lnTo>
                    <a:pt x="7776" y="1717"/>
                  </a:lnTo>
                  <a:cubicBezTo>
                    <a:pt x="7956" y="2044"/>
                    <a:pt x="8069" y="2406"/>
                    <a:pt x="8114" y="2778"/>
                  </a:cubicBezTo>
                  <a:cubicBezTo>
                    <a:pt x="8159" y="3252"/>
                    <a:pt x="8069" y="3726"/>
                    <a:pt x="7855" y="4155"/>
                  </a:cubicBezTo>
                  <a:cubicBezTo>
                    <a:pt x="7595" y="4662"/>
                    <a:pt x="7234" y="5102"/>
                    <a:pt x="6783" y="5464"/>
                  </a:cubicBezTo>
                  <a:cubicBezTo>
                    <a:pt x="6546" y="5655"/>
                    <a:pt x="6286" y="5836"/>
                    <a:pt x="6026" y="5994"/>
                  </a:cubicBezTo>
                  <a:cubicBezTo>
                    <a:pt x="5891" y="6073"/>
                    <a:pt x="5756" y="6152"/>
                    <a:pt x="5609" y="6220"/>
                  </a:cubicBezTo>
                  <a:cubicBezTo>
                    <a:pt x="5462" y="6287"/>
                    <a:pt x="5293" y="6366"/>
                    <a:pt x="5146" y="6423"/>
                  </a:cubicBezTo>
                  <a:cubicBezTo>
                    <a:pt x="4526" y="6694"/>
                    <a:pt x="3860" y="6863"/>
                    <a:pt x="3194" y="6897"/>
                  </a:cubicBezTo>
                  <a:cubicBezTo>
                    <a:pt x="3116" y="6902"/>
                    <a:pt x="3037" y="6905"/>
                    <a:pt x="2958" y="6905"/>
                  </a:cubicBezTo>
                  <a:cubicBezTo>
                    <a:pt x="2355" y="6905"/>
                    <a:pt x="1747" y="6749"/>
                    <a:pt x="1298" y="6400"/>
                  </a:cubicBezTo>
                  <a:cubicBezTo>
                    <a:pt x="768" y="6005"/>
                    <a:pt x="475" y="5362"/>
                    <a:pt x="509" y="4696"/>
                  </a:cubicBezTo>
                  <a:cubicBezTo>
                    <a:pt x="531" y="4042"/>
                    <a:pt x="824" y="3410"/>
                    <a:pt x="1174" y="2868"/>
                  </a:cubicBezTo>
                  <a:cubicBezTo>
                    <a:pt x="1355" y="2597"/>
                    <a:pt x="1558" y="2349"/>
                    <a:pt x="1784" y="2123"/>
                  </a:cubicBezTo>
                  <a:cubicBezTo>
                    <a:pt x="2009" y="1909"/>
                    <a:pt x="2269" y="1717"/>
                    <a:pt x="2506" y="1525"/>
                  </a:cubicBezTo>
                  <a:cubicBezTo>
                    <a:pt x="2743" y="1334"/>
                    <a:pt x="3002" y="1187"/>
                    <a:pt x="3251" y="1018"/>
                  </a:cubicBezTo>
                  <a:cubicBezTo>
                    <a:pt x="3488" y="882"/>
                    <a:pt x="3725" y="747"/>
                    <a:pt x="3973" y="634"/>
                  </a:cubicBezTo>
                  <a:cubicBezTo>
                    <a:pt x="4210" y="521"/>
                    <a:pt x="4458" y="431"/>
                    <a:pt x="4706" y="352"/>
                  </a:cubicBezTo>
                  <a:lnTo>
                    <a:pt x="5045" y="239"/>
                  </a:lnTo>
                  <a:lnTo>
                    <a:pt x="5361" y="183"/>
                  </a:lnTo>
                  <a:cubicBezTo>
                    <a:pt x="5445" y="172"/>
                    <a:pt x="5528" y="167"/>
                    <a:pt x="5612" y="167"/>
                  </a:cubicBezTo>
                  <a:cubicBezTo>
                    <a:pt x="5900" y="167"/>
                    <a:pt x="6184" y="227"/>
                    <a:pt x="6455" y="341"/>
                  </a:cubicBezTo>
                  <a:cubicBezTo>
                    <a:pt x="6681" y="420"/>
                    <a:pt x="6895" y="532"/>
                    <a:pt x="7098" y="668"/>
                  </a:cubicBezTo>
                  <a:cubicBezTo>
                    <a:pt x="7234" y="758"/>
                    <a:pt x="7302" y="826"/>
                    <a:pt x="7302" y="826"/>
                  </a:cubicBezTo>
                  <a:cubicBezTo>
                    <a:pt x="7245" y="758"/>
                    <a:pt x="7177" y="702"/>
                    <a:pt x="7110" y="645"/>
                  </a:cubicBezTo>
                  <a:cubicBezTo>
                    <a:pt x="6918" y="487"/>
                    <a:pt x="6704" y="352"/>
                    <a:pt x="6478" y="250"/>
                  </a:cubicBezTo>
                  <a:cubicBezTo>
                    <a:pt x="6150" y="81"/>
                    <a:pt x="5782" y="1"/>
                    <a:pt x="541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4937975" y="1022550"/>
              <a:ext cx="273675" cy="163450"/>
            </a:xfrm>
            <a:custGeom>
              <a:avLst/>
              <a:gdLst/>
              <a:ahLst/>
              <a:cxnLst/>
              <a:rect l="l" t="t" r="r" b="b"/>
              <a:pathLst>
                <a:path w="10947" h="6538" extrusionOk="0">
                  <a:moveTo>
                    <a:pt x="5556" y="0"/>
                  </a:moveTo>
                  <a:cubicBezTo>
                    <a:pt x="5453" y="0"/>
                    <a:pt x="5354" y="4"/>
                    <a:pt x="5259" y="11"/>
                  </a:cubicBezTo>
                  <a:cubicBezTo>
                    <a:pt x="2901" y="203"/>
                    <a:pt x="1" y="3159"/>
                    <a:pt x="2088" y="5348"/>
                  </a:cubicBezTo>
                  <a:cubicBezTo>
                    <a:pt x="2877" y="6168"/>
                    <a:pt x="4430" y="6537"/>
                    <a:pt x="5922" y="6537"/>
                  </a:cubicBezTo>
                  <a:cubicBezTo>
                    <a:pt x="7120" y="6537"/>
                    <a:pt x="8278" y="6300"/>
                    <a:pt x="8972" y="5867"/>
                  </a:cubicBezTo>
                  <a:lnTo>
                    <a:pt x="9931" y="5089"/>
                  </a:lnTo>
                  <a:cubicBezTo>
                    <a:pt x="10947" y="4886"/>
                    <a:pt x="10089" y="2132"/>
                    <a:pt x="9694" y="1625"/>
                  </a:cubicBezTo>
                  <a:cubicBezTo>
                    <a:pt x="8835" y="608"/>
                    <a:pt x="6895" y="0"/>
                    <a:pt x="5556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961400" y="1017450"/>
              <a:ext cx="238125" cy="172100"/>
            </a:xfrm>
            <a:custGeom>
              <a:avLst/>
              <a:gdLst/>
              <a:ahLst/>
              <a:cxnLst/>
              <a:rect l="l" t="t" r="r" b="b"/>
              <a:pathLst>
                <a:path w="9525" h="6884" extrusionOk="0">
                  <a:moveTo>
                    <a:pt x="4300" y="1"/>
                  </a:moveTo>
                  <a:lnTo>
                    <a:pt x="4119" y="23"/>
                  </a:lnTo>
                  <a:cubicBezTo>
                    <a:pt x="3860" y="68"/>
                    <a:pt x="3600" y="125"/>
                    <a:pt x="3363" y="204"/>
                  </a:cubicBezTo>
                  <a:cubicBezTo>
                    <a:pt x="3115" y="283"/>
                    <a:pt x="2878" y="384"/>
                    <a:pt x="2652" y="508"/>
                  </a:cubicBezTo>
                  <a:cubicBezTo>
                    <a:pt x="2201" y="745"/>
                    <a:pt x="1772" y="1039"/>
                    <a:pt x="1411" y="1400"/>
                  </a:cubicBezTo>
                  <a:cubicBezTo>
                    <a:pt x="1027" y="1750"/>
                    <a:pt x="723" y="2178"/>
                    <a:pt x="508" y="2652"/>
                  </a:cubicBezTo>
                  <a:cubicBezTo>
                    <a:pt x="1" y="3634"/>
                    <a:pt x="170" y="4830"/>
                    <a:pt x="937" y="5620"/>
                  </a:cubicBezTo>
                  <a:cubicBezTo>
                    <a:pt x="1309" y="5993"/>
                    <a:pt x="1750" y="6286"/>
                    <a:pt x="2246" y="6466"/>
                  </a:cubicBezTo>
                  <a:cubicBezTo>
                    <a:pt x="2720" y="6647"/>
                    <a:pt x="3205" y="6760"/>
                    <a:pt x="3713" y="6816"/>
                  </a:cubicBezTo>
                  <a:cubicBezTo>
                    <a:pt x="4059" y="6863"/>
                    <a:pt x="4405" y="6883"/>
                    <a:pt x="4755" y="6883"/>
                  </a:cubicBezTo>
                  <a:cubicBezTo>
                    <a:pt x="4907" y="6883"/>
                    <a:pt x="5060" y="6880"/>
                    <a:pt x="5214" y="6873"/>
                  </a:cubicBezTo>
                  <a:cubicBezTo>
                    <a:pt x="5710" y="6861"/>
                    <a:pt x="6207" y="6794"/>
                    <a:pt x="6692" y="6670"/>
                  </a:cubicBezTo>
                  <a:cubicBezTo>
                    <a:pt x="7177" y="6568"/>
                    <a:pt x="7651" y="6376"/>
                    <a:pt x="8069" y="6117"/>
                  </a:cubicBezTo>
                  <a:lnTo>
                    <a:pt x="8994" y="5293"/>
                  </a:lnTo>
                  <a:lnTo>
                    <a:pt x="7990" y="6026"/>
                  </a:lnTo>
                  <a:cubicBezTo>
                    <a:pt x="7550" y="6252"/>
                    <a:pt x="7087" y="6399"/>
                    <a:pt x="6613" y="6466"/>
                  </a:cubicBezTo>
                  <a:cubicBezTo>
                    <a:pt x="6139" y="6545"/>
                    <a:pt x="5654" y="6591"/>
                    <a:pt x="5169" y="6591"/>
                  </a:cubicBezTo>
                  <a:cubicBezTo>
                    <a:pt x="5139" y="6591"/>
                    <a:pt x="5109" y="6591"/>
                    <a:pt x="5079" y="6591"/>
                  </a:cubicBezTo>
                  <a:cubicBezTo>
                    <a:pt x="4150" y="6591"/>
                    <a:pt x="3233" y="6422"/>
                    <a:pt x="2359" y="6094"/>
                  </a:cubicBezTo>
                  <a:cubicBezTo>
                    <a:pt x="1930" y="5925"/>
                    <a:pt x="1546" y="5665"/>
                    <a:pt x="1230" y="5338"/>
                  </a:cubicBezTo>
                  <a:cubicBezTo>
                    <a:pt x="926" y="4999"/>
                    <a:pt x="734" y="4593"/>
                    <a:pt x="666" y="4142"/>
                  </a:cubicBezTo>
                  <a:cubicBezTo>
                    <a:pt x="610" y="3702"/>
                    <a:pt x="689" y="3250"/>
                    <a:pt x="903" y="2844"/>
                  </a:cubicBezTo>
                  <a:cubicBezTo>
                    <a:pt x="1106" y="2427"/>
                    <a:pt x="1377" y="2054"/>
                    <a:pt x="1716" y="1738"/>
                  </a:cubicBezTo>
                  <a:cubicBezTo>
                    <a:pt x="2043" y="1400"/>
                    <a:pt x="2427" y="1118"/>
                    <a:pt x="2844" y="903"/>
                  </a:cubicBezTo>
                  <a:cubicBezTo>
                    <a:pt x="3047" y="791"/>
                    <a:pt x="3262" y="700"/>
                    <a:pt x="3476" y="610"/>
                  </a:cubicBezTo>
                  <a:cubicBezTo>
                    <a:pt x="3702" y="542"/>
                    <a:pt x="3927" y="486"/>
                    <a:pt x="4153" y="452"/>
                  </a:cubicBezTo>
                  <a:lnTo>
                    <a:pt x="4334" y="418"/>
                  </a:lnTo>
                  <a:lnTo>
                    <a:pt x="4841" y="418"/>
                  </a:lnTo>
                  <a:cubicBezTo>
                    <a:pt x="5078" y="452"/>
                    <a:pt x="5315" y="452"/>
                    <a:pt x="5552" y="508"/>
                  </a:cubicBezTo>
                  <a:cubicBezTo>
                    <a:pt x="5789" y="542"/>
                    <a:pt x="6026" y="587"/>
                    <a:pt x="6252" y="655"/>
                  </a:cubicBezTo>
                  <a:cubicBezTo>
                    <a:pt x="6489" y="712"/>
                    <a:pt x="6715" y="779"/>
                    <a:pt x="6940" y="869"/>
                  </a:cubicBezTo>
                  <a:cubicBezTo>
                    <a:pt x="7380" y="1027"/>
                    <a:pt x="7798" y="1242"/>
                    <a:pt x="8193" y="1513"/>
                  </a:cubicBezTo>
                  <a:cubicBezTo>
                    <a:pt x="8283" y="1580"/>
                    <a:pt x="8385" y="1671"/>
                    <a:pt x="8475" y="1750"/>
                  </a:cubicBezTo>
                  <a:lnTo>
                    <a:pt x="8610" y="1874"/>
                  </a:lnTo>
                  <a:cubicBezTo>
                    <a:pt x="8622" y="1896"/>
                    <a:pt x="8678" y="1930"/>
                    <a:pt x="8667" y="1930"/>
                  </a:cubicBezTo>
                  <a:lnTo>
                    <a:pt x="8712" y="1998"/>
                  </a:lnTo>
                  <a:cubicBezTo>
                    <a:pt x="8825" y="2201"/>
                    <a:pt x="8926" y="2415"/>
                    <a:pt x="9017" y="2630"/>
                  </a:cubicBezTo>
                  <a:cubicBezTo>
                    <a:pt x="9186" y="3081"/>
                    <a:pt x="9321" y="3555"/>
                    <a:pt x="9389" y="4029"/>
                  </a:cubicBezTo>
                  <a:cubicBezTo>
                    <a:pt x="9423" y="4266"/>
                    <a:pt x="9434" y="4514"/>
                    <a:pt x="9400" y="4751"/>
                  </a:cubicBezTo>
                  <a:cubicBezTo>
                    <a:pt x="9366" y="4988"/>
                    <a:pt x="9254" y="5236"/>
                    <a:pt x="8994" y="5293"/>
                  </a:cubicBezTo>
                  <a:cubicBezTo>
                    <a:pt x="9254" y="5270"/>
                    <a:pt x="9423" y="4999"/>
                    <a:pt x="9468" y="4763"/>
                  </a:cubicBezTo>
                  <a:cubicBezTo>
                    <a:pt x="9513" y="4526"/>
                    <a:pt x="9524" y="4266"/>
                    <a:pt x="9513" y="4018"/>
                  </a:cubicBezTo>
                  <a:cubicBezTo>
                    <a:pt x="9468" y="3521"/>
                    <a:pt x="9378" y="3036"/>
                    <a:pt x="9231" y="2562"/>
                  </a:cubicBezTo>
                  <a:cubicBezTo>
                    <a:pt x="9152" y="2314"/>
                    <a:pt x="9050" y="2077"/>
                    <a:pt x="8926" y="1851"/>
                  </a:cubicBezTo>
                  <a:lnTo>
                    <a:pt x="8881" y="1772"/>
                  </a:lnTo>
                  <a:cubicBezTo>
                    <a:pt x="8859" y="1738"/>
                    <a:pt x="8825" y="1705"/>
                    <a:pt x="8802" y="1682"/>
                  </a:cubicBezTo>
                  <a:lnTo>
                    <a:pt x="8667" y="1558"/>
                  </a:lnTo>
                  <a:cubicBezTo>
                    <a:pt x="8588" y="1456"/>
                    <a:pt x="8498" y="1377"/>
                    <a:pt x="8407" y="1298"/>
                  </a:cubicBezTo>
                  <a:cubicBezTo>
                    <a:pt x="8001" y="982"/>
                    <a:pt x="7561" y="723"/>
                    <a:pt x="7087" y="531"/>
                  </a:cubicBezTo>
                  <a:cubicBezTo>
                    <a:pt x="6850" y="429"/>
                    <a:pt x="6624" y="350"/>
                    <a:pt x="6376" y="283"/>
                  </a:cubicBezTo>
                  <a:cubicBezTo>
                    <a:pt x="6139" y="204"/>
                    <a:pt x="5891" y="147"/>
                    <a:pt x="5643" y="102"/>
                  </a:cubicBezTo>
                  <a:cubicBezTo>
                    <a:pt x="5394" y="46"/>
                    <a:pt x="5146" y="34"/>
                    <a:pt x="4887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795800" y="1115325"/>
              <a:ext cx="244075" cy="269300"/>
            </a:xfrm>
            <a:custGeom>
              <a:avLst/>
              <a:gdLst/>
              <a:ahLst/>
              <a:cxnLst/>
              <a:rect l="l" t="t" r="r" b="b"/>
              <a:pathLst>
                <a:path w="9763" h="10772" extrusionOk="0">
                  <a:moveTo>
                    <a:pt x="6856" y="1"/>
                  </a:moveTo>
                  <a:cubicBezTo>
                    <a:pt x="6850" y="1"/>
                    <a:pt x="6844" y="1"/>
                    <a:pt x="6839" y="1"/>
                  </a:cubicBezTo>
                  <a:cubicBezTo>
                    <a:pt x="5282" y="80"/>
                    <a:pt x="3431" y="1130"/>
                    <a:pt x="2280" y="2427"/>
                  </a:cubicBezTo>
                  <a:cubicBezTo>
                    <a:pt x="1197" y="3657"/>
                    <a:pt x="678" y="4549"/>
                    <a:pt x="294" y="6151"/>
                  </a:cubicBezTo>
                  <a:cubicBezTo>
                    <a:pt x="1" y="7562"/>
                    <a:pt x="621" y="8871"/>
                    <a:pt x="1817" y="9852"/>
                  </a:cubicBezTo>
                  <a:cubicBezTo>
                    <a:pt x="2569" y="10454"/>
                    <a:pt x="3812" y="10771"/>
                    <a:pt x="5087" y="10771"/>
                  </a:cubicBezTo>
                  <a:cubicBezTo>
                    <a:pt x="7374" y="10771"/>
                    <a:pt x="9763" y="9752"/>
                    <a:pt x="9604" y="7528"/>
                  </a:cubicBezTo>
                  <a:lnTo>
                    <a:pt x="9107" y="6806"/>
                  </a:lnTo>
                  <a:cubicBezTo>
                    <a:pt x="8882" y="5683"/>
                    <a:pt x="7987" y="1"/>
                    <a:pt x="6856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794675" y="1111225"/>
              <a:ext cx="243775" cy="277900"/>
            </a:xfrm>
            <a:custGeom>
              <a:avLst/>
              <a:gdLst/>
              <a:ahLst/>
              <a:cxnLst/>
              <a:rect l="l" t="t" r="r" b="b"/>
              <a:pathLst>
                <a:path w="9751" h="11116" extrusionOk="0">
                  <a:moveTo>
                    <a:pt x="6871" y="0"/>
                  </a:moveTo>
                  <a:cubicBezTo>
                    <a:pt x="6834" y="0"/>
                    <a:pt x="6797" y="3"/>
                    <a:pt x="6760" y="7"/>
                  </a:cubicBezTo>
                  <a:lnTo>
                    <a:pt x="6512" y="41"/>
                  </a:lnTo>
                  <a:cubicBezTo>
                    <a:pt x="6354" y="52"/>
                    <a:pt x="6184" y="75"/>
                    <a:pt x="6026" y="120"/>
                  </a:cubicBezTo>
                  <a:cubicBezTo>
                    <a:pt x="5868" y="165"/>
                    <a:pt x="5688" y="188"/>
                    <a:pt x="5541" y="244"/>
                  </a:cubicBezTo>
                  <a:cubicBezTo>
                    <a:pt x="5225" y="346"/>
                    <a:pt x="4909" y="470"/>
                    <a:pt x="4616" y="617"/>
                  </a:cubicBezTo>
                  <a:cubicBezTo>
                    <a:pt x="4322" y="763"/>
                    <a:pt x="4029" y="921"/>
                    <a:pt x="3758" y="1102"/>
                  </a:cubicBezTo>
                  <a:cubicBezTo>
                    <a:pt x="3476" y="1282"/>
                    <a:pt x="3217" y="1474"/>
                    <a:pt x="2957" y="1689"/>
                  </a:cubicBezTo>
                  <a:cubicBezTo>
                    <a:pt x="2438" y="2095"/>
                    <a:pt x="2009" y="2625"/>
                    <a:pt x="1603" y="3110"/>
                  </a:cubicBezTo>
                  <a:cubicBezTo>
                    <a:pt x="1400" y="3370"/>
                    <a:pt x="1208" y="3641"/>
                    <a:pt x="1039" y="3923"/>
                  </a:cubicBezTo>
                  <a:cubicBezTo>
                    <a:pt x="858" y="4205"/>
                    <a:pt x="711" y="4498"/>
                    <a:pt x="587" y="4814"/>
                  </a:cubicBezTo>
                  <a:cubicBezTo>
                    <a:pt x="441" y="5108"/>
                    <a:pt x="339" y="5424"/>
                    <a:pt x="260" y="5751"/>
                  </a:cubicBezTo>
                  <a:lnTo>
                    <a:pt x="113" y="6225"/>
                  </a:lnTo>
                  <a:cubicBezTo>
                    <a:pt x="80" y="6428"/>
                    <a:pt x="68" y="6552"/>
                    <a:pt x="46" y="6721"/>
                  </a:cubicBezTo>
                  <a:cubicBezTo>
                    <a:pt x="1" y="7410"/>
                    <a:pt x="147" y="8109"/>
                    <a:pt x="486" y="8719"/>
                  </a:cubicBezTo>
                  <a:cubicBezTo>
                    <a:pt x="813" y="9305"/>
                    <a:pt x="1264" y="9824"/>
                    <a:pt x="1795" y="10242"/>
                  </a:cubicBezTo>
                  <a:cubicBezTo>
                    <a:pt x="2348" y="10626"/>
                    <a:pt x="2991" y="10885"/>
                    <a:pt x="3657" y="10987"/>
                  </a:cubicBezTo>
                  <a:cubicBezTo>
                    <a:pt x="4105" y="11073"/>
                    <a:pt x="4559" y="11115"/>
                    <a:pt x="5012" y="11115"/>
                  </a:cubicBezTo>
                  <a:cubicBezTo>
                    <a:pt x="5870" y="11115"/>
                    <a:pt x="6726" y="10962"/>
                    <a:pt x="7538" y="10659"/>
                  </a:cubicBezTo>
                  <a:cubicBezTo>
                    <a:pt x="8159" y="10434"/>
                    <a:pt x="8723" y="10050"/>
                    <a:pt x="9152" y="9542"/>
                  </a:cubicBezTo>
                  <a:cubicBezTo>
                    <a:pt x="9558" y="9023"/>
                    <a:pt x="9750" y="8358"/>
                    <a:pt x="9682" y="7692"/>
                  </a:cubicBezTo>
                  <a:lnTo>
                    <a:pt x="9682" y="7680"/>
                  </a:lnTo>
                  <a:lnTo>
                    <a:pt x="9152" y="6970"/>
                  </a:lnTo>
                  <a:lnTo>
                    <a:pt x="9626" y="7714"/>
                  </a:lnTo>
                  <a:lnTo>
                    <a:pt x="9626" y="7692"/>
                  </a:lnTo>
                  <a:lnTo>
                    <a:pt x="9626" y="7692"/>
                  </a:lnTo>
                  <a:cubicBezTo>
                    <a:pt x="9660" y="8324"/>
                    <a:pt x="9445" y="8956"/>
                    <a:pt x="9028" y="9430"/>
                  </a:cubicBezTo>
                  <a:cubicBezTo>
                    <a:pt x="8588" y="9881"/>
                    <a:pt x="8046" y="10219"/>
                    <a:pt x="7459" y="10411"/>
                  </a:cubicBezTo>
                  <a:cubicBezTo>
                    <a:pt x="6745" y="10645"/>
                    <a:pt x="6004" y="10764"/>
                    <a:pt x="5260" y="10764"/>
                  </a:cubicBezTo>
                  <a:cubicBezTo>
                    <a:pt x="4746" y="10764"/>
                    <a:pt x="4232" y="10707"/>
                    <a:pt x="3724" y="10592"/>
                  </a:cubicBezTo>
                  <a:cubicBezTo>
                    <a:pt x="3126" y="10456"/>
                    <a:pt x="2528" y="10265"/>
                    <a:pt x="2043" y="9892"/>
                  </a:cubicBezTo>
                  <a:cubicBezTo>
                    <a:pt x="1569" y="9508"/>
                    <a:pt x="1174" y="9035"/>
                    <a:pt x="881" y="8504"/>
                  </a:cubicBezTo>
                  <a:cubicBezTo>
                    <a:pt x="587" y="7974"/>
                    <a:pt x="463" y="7376"/>
                    <a:pt x="508" y="6778"/>
                  </a:cubicBezTo>
                  <a:cubicBezTo>
                    <a:pt x="531" y="6631"/>
                    <a:pt x="553" y="6428"/>
                    <a:pt x="576" y="6326"/>
                  </a:cubicBezTo>
                  <a:lnTo>
                    <a:pt x="711" y="5875"/>
                  </a:lnTo>
                  <a:cubicBezTo>
                    <a:pt x="790" y="5570"/>
                    <a:pt x="892" y="5277"/>
                    <a:pt x="1016" y="4995"/>
                  </a:cubicBezTo>
                  <a:cubicBezTo>
                    <a:pt x="1129" y="4701"/>
                    <a:pt x="1276" y="4419"/>
                    <a:pt x="1434" y="4160"/>
                  </a:cubicBezTo>
                  <a:cubicBezTo>
                    <a:pt x="1592" y="3889"/>
                    <a:pt x="1772" y="3641"/>
                    <a:pt x="1964" y="3392"/>
                  </a:cubicBezTo>
                  <a:cubicBezTo>
                    <a:pt x="2370" y="2885"/>
                    <a:pt x="2754" y="2411"/>
                    <a:pt x="3239" y="2016"/>
                  </a:cubicBezTo>
                  <a:cubicBezTo>
                    <a:pt x="3476" y="1813"/>
                    <a:pt x="3724" y="1621"/>
                    <a:pt x="3984" y="1452"/>
                  </a:cubicBezTo>
                  <a:cubicBezTo>
                    <a:pt x="4255" y="1282"/>
                    <a:pt x="4526" y="1124"/>
                    <a:pt x="4808" y="978"/>
                  </a:cubicBezTo>
                  <a:cubicBezTo>
                    <a:pt x="5078" y="842"/>
                    <a:pt x="5372" y="718"/>
                    <a:pt x="5665" y="617"/>
                  </a:cubicBezTo>
                  <a:cubicBezTo>
                    <a:pt x="5812" y="560"/>
                    <a:pt x="5959" y="526"/>
                    <a:pt x="6105" y="492"/>
                  </a:cubicBezTo>
                  <a:lnTo>
                    <a:pt x="6320" y="425"/>
                  </a:lnTo>
                  <a:lnTo>
                    <a:pt x="6557" y="391"/>
                  </a:lnTo>
                  <a:cubicBezTo>
                    <a:pt x="6679" y="382"/>
                    <a:pt x="6828" y="346"/>
                    <a:pt x="6911" y="346"/>
                  </a:cubicBezTo>
                  <a:cubicBezTo>
                    <a:pt x="6934" y="346"/>
                    <a:pt x="6953" y="349"/>
                    <a:pt x="6963" y="357"/>
                  </a:cubicBezTo>
                  <a:cubicBezTo>
                    <a:pt x="7076" y="402"/>
                    <a:pt x="7177" y="492"/>
                    <a:pt x="7245" y="594"/>
                  </a:cubicBezTo>
                  <a:cubicBezTo>
                    <a:pt x="7426" y="842"/>
                    <a:pt x="7572" y="1113"/>
                    <a:pt x="7685" y="1406"/>
                  </a:cubicBezTo>
                  <a:cubicBezTo>
                    <a:pt x="7911" y="1993"/>
                    <a:pt x="8114" y="2603"/>
                    <a:pt x="8272" y="3223"/>
                  </a:cubicBezTo>
                  <a:cubicBezTo>
                    <a:pt x="8622" y="4453"/>
                    <a:pt x="8870" y="5717"/>
                    <a:pt x="9152" y="6970"/>
                  </a:cubicBezTo>
                  <a:cubicBezTo>
                    <a:pt x="8971" y="5694"/>
                    <a:pt x="8768" y="4431"/>
                    <a:pt x="8486" y="3167"/>
                  </a:cubicBezTo>
                  <a:cubicBezTo>
                    <a:pt x="8351" y="2535"/>
                    <a:pt x="8170" y="1914"/>
                    <a:pt x="7956" y="1294"/>
                  </a:cubicBezTo>
                  <a:cubicBezTo>
                    <a:pt x="7843" y="978"/>
                    <a:pt x="7696" y="684"/>
                    <a:pt x="7505" y="402"/>
                  </a:cubicBezTo>
                  <a:cubicBezTo>
                    <a:pt x="7403" y="233"/>
                    <a:pt x="7245" y="98"/>
                    <a:pt x="7064" y="30"/>
                  </a:cubicBezTo>
                  <a:cubicBezTo>
                    <a:pt x="7000" y="8"/>
                    <a:pt x="6936" y="0"/>
                    <a:pt x="687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848550" y="1121625"/>
              <a:ext cx="239250" cy="294400"/>
            </a:xfrm>
            <a:custGeom>
              <a:avLst/>
              <a:gdLst/>
              <a:ahLst/>
              <a:cxnLst/>
              <a:rect l="l" t="t" r="r" b="b"/>
              <a:pathLst>
                <a:path w="9570" h="11776" extrusionOk="0">
                  <a:moveTo>
                    <a:pt x="4830" y="0"/>
                  </a:moveTo>
                  <a:cubicBezTo>
                    <a:pt x="4379" y="0"/>
                    <a:pt x="3905" y="241"/>
                    <a:pt x="3364" y="787"/>
                  </a:cubicBezTo>
                  <a:cubicBezTo>
                    <a:pt x="2032" y="2062"/>
                    <a:pt x="1152" y="3473"/>
                    <a:pt x="678" y="5199"/>
                  </a:cubicBezTo>
                  <a:cubicBezTo>
                    <a:pt x="1" y="7919"/>
                    <a:pt x="351" y="10774"/>
                    <a:pt x="3521" y="11654"/>
                  </a:cubicBezTo>
                  <a:cubicBezTo>
                    <a:pt x="3830" y="11738"/>
                    <a:pt x="4159" y="11775"/>
                    <a:pt x="4496" y="11775"/>
                  </a:cubicBezTo>
                  <a:cubicBezTo>
                    <a:pt x="5469" y="11775"/>
                    <a:pt x="6512" y="11467"/>
                    <a:pt x="7324" y="11090"/>
                  </a:cubicBezTo>
                  <a:cubicBezTo>
                    <a:pt x="8001" y="10774"/>
                    <a:pt x="8645" y="10334"/>
                    <a:pt x="9051" y="9702"/>
                  </a:cubicBezTo>
                  <a:cubicBezTo>
                    <a:pt x="9434" y="9149"/>
                    <a:pt x="9570" y="8449"/>
                    <a:pt x="9559" y="7738"/>
                  </a:cubicBezTo>
                  <a:cubicBezTo>
                    <a:pt x="9536" y="7016"/>
                    <a:pt x="9401" y="6305"/>
                    <a:pt x="9152" y="5628"/>
                  </a:cubicBezTo>
                  <a:cubicBezTo>
                    <a:pt x="8588" y="4082"/>
                    <a:pt x="7843" y="2503"/>
                    <a:pt x="6749" y="1273"/>
                  </a:cubicBezTo>
                  <a:cubicBezTo>
                    <a:pt x="6067" y="485"/>
                    <a:pt x="5471" y="0"/>
                    <a:pt x="4830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851650" y="1117850"/>
              <a:ext cx="235875" cy="300625"/>
            </a:xfrm>
            <a:custGeom>
              <a:avLst/>
              <a:gdLst/>
              <a:ahLst/>
              <a:cxnLst/>
              <a:rect l="l" t="t" r="r" b="b"/>
              <a:pathLst>
                <a:path w="9435" h="12025" extrusionOk="0">
                  <a:moveTo>
                    <a:pt x="9435" y="7889"/>
                  </a:moveTo>
                  <a:lnTo>
                    <a:pt x="9435" y="7889"/>
                  </a:lnTo>
                  <a:cubicBezTo>
                    <a:pt x="9435" y="7890"/>
                    <a:pt x="9424" y="8010"/>
                    <a:pt x="9423" y="8262"/>
                  </a:cubicBezTo>
                  <a:lnTo>
                    <a:pt x="9423" y="8262"/>
                  </a:lnTo>
                  <a:cubicBezTo>
                    <a:pt x="9435" y="8025"/>
                    <a:pt x="9435" y="7890"/>
                    <a:pt x="9435" y="7889"/>
                  </a:cubicBezTo>
                  <a:close/>
                  <a:moveTo>
                    <a:pt x="9423" y="8262"/>
                  </a:moveTo>
                  <a:cubicBezTo>
                    <a:pt x="9423" y="8262"/>
                    <a:pt x="9423" y="8262"/>
                    <a:pt x="9423" y="8262"/>
                  </a:cubicBezTo>
                  <a:cubicBezTo>
                    <a:pt x="9412" y="8408"/>
                    <a:pt x="9401" y="8555"/>
                    <a:pt x="9367" y="8702"/>
                  </a:cubicBezTo>
                  <a:cubicBezTo>
                    <a:pt x="9401" y="8566"/>
                    <a:pt x="9412" y="8420"/>
                    <a:pt x="9423" y="8273"/>
                  </a:cubicBezTo>
                  <a:cubicBezTo>
                    <a:pt x="9423" y="8269"/>
                    <a:pt x="9423" y="8265"/>
                    <a:pt x="9423" y="8262"/>
                  </a:cubicBezTo>
                  <a:close/>
                  <a:moveTo>
                    <a:pt x="4681" y="0"/>
                  </a:moveTo>
                  <a:cubicBezTo>
                    <a:pt x="4659" y="0"/>
                    <a:pt x="4638" y="1"/>
                    <a:pt x="4616" y="2"/>
                  </a:cubicBezTo>
                  <a:cubicBezTo>
                    <a:pt x="4357" y="24"/>
                    <a:pt x="4108" y="103"/>
                    <a:pt x="3883" y="227"/>
                  </a:cubicBezTo>
                  <a:cubicBezTo>
                    <a:pt x="3431" y="476"/>
                    <a:pt x="3070" y="859"/>
                    <a:pt x="2732" y="1209"/>
                  </a:cubicBezTo>
                  <a:cubicBezTo>
                    <a:pt x="2562" y="1378"/>
                    <a:pt x="2382" y="1548"/>
                    <a:pt x="2224" y="1740"/>
                  </a:cubicBezTo>
                  <a:cubicBezTo>
                    <a:pt x="2066" y="1943"/>
                    <a:pt x="1919" y="2157"/>
                    <a:pt x="1761" y="2360"/>
                  </a:cubicBezTo>
                  <a:cubicBezTo>
                    <a:pt x="1129" y="3184"/>
                    <a:pt x="712" y="4166"/>
                    <a:pt x="396" y="5147"/>
                  </a:cubicBezTo>
                  <a:cubicBezTo>
                    <a:pt x="103" y="6152"/>
                    <a:pt x="1" y="7212"/>
                    <a:pt x="114" y="8250"/>
                  </a:cubicBezTo>
                  <a:cubicBezTo>
                    <a:pt x="170" y="8770"/>
                    <a:pt x="306" y="9277"/>
                    <a:pt x="520" y="9751"/>
                  </a:cubicBezTo>
                  <a:cubicBezTo>
                    <a:pt x="757" y="10203"/>
                    <a:pt x="1062" y="10620"/>
                    <a:pt x="1445" y="10959"/>
                  </a:cubicBezTo>
                  <a:cubicBezTo>
                    <a:pt x="1818" y="11275"/>
                    <a:pt x="2235" y="11523"/>
                    <a:pt x="2698" y="11703"/>
                  </a:cubicBezTo>
                  <a:cubicBezTo>
                    <a:pt x="2912" y="11794"/>
                    <a:pt x="3138" y="11850"/>
                    <a:pt x="3352" y="11918"/>
                  </a:cubicBezTo>
                  <a:cubicBezTo>
                    <a:pt x="3578" y="11974"/>
                    <a:pt x="3804" y="12008"/>
                    <a:pt x="4029" y="12019"/>
                  </a:cubicBezTo>
                  <a:cubicBezTo>
                    <a:pt x="4109" y="12023"/>
                    <a:pt x="4188" y="12024"/>
                    <a:pt x="4268" y="12024"/>
                  </a:cubicBezTo>
                  <a:cubicBezTo>
                    <a:pt x="5032" y="12024"/>
                    <a:pt x="5784" y="11877"/>
                    <a:pt x="6489" y="11591"/>
                  </a:cubicBezTo>
                  <a:cubicBezTo>
                    <a:pt x="7144" y="11365"/>
                    <a:pt x="7764" y="11015"/>
                    <a:pt x="8306" y="10575"/>
                  </a:cubicBezTo>
                  <a:cubicBezTo>
                    <a:pt x="8735" y="10237"/>
                    <a:pt x="9051" y="9785"/>
                    <a:pt x="9231" y="9277"/>
                  </a:cubicBezTo>
                  <a:cubicBezTo>
                    <a:pt x="9299" y="9086"/>
                    <a:pt x="9344" y="8894"/>
                    <a:pt x="9367" y="8702"/>
                  </a:cubicBezTo>
                  <a:lnTo>
                    <a:pt x="9367" y="8702"/>
                  </a:lnTo>
                  <a:cubicBezTo>
                    <a:pt x="9333" y="8894"/>
                    <a:pt x="9288" y="9086"/>
                    <a:pt x="9220" y="9266"/>
                  </a:cubicBezTo>
                  <a:cubicBezTo>
                    <a:pt x="9028" y="9774"/>
                    <a:pt x="8712" y="10214"/>
                    <a:pt x="8284" y="10541"/>
                  </a:cubicBezTo>
                  <a:cubicBezTo>
                    <a:pt x="7742" y="10970"/>
                    <a:pt x="7121" y="11286"/>
                    <a:pt x="6456" y="11489"/>
                  </a:cubicBezTo>
                  <a:cubicBezTo>
                    <a:pt x="5815" y="11712"/>
                    <a:pt x="5152" y="11820"/>
                    <a:pt x="4484" y="11820"/>
                  </a:cubicBezTo>
                  <a:cubicBezTo>
                    <a:pt x="4340" y="11820"/>
                    <a:pt x="4196" y="11815"/>
                    <a:pt x="4052" y="11805"/>
                  </a:cubicBezTo>
                  <a:cubicBezTo>
                    <a:pt x="3838" y="11782"/>
                    <a:pt x="3623" y="11737"/>
                    <a:pt x="3420" y="11681"/>
                  </a:cubicBezTo>
                  <a:cubicBezTo>
                    <a:pt x="3217" y="11602"/>
                    <a:pt x="3003" y="11545"/>
                    <a:pt x="2799" y="11444"/>
                  </a:cubicBezTo>
                  <a:cubicBezTo>
                    <a:pt x="2382" y="11263"/>
                    <a:pt x="1998" y="11015"/>
                    <a:pt x="1671" y="10710"/>
                  </a:cubicBezTo>
                  <a:cubicBezTo>
                    <a:pt x="1005" y="10067"/>
                    <a:pt x="622" y="9165"/>
                    <a:pt x="531" y="8205"/>
                  </a:cubicBezTo>
                  <a:cubicBezTo>
                    <a:pt x="452" y="7224"/>
                    <a:pt x="554" y="6231"/>
                    <a:pt x="847" y="5283"/>
                  </a:cubicBezTo>
                  <a:cubicBezTo>
                    <a:pt x="1129" y="4335"/>
                    <a:pt x="1513" y="3398"/>
                    <a:pt x="2089" y="2620"/>
                  </a:cubicBezTo>
                  <a:cubicBezTo>
                    <a:pt x="2235" y="2428"/>
                    <a:pt x="2348" y="2213"/>
                    <a:pt x="2517" y="2022"/>
                  </a:cubicBezTo>
                  <a:cubicBezTo>
                    <a:pt x="2687" y="1841"/>
                    <a:pt x="2856" y="1661"/>
                    <a:pt x="3014" y="1480"/>
                  </a:cubicBezTo>
                  <a:cubicBezTo>
                    <a:pt x="3341" y="1108"/>
                    <a:pt x="3646" y="758"/>
                    <a:pt x="4029" y="521"/>
                  </a:cubicBezTo>
                  <a:cubicBezTo>
                    <a:pt x="4241" y="382"/>
                    <a:pt x="4489" y="309"/>
                    <a:pt x="4736" y="309"/>
                  </a:cubicBezTo>
                  <a:cubicBezTo>
                    <a:pt x="4911" y="309"/>
                    <a:pt x="5085" y="345"/>
                    <a:pt x="5248" y="419"/>
                  </a:cubicBezTo>
                  <a:cubicBezTo>
                    <a:pt x="5632" y="589"/>
                    <a:pt x="5970" y="893"/>
                    <a:pt x="6275" y="1198"/>
                  </a:cubicBezTo>
                  <a:cubicBezTo>
                    <a:pt x="6828" y="1785"/>
                    <a:pt x="7336" y="2439"/>
                    <a:pt x="7753" y="3139"/>
                  </a:cubicBezTo>
                  <a:cubicBezTo>
                    <a:pt x="7956" y="3443"/>
                    <a:pt x="8126" y="3759"/>
                    <a:pt x="8284" y="4098"/>
                  </a:cubicBezTo>
                  <a:cubicBezTo>
                    <a:pt x="8430" y="4391"/>
                    <a:pt x="8566" y="4685"/>
                    <a:pt x="8690" y="5001"/>
                  </a:cubicBezTo>
                  <a:lnTo>
                    <a:pt x="9017" y="5802"/>
                  </a:lnTo>
                  <a:cubicBezTo>
                    <a:pt x="9096" y="6061"/>
                    <a:pt x="9186" y="6287"/>
                    <a:pt x="9231" y="6513"/>
                  </a:cubicBezTo>
                  <a:cubicBezTo>
                    <a:pt x="9277" y="6705"/>
                    <a:pt x="9322" y="6896"/>
                    <a:pt x="9344" y="7088"/>
                  </a:cubicBezTo>
                  <a:cubicBezTo>
                    <a:pt x="9378" y="7235"/>
                    <a:pt x="9401" y="7382"/>
                    <a:pt x="9401" y="7528"/>
                  </a:cubicBezTo>
                  <a:cubicBezTo>
                    <a:pt x="9423" y="7765"/>
                    <a:pt x="9435" y="7889"/>
                    <a:pt x="9435" y="7889"/>
                  </a:cubicBezTo>
                  <a:cubicBezTo>
                    <a:pt x="9435" y="7889"/>
                    <a:pt x="9423" y="7765"/>
                    <a:pt x="9412" y="7528"/>
                  </a:cubicBezTo>
                  <a:cubicBezTo>
                    <a:pt x="9412" y="7382"/>
                    <a:pt x="9401" y="7235"/>
                    <a:pt x="9367" y="7088"/>
                  </a:cubicBezTo>
                  <a:cubicBezTo>
                    <a:pt x="9344" y="6885"/>
                    <a:pt x="9310" y="6693"/>
                    <a:pt x="9254" y="6501"/>
                  </a:cubicBezTo>
                  <a:cubicBezTo>
                    <a:pt x="9220" y="6287"/>
                    <a:pt x="9130" y="6050"/>
                    <a:pt x="9062" y="5802"/>
                  </a:cubicBezTo>
                  <a:cubicBezTo>
                    <a:pt x="8961" y="5542"/>
                    <a:pt x="8859" y="5271"/>
                    <a:pt x="8746" y="4989"/>
                  </a:cubicBezTo>
                  <a:cubicBezTo>
                    <a:pt x="8633" y="4673"/>
                    <a:pt x="8498" y="4369"/>
                    <a:pt x="8351" y="4075"/>
                  </a:cubicBezTo>
                  <a:cubicBezTo>
                    <a:pt x="8205" y="3737"/>
                    <a:pt x="8035" y="3410"/>
                    <a:pt x="7855" y="3082"/>
                  </a:cubicBezTo>
                  <a:cubicBezTo>
                    <a:pt x="7460" y="2360"/>
                    <a:pt x="6986" y="1672"/>
                    <a:pt x="6433" y="1051"/>
                  </a:cubicBezTo>
                  <a:cubicBezTo>
                    <a:pt x="6140" y="735"/>
                    <a:pt x="5812" y="385"/>
                    <a:pt x="5361" y="171"/>
                  </a:cubicBezTo>
                  <a:cubicBezTo>
                    <a:pt x="5154" y="57"/>
                    <a:pt x="4919" y="0"/>
                    <a:pt x="468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966750" y="1084475"/>
              <a:ext cx="280725" cy="232000"/>
            </a:xfrm>
            <a:custGeom>
              <a:avLst/>
              <a:gdLst/>
              <a:ahLst/>
              <a:cxnLst/>
              <a:rect l="l" t="t" r="r" b="b"/>
              <a:pathLst>
                <a:path w="11229" h="9280" extrusionOk="0">
                  <a:moveTo>
                    <a:pt x="4965" y="1"/>
                  </a:moveTo>
                  <a:cubicBezTo>
                    <a:pt x="3583" y="1"/>
                    <a:pt x="1997" y="340"/>
                    <a:pt x="1" y="1235"/>
                  </a:cubicBezTo>
                  <a:cubicBezTo>
                    <a:pt x="723" y="3323"/>
                    <a:pt x="1637" y="5489"/>
                    <a:pt x="2867" y="7227"/>
                  </a:cubicBezTo>
                  <a:cubicBezTo>
                    <a:pt x="3522" y="8141"/>
                    <a:pt x="4029" y="8829"/>
                    <a:pt x="5090" y="9224"/>
                  </a:cubicBezTo>
                  <a:cubicBezTo>
                    <a:pt x="5207" y="9267"/>
                    <a:pt x="5442" y="9280"/>
                    <a:pt x="5700" y="9280"/>
                  </a:cubicBezTo>
                  <a:cubicBezTo>
                    <a:pt x="6064" y="9280"/>
                    <a:pt x="6474" y="9254"/>
                    <a:pt x="6659" y="9247"/>
                  </a:cubicBezTo>
                  <a:cubicBezTo>
                    <a:pt x="7674" y="9168"/>
                    <a:pt x="8791" y="8547"/>
                    <a:pt x="9389" y="7882"/>
                  </a:cubicBezTo>
                  <a:cubicBezTo>
                    <a:pt x="11229" y="5692"/>
                    <a:pt x="11161" y="1664"/>
                    <a:pt x="8001" y="547"/>
                  </a:cubicBezTo>
                  <a:cubicBezTo>
                    <a:pt x="7051" y="220"/>
                    <a:pt x="6074" y="1"/>
                    <a:pt x="4965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960550" y="1078675"/>
              <a:ext cx="275075" cy="237925"/>
            </a:xfrm>
            <a:custGeom>
              <a:avLst/>
              <a:gdLst/>
              <a:ahLst/>
              <a:cxnLst/>
              <a:rect l="l" t="t" r="r" b="b"/>
              <a:pathLst>
                <a:path w="11003" h="9517" extrusionOk="0">
                  <a:moveTo>
                    <a:pt x="5079" y="0"/>
                  </a:moveTo>
                  <a:cubicBezTo>
                    <a:pt x="4650" y="0"/>
                    <a:pt x="4221" y="45"/>
                    <a:pt x="3792" y="113"/>
                  </a:cubicBezTo>
                  <a:cubicBezTo>
                    <a:pt x="3375" y="181"/>
                    <a:pt x="2957" y="282"/>
                    <a:pt x="2540" y="395"/>
                  </a:cubicBezTo>
                  <a:cubicBezTo>
                    <a:pt x="1727" y="632"/>
                    <a:pt x="937" y="937"/>
                    <a:pt x="170" y="1298"/>
                  </a:cubicBezTo>
                  <a:lnTo>
                    <a:pt x="1" y="1377"/>
                  </a:lnTo>
                  <a:lnTo>
                    <a:pt x="68" y="1535"/>
                  </a:lnTo>
                  <a:cubicBezTo>
                    <a:pt x="396" y="2415"/>
                    <a:pt x="745" y="3295"/>
                    <a:pt x="1140" y="4153"/>
                  </a:cubicBezTo>
                  <a:cubicBezTo>
                    <a:pt x="1343" y="4582"/>
                    <a:pt x="1547" y="5010"/>
                    <a:pt x="1772" y="5417"/>
                  </a:cubicBezTo>
                  <a:cubicBezTo>
                    <a:pt x="1998" y="5834"/>
                    <a:pt x="2235" y="6240"/>
                    <a:pt x="2494" y="6647"/>
                  </a:cubicBezTo>
                  <a:cubicBezTo>
                    <a:pt x="2607" y="6850"/>
                    <a:pt x="2743" y="7030"/>
                    <a:pt x="2889" y="7222"/>
                  </a:cubicBezTo>
                  <a:cubicBezTo>
                    <a:pt x="3025" y="7414"/>
                    <a:pt x="3172" y="7606"/>
                    <a:pt x="3307" y="7798"/>
                  </a:cubicBezTo>
                  <a:cubicBezTo>
                    <a:pt x="3578" y="8181"/>
                    <a:pt x="3905" y="8531"/>
                    <a:pt x="4255" y="8847"/>
                  </a:cubicBezTo>
                  <a:cubicBezTo>
                    <a:pt x="4435" y="9005"/>
                    <a:pt x="4627" y="9129"/>
                    <a:pt x="4842" y="9242"/>
                  </a:cubicBezTo>
                  <a:cubicBezTo>
                    <a:pt x="4943" y="9298"/>
                    <a:pt x="5045" y="9355"/>
                    <a:pt x="5158" y="9400"/>
                  </a:cubicBezTo>
                  <a:cubicBezTo>
                    <a:pt x="5270" y="9445"/>
                    <a:pt x="5383" y="9479"/>
                    <a:pt x="5496" y="9502"/>
                  </a:cubicBezTo>
                  <a:cubicBezTo>
                    <a:pt x="5692" y="9511"/>
                    <a:pt x="5889" y="9516"/>
                    <a:pt x="6084" y="9516"/>
                  </a:cubicBezTo>
                  <a:cubicBezTo>
                    <a:pt x="6361" y="9516"/>
                    <a:pt x="6636" y="9505"/>
                    <a:pt x="6907" y="9479"/>
                  </a:cubicBezTo>
                  <a:lnTo>
                    <a:pt x="6907" y="9479"/>
                  </a:lnTo>
                  <a:cubicBezTo>
                    <a:pt x="6675" y="9496"/>
                    <a:pt x="6441" y="9504"/>
                    <a:pt x="6206" y="9504"/>
                  </a:cubicBezTo>
                  <a:cubicBezTo>
                    <a:pt x="5970" y="9504"/>
                    <a:pt x="5733" y="9496"/>
                    <a:pt x="5496" y="9479"/>
                  </a:cubicBezTo>
                  <a:cubicBezTo>
                    <a:pt x="5383" y="9456"/>
                    <a:pt x="5270" y="9423"/>
                    <a:pt x="5169" y="9366"/>
                  </a:cubicBezTo>
                  <a:cubicBezTo>
                    <a:pt x="5067" y="9321"/>
                    <a:pt x="4954" y="9276"/>
                    <a:pt x="4853" y="9208"/>
                  </a:cubicBezTo>
                  <a:cubicBezTo>
                    <a:pt x="4650" y="9095"/>
                    <a:pt x="4458" y="8960"/>
                    <a:pt x="4289" y="8813"/>
                  </a:cubicBezTo>
                  <a:cubicBezTo>
                    <a:pt x="3939" y="8497"/>
                    <a:pt x="3634" y="8136"/>
                    <a:pt x="3375" y="7752"/>
                  </a:cubicBezTo>
                  <a:cubicBezTo>
                    <a:pt x="3239" y="7549"/>
                    <a:pt x="3115" y="7358"/>
                    <a:pt x="2991" y="7166"/>
                  </a:cubicBezTo>
                  <a:cubicBezTo>
                    <a:pt x="2867" y="6963"/>
                    <a:pt x="2731" y="6771"/>
                    <a:pt x="2619" y="6568"/>
                  </a:cubicBezTo>
                  <a:cubicBezTo>
                    <a:pt x="2382" y="6161"/>
                    <a:pt x="2156" y="5744"/>
                    <a:pt x="1964" y="5326"/>
                  </a:cubicBezTo>
                  <a:cubicBezTo>
                    <a:pt x="1772" y="4898"/>
                    <a:pt x="1569" y="4480"/>
                    <a:pt x="1400" y="4040"/>
                  </a:cubicBezTo>
                  <a:cubicBezTo>
                    <a:pt x="1062" y="3237"/>
                    <a:pt x="763" y="2414"/>
                    <a:pt x="495" y="1581"/>
                  </a:cubicBezTo>
                  <a:lnTo>
                    <a:pt x="495" y="1581"/>
                  </a:lnTo>
                  <a:cubicBezTo>
                    <a:pt x="831" y="1446"/>
                    <a:pt x="1161" y="1313"/>
                    <a:pt x="1490" y="1196"/>
                  </a:cubicBezTo>
                  <a:cubicBezTo>
                    <a:pt x="1885" y="1050"/>
                    <a:pt x="2269" y="926"/>
                    <a:pt x="2675" y="824"/>
                  </a:cubicBezTo>
                  <a:cubicBezTo>
                    <a:pt x="3070" y="722"/>
                    <a:pt x="3476" y="632"/>
                    <a:pt x="3871" y="576"/>
                  </a:cubicBezTo>
                  <a:cubicBezTo>
                    <a:pt x="4277" y="519"/>
                    <a:pt x="4684" y="485"/>
                    <a:pt x="5090" y="474"/>
                  </a:cubicBezTo>
                  <a:cubicBezTo>
                    <a:pt x="5165" y="472"/>
                    <a:pt x="5240" y="471"/>
                    <a:pt x="5315" y="471"/>
                  </a:cubicBezTo>
                  <a:cubicBezTo>
                    <a:pt x="6062" y="471"/>
                    <a:pt x="6798" y="573"/>
                    <a:pt x="7516" y="768"/>
                  </a:cubicBezTo>
                  <a:cubicBezTo>
                    <a:pt x="7911" y="869"/>
                    <a:pt x="8295" y="1005"/>
                    <a:pt x="8667" y="1174"/>
                  </a:cubicBezTo>
                  <a:cubicBezTo>
                    <a:pt x="9028" y="1343"/>
                    <a:pt x="9355" y="1569"/>
                    <a:pt x="9637" y="1851"/>
                  </a:cubicBezTo>
                  <a:cubicBezTo>
                    <a:pt x="10202" y="2438"/>
                    <a:pt x="10574" y="3182"/>
                    <a:pt x="10698" y="3984"/>
                  </a:cubicBezTo>
                  <a:cubicBezTo>
                    <a:pt x="10822" y="4807"/>
                    <a:pt x="10755" y="5642"/>
                    <a:pt x="10506" y="6432"/>
                  </a:cubicBezTo>
                  <a:cubicBezTo>
                    <a:pt x="10382" y="6827"/>
                    <a:pt x="10213" y="7211"/>
                    <a:pt x="9987" y="7561"/>
                  </a:cubicBezTo>
                  <a:cubicBezTo>
                    <a:pt x="9784" y="7922"/>
                    <a:pt x="9502" y="8238"/>
                    <a:pt x="9186" y="8497"/>
                  </a:cubicBezTo>
                  <a:cubicBezTo>
                    <a:pt x="8859" y="8768"/>
                    <a:pt x="8498" y="8982"/>
                    <a:pt x="8114" y="9152"/>
                  </a:cubicBezTo>
                  <a:cubicBezTo>
                    <a:pt x="7730" y="9321"/>
                    <a:pt x="7324" y="9434"/>
                    <a:pt x="6907" y="9479"/>
                  </a:cubicBezTo>
                  <a:cubicBezTo>
                    <a:pt x="7324" y="9434"/>
                    <a:pt x="7730" y="9332"/>
                    <a:pt x="8114" y="9174"/>
                  </a:cubicBezTo>
                  <a:cubicBezTo>
                    <a:pt x="8498" y="9005"/>
                    <a:pt x="8870" y="8791"/>
                    <a:pt x="9197" y="8531"/>
                  </a:cubicBezTo>
                  <a:cubicBezTo>
                    <a:pt x="9536" y="8272"/>
                    <a:pt x="9818" y="7956"/>
                    <a:pt x="10032" y="7595"/>
                  </a:cubicBezTo>
                  <a:cubicBezTo>
                    <a:pt x="10269" y="7245"/>
                    <a:pt x="10450" y="6861"/>
                    <a:pt x="10597" y="6466"/>
                  </a:cubicBezTo>
                  <a:cubicBezTo>
                    <a:pt x="10901" y="5665"/>
                    <a:pt x="11003" y="4807"/>
                    <a:pt x="10912" y="3950"/>
                  </a:cubicBezTo>
                  <a:cubicBezTo>
                    <a:pt x="10822" y="3081"/>
                    <a:pt x="10461" y="2268"/>
                    <a:pt x="9874" y="1614"/>
                  </a:cubicBezTo>
                  <a:cubicBezTo>
                    <a:pt x="9570" y="1287"/>
                    <a:pt x="9220" y="1016"/>
                    <a:pt x="8825" y="813"/>
                  </a:cubicBezTo>
                  <a:cubicBezTo>
                    <a:pt x="8441" y="621"/>
                    <a:pt x="8035" y="474"/>
                    <a:pt x="7617" y="361"/>
                  </a:cubicBezTo>
                  <a:cubicBezTo>
                    <a:pt x="6794" y="113"/>
                    <a:pt x="5936" y="0"/>
                    <a:pt x="507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4918250" y="1065400"/>
              <a:ext cx="44300" cy="43475"/>
            </a:xfrm>
            <a:custGeom>
              <a:avLst/>
              <a:gdLst/>
              <a:ahLst/>
              <a:cxnLst/>
              <a:rect l="l" t="t" r="r" b="b"/>
              <a:pathLst>
                <a:path w="1772" h="1739" extrusionOk="0">
                  <a:moveTo>
                    <a:pt x="0" y="1"/>
                  </a:moveTo>
                  <a:cubicBezTo>
                    <a:pt x="56" y="125"/>
                    <a:pt x="124" y="238"/>
                    <a:pt x="214" y="351"/>
                  </a:cubicBezTo>
                  <a:cubicBezTo>
                    <a:pt x="282" y="452"/>
                    <a:pt x="361" y="565"/>
                    <a:pt x="440" y="678"/>
                  </a:cubicBezTo>
                  <a:cubicBezTo>
                    <a:pt x="530" y="791"/>
                    <a:pt x="632" y="904"/>
                    <a:pt x="722" y="1016"/>
                  </a:cubicBezTo>
                  <a:cubicBezTo>
                    <a:pt x="925" y="1231"/>
                    <a:pt x="1151" y="1423"/>
                    <a:pt x="1399" y="1569"/>
                  </a:cubicBezTo>
                  <a:cubicBezTo>
                    <a:pt x="1512" y="1648"/>
                    <a:pt x="1648" y="1705"/>
                    <a:pt x="1772" y="1739"/>
                  </a:cubicBezTo>
                  <a:cubicBezTo>
                    <a:pt x="1727" y="1615"/>
                    <a:pt x="1659" y="1490"/>
                    <a:pt x="1591" y="1378"/>
                  </a:cubicBezTo>
                  <a:cubicBezTo>
                    <a:pt x="1444" y="1129"/>
                    <a:pt x="1275" y="904"/>
                    <a:pt x="1083" y="689"/>
                  </a:cubicBezTo>
                  <a:cubicBezTo>
                    <a:pt x="846" y="464"/>
                    <a:pt x="598" y="227"/>
                    <a:pt x="384" y="136"/>
                  </a:cubicBezTo>
                  <a:cubicBezTo>
                    <a:pt x="260" y="80"/>
                    <a:pt x="124" y="35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939950" y="1058350"/>
              <a:ext cx="22325" cy="42075"/>
            </a:xfrm>
            <a:custGeom>
              <a:avLst/>
              <a:gdLst/>
              <a:ahLst/>
              <a:cxnLst/>
              <a:rect l="l" t="t" r="r" b="b"/>
              <a:pathLst>
                <a:path w="893" h="1683" extrusionOk="0">
                  <a:moveTo>
                    <a:pt x="1" y="1"/>
                  </a:moveTo>
                  <a:cubicBezTo>
                    <a:pt x="1" y="114"/>
                    <a:pt x="12" y="215"/>
                    <a:pt x="46" y="328"/>
                  </a:cubicBezTo>
                  <a:cubicBezTo>
                    <a:pt x="69" y="418"/>
                    <a:pt x="102" y="520"/>
                    <a:pt x="125" y="621"/>
                  </a:cubicBezTo>
                  <a:cubicBezTo>
                    <a:pt x="159" y="734"/>
                    <a:pt x="193" y="836"/>
                    <a:pt x="249" y="937"/>
                  </a:cubicBezTo>
                  <a:cubicBezTo>
                    <a:pt x="339" y="1141"/>
                    <a:pt x="464" y="1321"/>
                    <a:pt x="622" y="1490"/>
                  </a:cubicBezTo>
                  <a:cubicBezTo>
                    <a:pt x="701" y="1558"/>
                    <a:pt x="791" y="1626"/>
                    <a:pt x="881" y="1682"/>
                  </a:cubicBezTo>
                  <a:cubicBezTo>
                    <a:pt x="892" y="1569"/>
                    <a:pt x="892" y="1468"/>
                    <a:pt x="870" y="1355"/>
                  </a:cubicBezTo>
                  <a:cubicBezTo>
                    <a:pt x="836" y="1141"/>
                    <a:pt x="768" y="926"/>
                    <a:pt x="678" y="734"/>
                  </a:cubicBezTo>
                  <a:cubicBezTo>
                    <a:pt x="588" y="520"/>
                    <a:pt x="452" y="339"/>
                    <a:pt x="272" y="181"/>
                  </a:cubicBezTo>
                  <a:cubicBezTo>
                    <a:pt x="193" y="114"/>
                    <a:pt x="102" y="46"/>
                    <a:pt x="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958850" y="1054125"/>
              <a:ext cx="13025" cy="46575"/>
            </a:xfrm>
            <a:custGeom>
              <a:avLst/>
              <a:gdLst/>
              <a:ahLst/>
              <a:cxnLst/>
              <a:rect l="l" t="t" r="r" b="b"/>
              <a:pathLst>
                <a:path w="521" h="1863" extrusionOk="0">
                  <a:moveTo>
                    <a:pt x="91" y="1"/>
                  </a:moveTo>
                  <a:cubicBezTo>
                    <a:pt x="57" y="102"/>
                    <a:pt x="35" y="215"/>
                    <a:pt x="24" y="317"/>
                  </a:cubicBezTo>
                  <a:cubicBezTo>
                    <a:pt x="24" y="418"/>
                    <a:pt x="12" y="520"/>
                    <a:pt x="12" y="621"/>
                  </a:cubicBezTo>
                  <a:cubicBezTo>
                    <a:pt x="1" y="734"/>
                    <a:pt x="12" y="847"/>
                    <a:pt x="24" y="948"/>
                  </a:cubicBezTo>
                  <a:cubicBezTo>
                    <a:pt x="46" y="1163"/>
                    <a:pt x="91" y="1377"/>
                    <a:pt x="170" y="1580"/>
                  </a:cubicBezTo>
                  <a:cubicBezTo>
                    <a:pt x="215" y="1682"/>
                    <a:pt x="260" y="1772"/>
                    <a:pt x="328" y="1862"/>
                  </a:cubicBezTo>
                  <a:cubicBezTo>
                    <a:pt x="385" y="1772"/>
                    <a:pt x="418" y="1671"/>
                    <a:pt x="452" y="1558"/>
                  </a:cubicBezTo>
                  <a:cubicBezTo>
                    <a:pt x="509" y="1343"/>
                    <a:pt x="520" y="1118"/>
                    <a:pt x="497" y="903"/>
                  </a:cubicBezTo>
                  <a:cubicBezTo>
                    <a:pt x="475" y="666"/>
                    <a:pt x="407" y="452"/>
                    <a:pt x="294" y="249"/>
                  </a:cubicBezTo>
                  <a:cubicBezTo>
                    <a:pt x="238" y="159"/>
                    <a:pt x="170" y="68"/>
                    <a:pt x="9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975775" y="1051600"/>
              <a:ext cx="70850" cy="55875"/>
            </a:xfrm>
            <a:custGeom>
              <a:avLst/>
              <a:gdLst/>
              <a:ahLst/>
              <a:cxnLst/>
              <a:rect l="l" t="t" r="r" b="b"/>
              <a:pathLst>
                <a:path w="2834" h="2235" extrusionOk="0">
                  <a:moveTo>
                    <a:pt x="2472" y="0"/>
                  </a:moveTo>
                  <a:cubicBezTo>
                    <a:pt x="2382" y="0"/>
                    <a:pt x="2303" y="11"/>
                    <a:pt x="2224" y="34"/>
                  </a:cubicBezTo>
                  <a:cubicBezTo>
                    <a:pt x="2134" y="56"/>
                    <a:pt x="2043" y="90"/>
                    <a:pt x="1942" y="124"/>
                  </a:cubicBezTo>
                  <a:cubicBezTo>
                    <a:pt x="1829" y="158"/>
                    <a:pt x="1727" y="203"/>
                    <a:pt x="1637" y="271"/>
                  </a:cubicBezTo>
                  <a:cubicBezTo>
                    <a:pt x="1536" y="327"/>
                    <a:pt x="1434" y="395"/>
                    <a:pt x="1344" y="463"/>
                  </a:cubicBezTo>
                  <a:lnTo>
                    <a:pt x="1073" y="700"/>
                  </a:lnTo>
                  <a:cubicBezTo>
                    <a:pt x="768" y="1004"/>
                    <a:pt x="509" y="1354"/>
                    <a:pt x="294" y="1726"/>
                  </a:cubicBezTo>
                  <a:lnTo>
                    <a:pt x="80" y="2099"/>
                  </a:lnTo>
                  <a:cubicBezTo>
                    <a:pt x="24" y="2178"/>
                    <a:pt x="1" y="2234"/>
                    <a:pt x="1" y="2234"/>
                  </a:cubicBezTo>
                  <a:cubicBezTo>
                    <a:pt x="182" y="2144"/>
                    <a:pt x="340" y="2042"/>
                    <a:pt x="498" y="1907"/>
                  </a:cubicBezTo>
                  <a:cubicBezTo>
                    <a:pt x="633" y="1794"/>
                    <a:pt x="780" y="1659"/>
                    <a:pt x="938" y="1512"/>
                  </a:cubicBezTo>
                  <a:lnTo>
                    <a:pt x="1163" y="1275"/>
                  </a:lnTo>
                  <a:cubicBezTo>
                    <a:pt x="1242" y="1196"/>
                    <a:pt x="1321" y="1117"/>
                    <a:pt x="1400" y="1049"/>
                  </a:cubicBezTo>
                  <a:cubicBezTo>
                    <a:pt x="1558" y="891"/>
                    <a:pt x="1716" y="756"/>
                    <a:pt x="1874" y="621"/>
                  </a:cubicBezTo>
                  <a:cubicBezTo>
                    <a:pt x="1953" y="553"/>
                    <a:pt x="2021" y="497"/>
                    <a:pt x="2111" y="440"/>
                  </a:cubicBezTo>
                  <a:cubicBezTo>
                    <a:pt x="2190" y="395"/>
                    <a:pt x="2258" y="339"/>
                    <a:pt x="2326" y="293"/>
                  </a:cubicBezTo>
                  <a:cubicBezTo>
                    <a:pt x="2393" y="248"/>
                    <a:pt x="2461" y="214"/>
                    <a:pt x="2529" y="181"/>
                  </a:cubicBezTo>
                  <a:lnTo>
                    <a:pt x="2687" y="90"/>
                  </a:lnTo>
                  <a:cubicBezTo>
                    <a:pt x="2777" y="34"/>
                    <a:pt x="2833" y="0"/>
                    <a:pt x="283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007950" y="1069100"/>
              <a:ext cx="52500" cy="15975"/>
            </a:xfrm>
            <a:custGeom>
              <a:avLst/>
              <a:gdLst/>
              <a:ahLst/>
              <a:cxnLst/>
              <a:rect l="l" t="t" r="r" b="b"/>
              <a:pathLst>
                <a:path w="2100" h="639" extrusionOk="0">
                  <a:moveTo>
                    <a:pt x="1503" y="0"/>
                  </a:moveTo>
                  <a:cubicBezTo>
                    <a:pt x="1327" y="0"/>
                    <a:pt x="1152" y="17"/>
                    <a:pt x="982" y="56"/>
                  </a:cubicBezTo>
                  <a:cubicBezTo>
                    <a:pt x="835" y="90"/>
                    <a:pt x="711" y="146"/>
                    <a:pt x="576" y="203"/>
                  </a:cubicBezTo>
                  <a:cubicBezTo>
                    <a:pt x="463" y="237"/>
                    <a:pt x="361" y="304"/>
                    <a:pt x="260" y="372"/>
                  </a:cubicBezTo>
                  <a:cubicBezTo>
                    <a:pt x="170" y="451"/>
                    <a:pt x="79" y="541"/>
                    <a:pt x="0" y="632"/>
                  </a:cubicBezTo>
                  <a:cubicBezTo>
                    <a:pt x="52" y="636"/>
                    <a:pt x="103" y="639"/>
                    <a:pt x="154" y="639"/>
                  </a:cubicBezTo>
                  <a:cubicBezTo>
                    <a:pt x="225" y="639"/>
                    <a:pt x="295" y="633"/>
                    <a:pt x="361" y="620"/>
                  </a:cubicBezTo>
                  <a:cubicBezTo>
                    <a:pt x="474" y="609"/>
                    <a:pt x="587" y="598"/>
                    <a:pt x="711" y="598"/>
                  </a:cubicBezTo>
                  <a:cubicBezTo>
                    <a:pt x="835" y="586"/>
                    <a:pt x="948" y="553"/>
                    <a:pt x="1084" y="530"/>
                  </a:cubicBezTo>
                  <a:cubicBezTo>
                    <a:pt x="1321" y="474"/>
                    <a:pt x="1558" y="395"/>
                    <a:pt x="1783" y="293"/>
                  </a:cubicBezTo>
                  <a:cubicBezTo>
                    <a:pt x="1896" y="237"/>
                    <a:pt x="2009" y="169"/>
                    <a:pt x="2099" y="101"/>
                  </a:cubicBezTo>
                  <a:cubicBezTo>
                    <a:pt x="1986" y="56"/>
                    <a:pt x="1862" y="22"/>
                    <a:pt x="1749" y="11"/>
                  </a:cubicBezTo>
                  <a:cubicBezTo>
                    <a:pt x="1667" y="4"/>
                    <a:pt x="1585" y="0"/>
                    <a:pt x="150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971850" y="1118175"/>
              <a:ext cx="79850" cy="55025"/>
            </a:xfrm>
            <a:custGeom>
              <a:avLst/>
              <a:gdLst/>
              <a:ahLst/>
              <a:cxnLst/>
              <a:rect l="l" t="t" r="r" b="b"/>
              <a:pathLst>
                <a:path w="3194" h="2201" extrusionOk="0">
                  <a:moveTo>
                    <a:pt x="0" y="0"/>
                  </a:moveTo>
                  <a:cubicBezTo>
                    <a:pt x="0" y="0"/>
                    <a:pt x="56" y="34"/>
                    <a:pt x="147" y="90"/>
                  </a:cubicBezTo>
                  <a:cubicBezTo>
                    <a:pt x="192" y="124"/>
                    <a:pt x="260" y="147"/>
                    <a:pt x="316" y="192"/>
                  </a:cubicBezTo>
                  <a:cubicBezTo>
                    <a:pt x="372" y="237"/>
                    <a:pt x="440" y="293"/>
                    <a:pt x="508" y="339"/>
                  </a:cubicBezTo>
                  <a:cubicBezTo>
                    <a:pt x="643" y="429"/>
                    <a:pt x="801" y="587"/>
                    <a:pt x="982" y="711"/>
                  </a:cubicBezTo>
                  <a:cubicBezTo>
                    <a:pt x="1072" y="779"/>
                    <a:pt x="1162" y="846"/>
                    <a:pt x="1253" y="925"/>
                  </a:cubicBezTo>
                  <a:cubicBezTo>
                    <a:pt x="1343" y="1004"/>
                    <a:pt x="1444" y="1072"/>
                    <a:pt x="1535" y="1151"/>
                  </a:cubicBezTo>
                  <a:cubicBezTo>
                    <a:pt x="1884" y="1422"/>
                    <a:pt x="2257" y="1681"/>
                    <a:pt x="2629" y="1918"/>
                  </a:cubicBezTo>
                  <a:cubicBezTo>
                    <a:pt x="2810" y="2020"/>
                    <a:pt x="2990" y="2110"/>
                    <a:pt x="3193" y="2200"/>
                  </a:cubicBezTo>
                  <a:cubicBezTo>
                    <a:pt x="3081" y="2020"/>
                    <a:pt x="2945" y="1851"/>
                    <a:pt x="2810" y="1693"/>
                  </a:cubicBezTo>
                  <a:cubicBezTo>
                    <a:pt x="2674" y="1535"/>
                    <a:pt x="2528" y="1377"/>
                    <a:pt x="2381" y="1241"/>
                  </a:cubicBezTo>
                  <a:cubicBezTo>
                    <a:pt x="2212" y="1072"/>
                    <a:pt x="2020" y="914"/>
                    <a:pt x="1828" y="756"/>
                  </a:cubicBezTo>
                  <a:cubicBezTo>
                    <a:pt x="1636" y="609"/>
                    <a:pt x="1433" y="474"/>
                    <a:pt x="1219" y="350"/>
                  </a:cubicBezTo>
                  <a:cubicBezTo>
                    <a:pt x="1038" y="248"/>
                    <a:pt x="835" y="147"/>
                    <a:pt x="621" y="79"/>
                  </a:cubicBezTo>
                  <a:cubicBezTo>
                    <a:pt x="530" y="56"/>
                    <a:pt x="440" y="34"/>
                    <a:pt x="372" y="11"/>
                  </a:cubicBezTo>
                  <a:cubicBezTo>
                    <a:pt x="305" y="0"/>
                    <a:pt x="237" y="0"/>
                    <a:pt x="16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991300" y="1116475"/>
              <a:ext cx="34175" cy="14675"/>
            </a:xfrm>
            <a:custGeom>
              <a:avLst/>
              <a:gdLst/>
              <a:ahLst/>
              <a:cxnLst/>
              <a:rect l="l" t="t" r="r" b="b"/>
              <a:pathLst>
                <a:path w="1367" h="587" extrusionOk="0">
                  <a:moveTo>
                    <a:pt x="260" y="0"/>
                  </a:moveTo>
                  <a:cubicBezTo>
                    <a:pt x="170" y="12"/>
                    <a:pt x="91" y="23"/>
                    <a:pt x="1" y="57"/>
                  </a:cubicBezTo>
                  <a:cubicBezTo>
                    <a:pt x="46" y="124"/>
                    <a:pt x="102" y="203"/>
                    <a:pt x="159" y="260"/>
                  </a:cubicBezTo>
                  <a:cubicBezTo>
                    <a:pt x="283" y="384"/>
                    <a:pt x="429" y="474"/>
                    <a:pt x="587" y="531"/>
                  </a:cubicBezTo>
                  <a:cubicBezTo>
                    <a:pt x="703" y="569"/>
                    <a:pt x="824" y="587"/>
                    <a:pt x="947" y="587"/>
                  </a:cubicBezTo>
                  <a:cubicBezTo>
                    <a:pt x="1003" y="587"/>
                    <a:pt x="1061" y="583"/>
                    <a:pt x="1118" y="576"/>
                  </a:cubicBezTo>
                  <a:cubicBezTo>
                    <a:pt x="1197" y="576"/>
                    <a:pt x="1287" y="542"/>
                    <a:pt x="1366" y="508"/>
                  </a:cubicBezTo>
                  <a:cubicBezTo>
                    <a:pt x="1310" y="440"/>
                    <a:pt x="1253" y="373"/>
                    <a:pt x="1185" y="316"/>
                  </a:cubicBezTo>
                  <a:cubicBezTo>
                    <a:pt x="1061" y="215"/>
                    <a:pt x="915" y="136"/>
                    <a:pt x="757" y="79"/>
                  </a:cubicBezTo>
                  <a:cubicBezTo>
                    <a:pt x="599" y="23"/>
                    <a:pt x="429" y="0"/>
                    <a:pt x="26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154925" y="1126075"/>
              <a:ext cx="58700" cy="53050"/>
            </a:xfrm>
            <a:custGeom>
              <a:avLst/>
              <a:gdLst/>
              <a:ahLst/>
              <a:cxnLst/>
              <a:rect l="l" t="t" r="r" b="b"/>
              <a:pathLst>
                <a:path w="2348" h="2122" extrusionOk="0">
                  <a:moveTo>
                    <a:pt x="0" y="0"/>
                  </a:moveTo>
                  <a:cubicBezTo>
                    <a:pt x="34" y="34"/>
                    <a:pt x="68" y="68"/>
                    <a:pt x="102" y="102"/>
                  </a:cubicBezTo>
                  <a:cubicBezTo>
                    <a:pt x="170" y="169"/>
                    <a:pt x="271" y="248"/>
                    <a:pt x="384" y="350"/>
                  </a:cubicBezTo>
                  <a:lnTo>
                    <a:pt x="1185" y="1049"/>
                  </a:lnTo>
                  <a:cubicBezTo>
                    <a:pt x="1321" y="1185"/>
                    <a:pt x="1467" y="1320"/>
                    <a:pt x="1603" y="1433"/>
                  </a:cubicBezTo>
                  <a:cubicBezTo>
                    <a:pt x="1738" y="1557"/>
                    <a:pt x="1851" y="1670"/>
                    <a:pt x="1975" y="1772"/>
                  </a:cubicBezTo>
                  <a:cubicBezTo>
                    <a:pt x="2088" y="1862"/>
                    <a:pt x="2167" y="1963"/>
                    <a:pt x="2235" y="2020"/>
                  </a:cubicBezTo>
                  <a:cubicBezTo>
                    <a:pt x="2302" y="2088"/>
                    <a:pt x="2348" y="2121"/>
                    <a:pt x="2348" y="2121"/>
                  </a:cubicBezTo>
                  <a:cubicBezTo>
                    <a:pt x="2348" y="2121"/>
                    <a:pt x="2336" y="2076"/>
                    <a:pt x="2314" y="1975"/>
                  </a:cubicBezTo>
                  <a:cubicBezTo>
                    <a:pt x="2291" y="1851"/>
                    <a:pt x="2257" y="1726"/>
                    <a:pt x="2201" y="1614"/>
                  </a:cubicBezTo>
                  <a:cubicBezTo>
                    <a:pt x="2122" y="1444"/>
                    <a:pt x="2032" y="1298"/>
                    <a:pt x="1919" y="1151"/>
                  </a:cubicBezTo>
                  <a:cubicBezTo>
                    <a:pt x="1851" y="1072"/>
                    <a:pt x="1795" y="993"/>
                    <a:pt x="1716" y="914"/>
                  </a:cubicBezTo>
                  <a:lnTo>
                    <a:pt x="1501" y="700"/>
                  </a:lnTo>
                  <a:cubicBezTo>
                    <a:pt x="1343" y="564"/>
                    <a:pt x="1174" y="440"/>
                    <a:pt x="1005" y="339"/>
                  </a:cubicBezTo>
                  <a:cubicBezTo>
                    <a:pt x="847" y="248"/>
                    <a:pt x="678" y="169"/>
                    <a:pt x="508" y="113"/>
                  </a:cubicBezTo>
                  <a:cubicBezTo>
                    <a:pt x="395" y="68"/>
                    <a:pt x="271" y="34"/>
                    <a:pt x="147" y="23"/>
                  </a:cubicBezTo>
                  <a:cubicBezTo>
                    <a:pt x="57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172975" y="1124925"/>
              <a:ext cx="42050" cy="30775"/>
            </a:xfrm>
            <a:custGeom>
              <a:avLst/>
              <a:gdLst/>
              <a:ahLst/>
              <a:cxnLst/>
              <a:rect l="l" t="t" r="r" b="b"/>
              <a:pathLst>
                <a:path w="1682" h="1231" extrusionOk="0">
                  <a:moveTo>
                    <a:pt x="1" y="1"/>
                  </a:moveTo>
                  <a:cubicBezTo>
                    <a:pt x="57" y="102"/>
                    <a:pt x="136" y="204"/>
                    <a:pt x="215" y="294"/>
                  </a:cubicBezTo>
                  <a:cubicBezTo>
                    <a:pt x="294" y="373"/>
                    <a:pt x="373" y="464"/>
                    <a:pt x="463" y="531"/>
                  </a:cubicBezTo>
                  <a:cubicBezTo>
                    <a:pt x="497" y="565"/>
                    <a:pt x="542" y="610"/>
                    <a:pt x="599" y="644"/>
                  </a:cubicBezTo>
                  <a:cubicBezTo>
                    <a:pt x="655" y="678"/>
                    <a:pt x="712" y="723"/>
                    <a:pt x="757" y="768"/>
                  </a:cubicBezTo>
                  <a:cubicBezTo>
                    <a:pt x="926" y="915"/>
                    <a:pt x="1129" y="1039"/>
                    <a:pt x="1332" y="1129"/>
                  </a:cubicBezTo>
                  <a:cubicBezTo>
                    <a:pt x="1445" y="1174"/>
                    <a:pt x="1558" y="1208"/>
                    <a:pt x="1682" y="1231"/>
                  </a:cubicBezTo>
                  <a:cubicBezTo>
                    <a:pt x="1637" y="1118"/>
                    <a:pt x="1580" y="1016"/>
                    <a:pt x="1524" y="915"/>
                  </a:cubicBezTo>
                  <a:cubicBezTo>
                    <a:pt x="1377" y="700"/>
                    <a:pt x="1208" y="520"/>
                    <a:pt x="1005" y="351"/>
                  </a:cubicBezTo>
                  <a:cubicBezTo>
                    <a:pt x="903" y="272"/>
                    <a:pt x="791" y="215"/>
                    <a:pt x="666" y="170"/>
                  </a:cubicBezTo>
                  <a:cubicBezTo>
                    <a:pt x="565" y="114"/>
                    <a:pt x="463" y="80"/>
                    <a:pt x="350" y="57"/>
                  </a:cubicBezTo>
                  <a:cubicBezTo>
                    <a:pt x="238" y="23"/>
                    <a:pt x="125" y="1"/>
                    <a:pt x="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4890300" y="1325800"/>
              <a:ext cx="37550" cy="69700"/>
            </a:xfrm>
            <a:custGeom>
              <a:avLst/>
              <a:gdLst/>
              <a:ahLst/>
              <a:cxnLst/>
              <a:rect l="l" t="t" r="r" b="b"/>
              <a:pathLst>
                <a:path w="1502" h="2788" extrusionOk="0">
                  <a:moveTo>
                    <a:pt x="1" y="0"/>
                  </a:moveTo>
                  <a:cubicBezTo>
                    <a:pt x="1" y="181"/>
                    <a:pt x="12" y="350"/>
                    <a:pt x="35" y="531"/>
                  </a:cubicBezTo>
                  <a:cubicBezTo>
                    <a:pt x="46" y="700"/>
                    <a:pt x="91" y="869"/>
                    <a:pt x="148" y="1038"/>
                  </a:cubicBezTo>
                  <a:cubicBezTo>
                    <a:pt x="215" y="1219"/>
                    <a:pt x="294" y="1411"/>
                    <a:pt x="373" y="1603"/>
                  </a:cubicBezTo>
                  <a:cubicBezTo>
                    <a:pt x="486" y="1783"/>
                    <a:pt x="599" y="1964"/>
                    <a:pt x="723" y="2122"/>
                  </a:cubicBezTo>
                  <a:cubicBezTo>
                    <a:pt x="768" y="2201"/>
                    <a:pt x="825" y="2268"/>
                    <a:pt x="892" y="2336"/>
                  </a:cubicBezTo>
                  <a:cubicBezTo>
                    <a:pt x="960" y="2392"/>
                    <a:pt x="1016" y="2449"/>
                    <a:pt x="1084" y="2494"/>
                  </a:cubicBezTo>
                  <a:cubicBezTo>
                    <a:pt x="1208" y="2607"/>
                    <a:pt x="1355" y="2708"/>
                    <a:pt x="1502" y="2787"/>
                  </a:cubicBezTo>
                  <a:cubicBezTo>
                    <a:pt x="1445" y="2629"/>
                    <a:pt x="1378" y="2471"/>
                    <a:pt x="1299" y="2313"/>
                  </a:cubicBezTo>
                  <a:cubicBezTo>
                    <a:pt x="1265" y="2246"/>
                    <a:pt x="1220" y="2178"/>
                    <a:pt x="1174" y="2099"/>
                  </a:cubicBezTo>
                  <a:cubicBezTo>
                    <a:pt x="1141" y="2020"/>
                    <a:pt x="1095" y="1941"/>
                    <a:pt x="1062" y="1862"/>
                  </a:cubicBezTo>
                  <a:cubicBezTo>
                    <a:pt x="994" y="1704"/>
                    <a:pt x="892" y="1546"/>
                    <a:pt x="813" y="1377"/>
                  </a:cubicBezTo>
                  <a:cubicBezTo>
                    <a:pt x="723" y="1196"/>
                    <a:pt x="644" y="1027"/>
                    <a:pt x="554" y="869"/>
                  </a:cubicBezTo>
                  <a:cubicBezTo>
                    <a:pt x="497" y="790"/>
                    <a:pt x="441" y="711"/>
                    <a:pt x="407" y="643"/>
                  </a:cubicBezTo>
                  <a:cubicBezTo>
                    <a:pt x="373" y="564"/>
                    <a:pt x="328" y="497"/>
                    <a:pt x="294" y="429"/>
                  </a:cubicBezTo>
                  <a:cubicBezTo>
                    <a:pt x="204" y="282"/>
                    <a:pt x="114" y="136"/>
                    <a:pt x="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872825" y="1330600"/>
              <a:ext cx="19775" cy="40350"/>
            </a:xfrm>
            <a:custGeom>
              <a:avLst/>
              <a:gdLst/>
              <a:ahLst/>
              <a:cxnLst/>
              <a:rect l="l" t="t" r="r" b="b"/>
              <a:pathLst>
                <a:path w="791" h="1614" extrusionOk="0">
                  <a:moveTo>
                    <a:pt x="57" y="0"/>
                  </a:moveTo>
                  <a:cubicBezTo>
                    <a:pt x="23" y="90"/>
                    <a:pt x="12" y="203"/>
                    <a:pt x="0" y="305"/>
                  </a:cubicBezTo>
                  <a:cubicBezTo>
                    <a:pt x="12" y="519"/>
                    <a:pt x="57" y="733"/>
                    <a:pt x="158" y="925"/>
                  </a:cubicBezTo>
                  <a:cubicBezTo>
                    <a:pt x="249" y="1117"/>
                    <a:pt x="373" y="1286"/>
                    <a:pt x="531" y="1433"/>
                  </a:cubicBezTo>
                  <a:cubicBezTo>
                    <a:pt x="598" y="1501"/>
                    <a:pt x="689" y="1569"/>
                    <a:pt x="779" y="1614"/>
                  </a:cubicBezTo>
                  <a:cubicBezTo>
                    <a:pt x="790" y="1512"/>
                    <a:pt x="790" y="1411"/>
                    <a:pt x="779" y="1309"/>
                  </a:cubicBezTo>
                  <a:cubicBezTo>
                    <a:pt x="745" y="1106"/>
                    <a:pt x="689" y="903"/>
                    <a:pt x="587" y="722"/>
                  </a:cubicBezTo>
                  <a:cubicBezTo>
                    <a:pt x="542" y="621"/>
                    <a:pt x="497" y="542"/>
                    <a:pt x="440" y="451"/>
                  </a:cubicBezTo>
                  <a:cubicBezTo>
                    <a:pt x="384" y="372"/>
                    <a:pt x="316" y="293"/>
                    <a:pt x="271" y="226"/>
                  </a:cubicBezTo>
                  <a:cubicBezTo>
                    <a:pt x="203" y="135"/>
                    <a:pt x="136" y="68"/>
                    <a:pt x="5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927825" y="1131975"/>
              <a:ext cx="30225" cy="53925"/>
            </a:xfrm>
            <a:custGeom>
              <a:avLst/>
              <a:gdLst/>
              <a:ahLst/>
              <a:cxnLst/>
              <a:rect l="l" t="t" r="r" b="b"/>
              <a:pathLst>
                <a:path w="1209" h="2157" extrusionOk="0">
                  <a:moveTo>
                    <a:pt x="1208" y="1"/>
                  </a:moveTo>
                  <a:cubicBezTo>
                    <a:pt x="1163" y="12"/>
                    <a:pt x="1129" y="24"/>
                    <a:pt x="1095" y="35"/>
                  </a:cubicBezTo>
                  <a:cubicBezTo>
                    <a:pt x="994" y="69"/>
                    <a:pt x="903" y="114"/>
                    <a:pt x="813" y="182"/>
                  </a:cubicBezTo>
                  <a:cubicBezTo>
                    <a:pt x="689" y="261"/>
                    <a:pt x="587" y="351"/>
                    <a:pt x="497" y="475"/>
                  </a:cubicBezTo>
                  <a:cubicBezTo>
                    <a:pt x="396" y="599"/>
                    <a:pt x="305" y="734"/>
                    <a:pt x="238" y="881"/>
                  </a:cubicBezTo>
                  <a:cubicBezTo>
                    <a:pt x="102" y="1152"/>
                    <a:pt x="35" y="1445"/>
                    <a:pt x="12" y="1739"/>
                  </a:cubicBezTo>
                  <a:cubicBezTo>
                    <a:pt x="1" y="1874"/>
                    <a:pt x="1" y="2021"/>
                    <a:pt x="12" y="2156"/>
                  </a:cubicBezTo>
                  <a:cubicBezTo>
                    <a:pt x="114" y="2055"/>
                    <a:pt x="193" y="1942"/>
                    <a:pt x="272" y="1829"/>
                  </a:cubicBezTo>
                  <a:cubicBezTo>
                    <a:pt x="328" y="1727"/>
                    <a:pt x="396" y="1603"/>
                    <a:pt x="463" y="1479"/>
                  </a:cubicBezTo>
                  <a:cubicBezTo>
                    <a:pt x="531" y="1355"/>
                    <a:pt x="610" y="1220"/>
                    <a:pt x="666" y="1084"/>
                  </a:cubicBezTo>
                  <a:cubicBezTo>
                    <a:pt x="723" y="949"/>
                    <a:pt x="791" y="825"/>
                    <a:pt x="847" y="701"/>
                  </a:cubicBezTo>
                  <a:cubicBezTo>
                    <a:pt x="903" y="565"/>
                    <a:pt x="960" y="464"/>
                    <a:pt x="1016" y="362"/>
                  </a:cubicBezTo>
                  <a:cubicBezTo>
                    <a:pt x="1073" y="249"/>
                    <a:pt x="1129" y="170"/>
                    <a:pt x="1152" y="114"/>
                  </a:cubicBezTo>
                  <a:cubicBezTo>
                    <a:pt x="1186" y="46"/>
                    <a:pt x="1208" y="1"/>
                    <a:pt x="120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4955750" y="1132275"/>
              <a:ext cx="13300" cy="52200"/>
            </a:xfrm>
            <a:custGeom>
              <a:avLst/>
              <a:gdLst/>
              <a:ahLst/>
              <a:cxnLst/>
              <a:rect l="l" t="t" r="r" b="b"/>
              <a:pathLst>
                <a:path w="532" h="2088" extrusionOk="0">
                  <a:moveTo>
                    <a:pt x="272" y="0"/>
                  </a:moveTo>
                  <a:cubicBezTo>
                    <a:pt x="204" y="102"/>
                    <a:pt x="148" y="203"/>
                    <a:pt x="114" y="316"/>
                  </a:cubicBezTo>
                  <a:cubicBezTo>
                    <a:pt x="35" y="564"/>
                    <a:pt x="1" y="813"/>
                    <a:pt x="23" y="1072"/>
                  </a:cubicBezTo>
                  <a:cubicBezTo>
                    <a:pt x="46" y="1309"/>
                    <a:pt x="102" y="1546"/>
                    <a:pt x="193" y="1772"/>
                  </a:cubicBezTo>
                  <a:cubicBezTo>
                    <a:pt x="227" y="1885"/>
                    <a:pt x="283" y="1998"/>
                    <a:pt x="351" y="2088"/>
                  </a:cubicBezTo>
                  <a:cubicBezTo>
                    <a:pt x="407" y="1986"/>
                    <a:pt x="441" y="1873"/>
                    <a:pt x="463" y="1761"/>
                  </a:cubicBezTo>
                  <a:cubicBezTo>
                    <a:pt x="509" y="1512"/>
                    <a:pt x="531" y="1275"/>
                    <a:pt x="509" y="1027"/>
                  </a:cubicBezTo>
                  <a:cubicBezTo>
                    <a:pt x="497" y="903"/>
                    <a:pt x="486" y="790"/>
                    <a:pt x="463" y="666"/>
                  </a:cubicBezTo>
                  <a:cubicBezTo>
                    <a:pt x="430" y="553"/>
                    <a:pt x="407" y="440"/>
                    <a:pt x="384" y="339"/>
                  </a:cubicBezTo>
                  <a:cubicBezTo>
                    <a:pt x="362" y="226"/>
                    <a:pt x="317" y="113"/>
                    <a:pt x="272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875350" y="1116750"/>
              <a:ext cx="72825" cy="62650"/>
            </a:xfrm>
            <a:custGeom>
              <a:avLst/>
              <a:gdLst/>
              <a:ahLst/>
              <a:cxnLst/>
              <a:rect l="l" t="t" r="r" b="b"/>
              <a:pathLst>
                <a:path w="2913" h="2506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2709" y="34"/>
                    <a:pt x="2506" y="91"/>
                    <a:pt x="2314" y="181"/>
                  </a:cubicBezTo>
                  <a:cubicBezTo>
                    <a:pt x="2111" y="260"/>
                    <a:pt x="1919" y="350"/>
                    <a:pt x="1739" y="463"/>
                  </a:cubicBezTo>
                  <a:cubicBezTo>
                    <a:pt x="1637" y="520"/>
                    <a:pt x="1535" y="587"/>
                    <a:pt x="1434" y="655"/>
                  </a:cubicBezTo>
                  <a:cubicBezTo>
                    <a:pt x="1332" y="723"/>
                    <a:pt x="1231" y="802"/>
                    <a:pt x="1129" y="870"/>
                  </a:cubicBezTo>
                  <a:cubicBezTo>
                    <a:pt x="1039" y="949"/>
                    <a:pt x="949" y="1039"/>
                    <a:pt x="847" y="1118"/>
                  </a:cubicBezTo>
                  <a:cubicBezTo>
                    <a:pt x="757" y="1208"/>
                    <a:pt x="678" y="1287"/>
                    <a:pt x="599" y="1377"/>
                  </a:cubicBezTo>
                  <a:cubicBezTo>
                    <a:pt x="520" y="1468"/>
                    <a:pt x="452" y="1569"/>
                    <a:pt x="384" y="1648"/>
                  </a:cubicBezTo>
                  <a:cubicBezTo>
                    <a:pt x="317" y="1738"/>
                    <a:pt x="260" y="1829"/>
                    <a:pt x="215" y="1919"/>
                  </a:cubicBezTo>
                  <a:cubicBezTo>
                    <a:pt x="125" y="2043"/>
                    <a:pt x="69" y="2190"/>
                    <a:pt x="35" y="2336"/>
                  </a:cubicBezTo>
                  <a:cubicBezTo>
                    <a:pt x="12" y="2449"/>
                    <a:pt x="1" y="2506"/>
                    <a:pt x="1" y="2506"/>
                  </a:cubicBezTo>
                  <a:cubicBezTo>
                    <a:pt x="1" y="2506"/>
                    <a:pt x="46" y="2472"/>
                    <a:pt x="114" y="2382"/>
                  </a:cubicBezTo>
                  <a:cubicBezTo>
                    <a:pt x="148" y="2348"/>
                    <a:pt x="193" y="2291"/>
                    <a:pt x="249" y="2235"/>
                  </a:cubicBezTo>
                  <a:cubicBezTo>
                    <a:pt x="294" y="2190"/>
                    <a:pt x="362" y="2133"/>
                    <a:pt x="430" y="2077"/>
                  </a:cubicBezTo>
                  <a:cubicBezTo>
                    <a:pt x="497" y="2021"/>
                    <a:pt x="565" y="1953"/>
                    <a:pt x="644" y="1896"/>
                  </a:cubicBezTo>
                  <a:cubicBezTo>
                    <a:pt x="723" y="1829"/>
                    <a:pt x="813" y="1761"/>
                    <a:pt x="881" y="1682"/>
                  </a:cubicBezTo>
                  <a:cubicBezTo>
                    <a:pt x="960" y="1614"/>
                    <a:pt x="1050" y="1547"/>
                    <a:pt x="1152" y="1468"/>
                  </a:cubicBezTo>
                  <a:cubicBezTo>
                    <a:pt x="1253" y="1400"/>
                    <a:pt x="1332" y="1321"/>
                    <a:pt x="1434" y="1253"/>
                  </a:cubicBezTo>
                  <a:cubicBezTo>
                    <a:pt x="1806" y="949"/>
                    <a:pt x="2167" y="655"/>
                    <a:pt x="2449" y="418"/>
                  </a:cubicBezTo>
                  <a:cubicBezTo>
                    <a:pt x="2596" y="294"/>
                    <a:pt x="2709" y="192"/>
                    <a:pt x="2788" y="125"/>
                  </a:cubicBezTo>
                  <a:cubicBezTo>
                    <a:pt x="2878" y="46"/>
                    <a:pt x="2912" y="1"/>
                    <a:pt x="291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868875" y="1112225"/>
              <a:ext cx="88875" cy="24575"/>
            </a:xfrm>
            <a:custGeom>
              <a:avLst/>
              <a:gdLst/>
              <a:ahLst/>
              <a:cxnLst/>
              <a:rect l="l" t="t" r="r" b="b"/>
              <a:pathLst>
                <a:path w="3555" h="983" extrusionOk="0">
                  <a:moveTo>
                    <a:pt x="2603" y="0"/>
                  </a:moveTo>
                  <a:cubicBezTo>
                    <a:pt x="2525" y="0"/>
                    <a:pt x="2448" y="4"/>
                    <a:pt x="2370" y="12"/>
                  </a:cubicBezTo>
                  <a:cubicBezTo>
                    <a:pt x="2246" y="12"/>
                    <a:pt x="2133" y="24"/>
                    <a:pt x="2020" y="46"/>
                  </a:cubicBezTo>
                  <a:lnTo>
                    <a:pt x="1670" y="103"/>
                  </a:lnTo>
                  <a:cubicBezTo>
                    <a:pt x="1445" y="159"/>
                    <a:pt x="1230" y="227"/>
                    <a:pt x="1005" y="306"/>
                  </a:cubicBezTo>
                  <a:cubicBezTo>
                    <a:pt x="813" y="385"/>
                    <a:pt x="632" y="475"/>
                    <a:pt x="463" y="588"/>
                  </a:cubicBezTo>
                  <a:cubicBezTo>
                    <a:pt x="339" y="667"/>
                    <a:pt x="215" y="757"/>
                    <a:pt x="124" y="859"/>
                  </a:cubicBezTo>
                  <a:cubicBezTo>
                    <a:pt x="45" y="938"/>
                    <a:pt x="0" y="983"/>
                    <a:pt x="0" y="983"/>
                  </a:cubicBezTo>
                  <a:cubicBezTo>
                    <a:pt x="0" y="983"/>
                    <a:pt x="57" y="972"/>
                    <a:pt x="158" y="938"/>
                  </a:cubicBezTo>
                  <a:cubicBezTo>
                    <a:pt x="260" y="915"/>
                    <a:pt x="407" y="881"/>
                    <a:pt x="564" y="836"/>
                  </a:cubicBezTo>
                  <a:cubicBezTo>
                    <a:pt x="734" y="802"/>
                    <a:pt x="926" y="757"/>
                    <a:pt x="1129" y="712"/>
                  </a:cubicBezTo>
                  <a:cubicBezTo>
                    <a:pt x="1230" y="678"/>
                    <a:pt x="1343" y="667"/>
                    <a:pt x="1456" y="644"/>
                  </a:cubicBezTo>
                  <a:cubicBezTo>
                    <a:pt x="1558" y="622"/>
                    <a:pt x="1670" y="588"/>
                    <a:pt x="1772" y="577"/>
                  </a:cubicBezTo>
                  <a:lnTo>
                    <a:pt x="2991" y="294"/>
                  </a:lnTo>
                  <a:lnTo>
                    <a:pt x="3397" y="204"/>
                  </a:lnTo>
                  <a:cubicBezTo>
                    <a:pt x="3498" y="170"/>
                    <a:pt x="3555" y="148"/>
                    <a:pt x="3555" y="148"/>
                  </a:cubicBezTo>
                  <a:cubicBezTo>
                    <a:pt x="3555" y="148"/>
                    <a:pt x="3498" y="137"/>
                    <a:pt x="3397" y="103"/>
                  </a:cubicBezTo>
                  <a:cubicBezTo>
                    <a:pt x="3261" y="58"/>
                    <a:pt x="3115" y="35"/>
                    <a:pt x="2979" y="24"/>
                  </a:cubicBezTo>
                  <a:cubicBezTo>
                    <a:pt x="2854" y="10"/>
                    <a:pt x="2728" y="0"/>
                    <a:pt x="260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812725" y="1262325"/>
              <a:ext cx="12725" cy="38100"/>
            </a:xfrm>
            <a:custGeom>
              <a:avLst/>
              <a:gdLst/>
              <a:ahLst/>
              <a:cxnLst/>
              <a:rect l="l" t="t" r="r" b="b"/>
              <a:pathLst>
                <a:path w="509" h="1524" extrusionOk="0">
                  <a:moveTo>
                    <a:pt x="418" y="0"/>
                  </a:moveTo>
                  <a:cubicBezTo>
                    <a:pt x="351" y="57"/>
                    <a:pt x="283" y="124"/>
                    <a:pt x="226" y="192"/>
                  </a:cubicBezTo>
                  <a:cubicBezTo>
                    <a:pt x="114" y="350"/>
                    <a:pt x="35" y="531"/>
                    <a:pt x="12" y="722"/>
                  </a:cubicBezTo>
                  <a:cubicBezTo>
                    <a:pt x="1" y="813"/>
                    <a:pt x="1" y="926"/>
                    <a:pt x="1" y="1027"/>
                  </a:cubicBezTo>
                  <a:cubicBezTo>
                    <a:pt x="12" y="1106"/>
                    <a:pt x="23" y="1196"/>
                    <a:pt x="57" y="1287"/>
                  </a:cubicBezTo>
                  <a:cubicBezTo>
                    <a:pt x="91" y="1366"/>
                    <a:pt x="136" y="1445"/>
                    <a:pt x="204" y="1524"/>
                  </a:cubicBezTo>
                  <a:cubicBezTo>
                    <a:pt x="260" y="1445"/>
                    <a:pt x="305" y="1366"/>
                    <a:pt x="339" y="1287"/>
                  </a:cubicBezTo>
                  <a:cubicBezTo>
                    <a:pt x="362" y="1208"/>
                    <a:pt x="407" y="1129"/>
                    <a:pt x="430" y="1050"/>
                  </a:cubicBezTo>
                  <a:cubicBezTo>
                    <a:pt x="452" y="959"/>
                    <a:pt x="475" y="880"/>
                    <a:pt x="486" y="790"/>
                  </a:cubicBezTo>
                  <a:cubicBezTo>
                    <a:pt x="509" y="621"/>
                    <a:pt x="509" y="440"/>
                    <a:pt x="486" y="271"/>
                  </a:cubicBezTo>
                  <a:cubicBezTo>
                    <a:pt x="475" y="181"/>
                    <a:pt x="452" y="91"/>
                    <a:pt x="41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5057325" y="1260050"/>
              <a:ext cx="42625" cy="29475"/>
            </a:xfrm>
            <a:custGeom>
              <a:avLst/>
              <a:gdLst/>
              <a:ahLst/>
              <a:cxnLst/>
              <a:rect l="l" t="t" r="r" b="b"/>
              <a:pathLst>
                <a:path w="1705" h="1179" extrusionOk="0">
                  <a:moveTo>
                    <a:pt x="0" y="1"/>
                  </a:moveTo>
                  <a:lnTo>
                    <a:pt x="0" y="1"/>
                  </a:lnTo>
                  <a:cubicBezTo>
                    <a:pt x="23" y="114"/>
                    <a:pt x="68" y="227"/>
                    <a:pt x="124" y="328"/>
                  </a:cubicBezTo>
                  <a:cubicBezTo>
                    <a:pt x="181" y="430"/>
                    <a:pt x="248" y="531"/>
                    <a:pt x="339" y="610"/>
                  </a:cubicBezTo>
                  <a:cubicBezTo>
                    <a:pt x="440" y="701"/>
                    <a:pt x="542" y="791"/>
                    <a:pt x="655" y="870"/>
                  </a:cubicBezTo>
                  <a:cubicBezTo>
                    <a:pt x="869" y="1005"/>
                    <a:pt x="1106" y="1107"/>
                    <a:pt x="1354" y="1152"/>
                  </a:cubicBezTo>
                  <a:cubicBezTo>
                    <a:pt x="1437" y="1168"/>
                    <a:pt x="1519" y="1179"/>
                    <a:pt x="1606" y="1179"/>
                  </a:cubicBezTo>
                  <a:cubicBezTo>
                    <a:pt x="1638" y="1179"/>
                    <a:pt x="1671" y="1178"/>
                    <a:pt x="1704" y="1175"/>
                  </a:cubicBezTo>
                  <a:cubicBezTo>
                    <a:pt x="1636" y="1084"/>
                    <a:pt x="1557" y="994"/>
                    <a:pt x="1478" y="915"/>
                  </a:cubicBezTo>
                  <a:cubicBezTo>
                    <a:pt x="1309" y="746"/>
                    <a:pt x="1117" y="599"/>
                    <a:pt x="925" y="475"/>
                  </a:cubicBezTo>
                  <a:cubicBezTo>
                    <a:pt x="813" y="407"/>
                    <a:pt x="722" y="340"/>
                    <a:pt x="621" y="294"/>
                  </a:cubicBezTo>
                  <a:cubicBezTo>
                    <a:pt x="519" y="238"/>
                    <a:pt x="418" y="193"/>
                    <a:pt x="327" y="148"/>
                  </a:cubicBezTo>
                  <a:cubicBezTo>
                    <a:pt x="215" y="80"/>
                    <a:pt x="113" y="35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48850" y="1237200"/>
              <a:ext cx="32475" cy="25425"/>
            </a:xfrm>
            <a:custGeom>
              <a:avLst/>
              <a:gdLst/>
              <a:ahLst/>
              <a:cxnLst/>
              <a:rect l="l" t="t" r="r" b="b"/>
              <a:pathLst>
                <a:path w="1299" h="1017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03"/>
                    <a:pt x="46" y="193"/>
                    <a:pt x="91" y="283"/>
                  </a:cubicBezTo>
                  <a:cubicBezTo>
                    <a:pt x="170" y="464"/>
                    <a:pt x="305" y="622"/>
                    <a:pt x="475" y="746"/>
                  </a:cubicBezTo>
                  <a:cubicBezTo>
                    <a:pt x="633" y="859"/>
                    <a:pt x="813" y="938"/>
                    <a:pt x="1005" y="983"/>
                  </a:cubicBezTo>
                  <a:cubicBezTo>
                    <a:pt x="1095" y="1017"/>
                    <a:pt x="1197" y="1017"/>
                    <a:pt x="1298" y="1017"/>
                  </a:cubicBezTo>
                  <a:cubicBezTo>
                    <a:pt x="1264" y="926"/>
                    <a:pt x="1208" y="836"/>
                    <a:pt x="1152" y="757"/>
                  </a:cubicBezTo>
                  <a:cubicBezTo>
                    <a:pt x="1039" y="599"/>
                    <a:pt x="915" y="464"/>
                    <a:pt x="757" y="362"/>
                  </a:cubicBezTo>
                  <a:cubicBezTo>
                    <a:pt x="678" y="306"/>
                    <a:pt x="599" y="249"/>
                    <a:pt x="520" y="204"/>
                  </a:cubicBezTo>
                  <a:cubicBezTo>
                    <a:pt x="441" y="170"/>
                    <a:pt x="362" y="136"/>
                    <a:pt x="283" y="91"/>
                  </a:cubicBezTo>
                  <a:cubicBezTo>
                    <a:pt x="192" y="46"/>
                    <a:pt x="102" y="24"/>
                    <a:pt x="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129525" y="1048775"/>
              <a:ext cx="38400" cy="19600"/>
            </a:xfrm>
            <a:custGeom>
              <a:avLst/>
              <a:gdLst/>
              <a:ahLst/>
              <a:cxnLst/>
              <a:rect l="l" t="t" r="r" b="b"/>
              <a:pathLst>
                <a:path w="1536" h="784" extrusionOk="0">
                  <a:moveTo>
                    <a:pt x="294" y="0"/>
                  </a:moveTo>
                  <a:cubicBezTo>
                    <a:pt x="193" y="11"/>
                    <a:pt x="102" y="34"/>
                    <a:pt x="1" y="68"/>
                  </a:cubicBezTo>
                  <a:cubicBezTo>
                    <a:pt x="69" y="136"/>
                    <a:pt x="148" y="203"/>
                    <a:pt x="227" y="271"/>
                  </a:cubicBezTo>
                  <a:lnTo>
                    <a:pt x="452" y="429"/>
                  </a:lnTo>
                  <a:cubicBezTo>
                    <a:pt x="531" y="474"/>
                    <a:pt x="610" y="519"/>
                    <a:pt x="701" y="564"/>
                  </a:cubicBezTo>
                  <a:cubicBezTo>
                    <a:pt x="870" y="643"/>
                    <a:pt x="1050" y="711"/>
                    <a:pt x="1231" y="756"/>
                  </a:cubicBezTo>
                  <a:cubicBezTo>
                    <a:pt x="1305" y="773"/>
                    <a:pt x="1380" y="783"/>
                    <a:pt x="1454" y="783"/>
                  </a:cubicBezTo>
                  <a:cubicBezTo>
                    <a:pt x="1481" y="783"/>
                    <a:pt x="1508" y="782"/>
                    <a:pt x="1536" y="779"/>
                  </a:cubicBezTo>
                  <a:cubicBezTo>
                    <a:pt x="1502" y="688"/>
                    <a:pt x="1445" y="598"/>
                    <a:pt x="1389" y="519"/>
                  </a:cubicBezTo>
                  <a:cubicBezTo>
                    <a:pt x="1332" y="440"/>
                    <a:pt x="1265" y="373"/>
                    <a:pt x="1186" y="305"/>
                  </a:cubicBezTo>
                  <a:cubicBezTo>
                    <a:pt x="1095" y="248"/>
                    <a:pt x="1005" y="181"/>
                    <a:pt x="904" y="136"/>
                  </a:cubicBezTo>
                  <a:cubicBezTo>
                    <a:pt x="712" y="45"/>
                    <a:pt x="509" y="0"/>
                    <a:pt x="294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555225" y="1548650"/>
              <a:ext cx="14975" cy="46850"/>
            </a:xfrm>
            <a:custGeom>
              <a:avLst/>
              <a:gdLst/>
              <a:ahLst/>
              <a:cxnLst/>
              <a:rect l="l" t="t" r="r" b="b"/>
              <a:pathLst>
                <a:path w="599" h="1874" extrusionOk="0">
                  <a:moveTo>
                    <a:pt x="294" y="1"/>
                  </a:moveTo>
                  <a:cubicBezTo>
                    <a:pt x="136" y="1"/>
                    <a:pt x="1" y="418"/>
                    <a:pt x="1" y="937"/>
                  </a:cubicBezTo>
                  <a:cubicBezTo>
                    <a:pt x="1" y="1456"/>
                    <a:pt x="136" y="1874"/>
                    <a:pt x="294" y="1874"/>
                  </a:cubicBezTo>
                  <a:cubicBezTo>
                    <a:pt x="463" y="1874"/>
                    <a:pt x="599" y="1456"/>
                    <a:pt x="599" y="937"/>
                  </a:cubicBezTo>
                  <a:cubicBezTo>
                    <a:pt x="599" y="418"/>
                    <a:pt x="463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525600" y="1494200"/>
              <a:ext cx="14975" cy="47150"/>
            </a:xfrm>
            <a:custGeom>
              <a:avLst/>
              <a:gdLst/>
              <a:ahLst/>
              <a:cxnLst/>
              <a:rect l="l" t="t" r="r" b="b"/>
              <a:pathLst>
                <a:path w="599" h="1886" extrusionOk="0">
                  <a:moveTo>
                    <a:pt x="306" y="1"/>
                  </a:moveTo>
                  <a:cubicBezTo>
                    <a:pt x="148" y="1"/>
                    <a:pt x="1" y="418"/>
                    <a:pt x="1" y="937"/>
                  </a:cubicBezTo>
                  <a:cubicBezTo>
                    <a:pt x="1" y="1456"/>
                    <a:pt x="136" y="1885"/>
                    <a:pt x="306" y="1885"/>
                  </a:cubicBezTo>
                  <a:cubicBezTo>
                    <a:pt x="464" y="1885"/>
                    <a:pt x="599" y="1456"/>
                    <a:pt x="599" y="937"/>
                  </a:cubicBezTo>
                  <a:cubicBezTo>
                    <a:pt x="599" y="418"/>
                    <a:pt x="452" y="1"/>
                    <a:pt x="3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514050" y="1566425"/>
              <a:ext cx="14700" cy="47150"/>
            </a:xfrm>
            <a:custGeom>
              <a:avLst/>
              <a:gdLst/>
              <a:ahLst/>
              <a:cxnLst/>
              <a:rect l="l" t="t" r="r" b="b"/>
              <a:pathLst>
                <a:path w="588" h="1886" extrusionOk="0">
                  <a:moveTo>
                    <a:pt x="294" y="1"/>
                  </a:moveTo>
                  <a:cubicBezTo>
                    <a:pt x="124" y="1"/>
                    <a:pt x="0" y="418"/>
                    <a:pt x="0" y="937"/>
                  </a:cubicBezTo>
                  <a:cubicBezTo>
                    <a:pt x="0" y="1456"/>
                    <a:pt x="124" y="1885"/>
                    <a:pt x="294" y="1885"/>
                  </a:cubicBezTo>
                  <a:cubicBezTo>
                    <a:pt x="452" y="1885"/>
                    <a:pt x="587" y="1456"/>
                    <a:pt x="587" y="937"/>
                  </a:cubicBezTo>
                  <a:cubicBezTo>
                    <a:pt x="587" y="418"/>
                    <a:pt x="452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486950" y="1518475"/>
              <a:ext cx="15000" cy="47125"/>
            </a:xfrm>
            <a:custGeom>
              <a:avLst/>
              <a:gdLst/>
              <a:ahLst/>
              <a:cxnLst/>
              <a:rect l="l" t="t" r="r" b="b"/>
              <a:pathLst>
                <a:path w="600" h="1885" extrusionOk="0">
                  <a:moveTo>
                    <a:pt x="306" y="0"/>
                  </a:moveTo>
                  <a:cubicBezTo>
                    <a:pt x="148" y="0"/>
                    <a:pt x="1" y="418"/>
                    <a:pt x="1" y="937"/>
                  </a:cubicBezTo>
                  <a:cubicBezTo>
                    <a:pt x="1" y="1456"/>
                    <a:pt x="148" y="1885"/>
                    <a:pt x="306" y="1885"/>
                  </a:cubicBezTo>
                  <a:cubicBezTo>
                    <a:pt x="464" y="1885"/>
                    <a:pt x="599" y="1456"/>
                    <a:pt x="599" y="937"/>
                  </a:cubicBezTo>
                  <a:cubicBezTo>
                    <a:pt x="599" y="418"/>
                    <a:pt x="464" y="0"/>
                    <a:pt x="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473975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294" y="0"/>
                  </a:moveTo>
                  <a:cubicBezTo>
                    <a:pt x="136" y="0"/>
                    <a:pt x="1" y="429"/>
                    <a:pt x="1" y="948"/>
                  </a:cubicBezTo>
                  <a:cubicBezTo>
                    <a:pt x="1" y="1467"/>
                    <a:pt x="136" y="1885"/>
                    <a:pt x="294" y="1885"/>
                  </a:cubicBezTo>
                  <a:cubicBezTo>
                    <a:pt x="452" y="1885"/>
                    <a:pt x="599" y="1456"/>
                    <a:pt x="599" y="948"/>
                  </a:cubicBezTo>
                  <a:cubicBezTo>
                    <a:pt x="599" y="429"/>
                    <a:pt x="452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494575" y="1453025"/>
              <a:ext cx="14700" cy="47125"/>
            </a:xfrm>
            <a:custGeom>
              <a:avLst/>
              <a:gdLst/>
              <a:ahLst/>
              <a:cxnLst/>
              <a:rect l="l" t="t" r="r" b="b"/>
              <a:pathLst>
                <a:path w="588" h="1885" extrusionOk="0">
                  <a:moveTo>
                    <a:pt x="294" y="0"/>
                  </a:moveTo>
                  <a:cubicBezTo>
                    <a:pt x="136" y="0"/>
                    <a:pt x="1" y="418"/>
                    <a:pt x="1" y="937"/>
                  </a:cubicBezTo>
                  <a:cubicBezTo>
                    <a:pt x="1" y="1456"/>
                    <a:pt x="136" y="1885"/>
                    <a:pt x="294" y="1885"/>
                  </a:cubicBezTo>
                  <a:cubicBezTo>
                    <a:pt x="463" y="1885"/>
                    <a:pt x="587" y="1456"/>
                    <a:pt x="587" y="937"/>
                  </a:cubicBezTo>
                  <a:cubicBezTo>
                    <a:pt x="587" y="418"/>
                    <a:pt x="452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618975" y="1566700"/>
              <a:ext cx="15000" cy="47150"/>
            </a:xfrm>
            <a:custGeom>
              <a:avLst/>
              <a:gdLst/>
              <a:ahLst/>
              <a:cxnLst/>
              <a:rect l="l" t="t" r="r" b="b"/>
              <a:pathLst>
                <a:path w="600" h="1886" extrusionOk="0">
                  <a:moveTo>
                    <a:pt x="294" y="1"/>
                  </a:moveTo>
                  <a:cubicBezTo>
                    <a:pt x="136" y="1"/>
                    <a:pt x="1" y="430"/>
                    <a:pt x="1" y="949"/>
                  </a:cubicBezTo>
                  <a:cubicBezTo>
                    <a:pt x="1" y="1468"/>
                    <a:pt x="136" y="1885"/>
                    <a:pt x="294" y="1885"/>
                  </a:cubicBezTo>
                  <a:cubicBezTo>
                    <a:pt x="464" y="1885"/>
                    <a:pt x="599" y="1468"/>
                    <a:pt x="599" y="949"/>
                  </a:cubicBezTo>
                  <a:cubicBezTo>
                    <a:pt x="599" y="430"/>
                    <a:pt x="464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589375" y="1512275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294" y="0"/>
                  </a:moveTo>
                  <a:cubicBezTo>
                    <a:pt x="136" y="0"/>
                    <a:pt x="0" y="429"/>
                    <a:pt x="0" y="948"/>
                  </a:cubicBezTo>
                  <a:cubicBezTo>
                    <a:pt x="0" y="1467"/>
                    <a:pt x="136" y="1884"/>
                    <a:pt x="294" y="1884"/>
                  </a:cubicBezTo>
                  <a:cubicBezTo>
                    <a:pt x="452" y="1884"/>
                    <a:pt x="598" y="1467"/>
                    <a:pt x="598" y="948"/>
                  </a:cubicBezTo>
                  <a:cubicBezTo>
                    <a:pt x="598" y="429"/>
                    <a:pt x="452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581750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305" y="0"/>
                  </a:moveTo>
                  <a:cubicBezTo>
                    <a:pt x="136" y="0"/>
                    <a:pt x="0" y="429"/>
                    <a:pt x="0" y="948"/>
                  </a:cubicBezTo>
                  <a:cubicBezTo>
                    <a:pt x="0" y="1467"/>
                    <a:pt x="147" y="1885"/>
                    <a:pt x="305" y="1885"/>
                  </a:cubicBezTo>
                  <a:cubicBezTo>
                    <a:pt x="463" y="1885"/>
                    <a:pt x="599" y="1467"/>
                    <a:pt x="599" y="948"/>
                  </a:cubicBezTo>
                  <a:cubicBezTo>
                    <a:pt x="599" y="429"/>
                    <a:pt x="463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187025" y="1182175"/>
              <a:ext cx="372975" cy="258900"/>
            </a:xfrm>
            <a:custGeom>
              <a:avLst/>
              <a:gdLst/>
              <a:ahLst/>
              <a:cxnLst/>
              <a:rect l="l" t="t" r="r" b="b"/>
              <a:pathLst>
                <a:path w="14919" h="10356" extrusionOk="0">
                  <a:moveTo>
                    <a:pt x="12546" y="0"/>
                  </a:moveTo>
                  <a:cubicBezTo>
                    <a:pt x="6445" y="0"/>
                    <a:pt x="1684" y="4184"/>
                    <a:pt x="0" y="10315"/>
                  </a:cubicBezTo>
                  <a:cubicBezTo>
                    <a:pt x="289" y="10342"/>
                    <a:pt x="587" y="10355"/>
                    <a:pt x="894" y="10355"/>
                  </a:cubicBezTo>
                  <a:cubicBezTo>
                    <a:pt x="6134" y="10355"/>
                    <a:pt x="13799" y="6483"/>
                    <a:pt x="14918" y="205"/>
                  </a:cubicBezTo>
                  <a:cubicBezTo>
                    <a:pt x="14108" y="67"/>
                    <a:pt x="13317" y="0"/>
                    <a:pt x="12546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200000" y="1139325"/>
              <a:ext cx="433050" cy="297650"/>
            </a:xfrm>
            <a:custGeom>
              <a:avLst/>
              <a:gdLst/>
              <a:ahLst/>
              <a:cxnLst/>
              <a:rect l="l" t="t" r="r" b="b"/>
              <a:pathLst>
                <a:path w="17322" h="11906" extrusionOk="0">
                  <a:moveTo>
                    <a:pt x="17322" y="0"/>
                  </a:moveTo>
                  <a:lnTo>
                    <a:pt x="17322" y="0"/>
                  </a:lnTo>
                  <a:cubicBezTo>
                    <a:pt x="17321" y="1"/>
                    <a:pt x="16182" y="655"/>
                    <a:pt x="14501" y="1670"/>
                  </a:cubicBezTo>
                  <a:cubicBezTo>
                    <a:pt x="13722" y="2144"/>
                    <a:pt x="12831" y="2686"/>
                    <a:pt x="11883" y="3284"/>
                  </a:cubicBezTo>
                  <a:cubicBezTo>
                    <a:pt x="11465" y="3126"/>
                    <a:pt x="11048" y="2968"/>
                    <a:pt x="10630" y="2821"/>
                  </a:cubicBezTo>
                  <a:cubicBezTo>
                    <a:pt x="10393" y="2742"/>
                    <a:pt x="10145" y="2675"/>
                    <a:pt x="9908" y="2596"/>
                  </a:cubicBezTo>
                  <a:cubicBezTo>
                    <a:pt x="9660" y="2551"/>
                    <a:pt x="9411" y="2494"/>
                    <a:pt x="9163" y="2460"/>
                  </a:cubicBezTo>
                  <a:lnTo>
                    <a:pt x="9163" y="2460"/>
                  </a:lnTo>
                  <a:cubicBezTo>
                    <a:pt x="9400" y="2562"/>
                    <a:pt x="9626" y="2641"/>
                    <a:pt x="9863" y="2742"/>
                  </a:cubicBezTo>
                  <a:cubicBezTo>
                    <a:pt x="10100" y="2833"/>
                    <a:pt x="10325" y="2934"/>
                    <a:pt x="10551" y="3036"/>
                  </a:cubicBezTo>
                  <a:cubicBezTo>
                    <a:pt x="10901" y="3183"/>
                    <a:pt x="11251" y="3329"/>
                    <a:pt x="11601" y="3453"/>
                  </a:cubicBezTo>
                  <a:cubicBezTo>
                    <a:pt x="11003" y="3826"/>
                    <a:pt x="10382" y="4232"/>
                    <a:pt x="9761" y="4638"/>
                  </a:cubicBezTo>
                  <a:cubicBezTo>
                    <a:pt x="9739" y="4604"/>
                    <a:pt x="9716" y="4570"/>
                    <a:pt x="9682" y="4559"/>
                  </a:cubicBezTo>
                  <a:lnTo>
                    <a:pt x="8994" y="4356"/>
                  </a:lnTo>
                  <a:cubicBezTo>
                    <a:pt x="8757" y="4311"/>
                    <a:pt x="8520" y="4266"/>
                    <a:pt x="8294" y="4221"/>
                  </a:cubicBezTo>
                  <a:cubicBezTo>
                    <a:pt x="8057" y="4176"/>
                    <a:pt x="7832" y="4142"/>
                    <a:pt x="7595" y="4097"/>
                  </a:cubicBezTo>
                  <a:cubicBezTo>
                    <a:pt x="7369" y="4063"/>
                    <a:pt x="7143" y="4006"/>
                    <a:pt x="6906" y="3972"/>
                  </a:cubicBezTo>
                  <a:lnTo>
                    <a:pt x="6906" y="3972"/>
                  </a:lnTo>
                  <a:cubicBezTo>
                    <a:pt x="7121" y="4063"/>
                    <a:pt x="7335" y="4142"/>
                    <a:pt x="7561" y="4232"/>
                  </a:cubicBezTo>
                  <a:cubicBezTo>
                    <a:pt x="7787" y="4322"/>
                    <a:pt x="8012" y="4379"/>
                    <a:pt x="8249" y="4435"/>
                  </a:cubicBezTo>
                  <a:cubicBezTo>
                    <a:pt x="8475" y="4503"/>
                    <a:pt x="8701" y="4559"/>
                    <a:pt x="8926" y="4616"/>
                  </a:cubicBezTo>
                  <a:cubicBezTo>
                    <a:pt x="9107" y="4672"/>
                    <a:pt x="9299" y="4728"/>
                    <a:pt x="9479" y="4785"/>
                  </a:cubicBezTo>
                  <a:cubicBezTo>
                    <a:pt x="9479" y="4796"/>
                    <a:pt x="9479" y="4807"/>
                    <a:pt x="9479" y="4807"/>
                  </a:cubicBezTo>
                  <a:cubicBezTo>
                    <a:pt x="9118" y="5044"/>
                    <a:pt x="8746" y="5281"/>
                    <a:pt x="8385" y="5518"/>
                  </a:cubicBezTo>
                  <a:lnTo>
                    <a:pt x="7888" y="5857"/>
                  </a:lnTo>
                  <a:lnTo>
                    <a:pt x="7324" y="5688"/>
                  </a:lnTo>
                  <a:cubicBezTo>
                    <a:pt x="7064" y="5620"/>
                    <a:pt x="6805" y="5563"/>
                    <a:pt x="6545" y="5518"/>
                  </a:cubicBezTo>
                  <a:cubicBezTo>
                    <a:pt x="6015" y="5439"/>
                    <a:pt x="5507" y="5349"/>
                    <a:pt x="4977" y="5281"/>
                  </a:cubicBezTo>
                  <a:lnTo>
                    <a:pt x="4977" y="5281"/>
                  </a:lnTo>
                  <a:cubicBezTo>
                    <a:pt x="5225" y="5372"/>
                    <a:pt x="5473" y="5451"/>
                    <a:pt x="5733" y="5530"/>
                  </a:cubicBezTo>
                  <a:lnTo>
                    <a:pt x="6489" y="5744"/>
                  </a:lnTo>
                  <a:cubicBezTo>
                    <a:pt x="6748" y="5812"/>
                    <a:pt x="6997" y="5879"/>
                    <a:pt x="7256" y="5947"/>
                  </a:cubicBezTo>
                  <a:lnTo>
                    <a:pt x="7606" y="6060"/>
                  </a:lnTo>
                  <a:cubicBezTo>
                    <a:pt x="7324" y="6241"/>
                    <a:pt x="7042" y="6432"/>
                    <a:pt x="6771" y="6624"/>
                  </a:cubicBezTo>
                  <a:cubicBezTo>
                    <a:pt x="6466" y="6827"/>
                    <a:pt x="6173" y="7030"/>
                    <a:pt x="5879" y="7234"/>
                  </a:cubicBezTo>
                  <a:cubicBezTo>
                    <a:pt x="5778" y="7188"/>
                    <a:pt x="5688" y="7143"/>
                    <a:pt x="5586" y="7109"/>
                  </a:cubicBezTo>
                  <a:cubicBezTo>
                    <a:pt x="5372" y="7030"/>
                    <a:pt x="5146" y="6963"/>
                    <a:pt x="4932" y="6895"/>
                  </a:cubicBezTo>
                  <a:cubicBezTo>
                    <a:pt x="4706" y="6827"/>
                    <a:pt x="4480" y="6805"/>
                    <a:pt x="4255" y="6760"/>
                  </a:cubicBezTo>
                  <a:cubicBezTo>
                    <a:pt x="4018" y="6748"/>
                    <a:pt x="3792" y="6737"/>
                    <a:pt x="3566" y="6737"/>
                  </a:cubicBezTo>
                  <a:cubicBezTo>
                    <a:pt x="3792" y="6805"/>
                    <a:pt x="4006" y="6850"/>
                    <a:pt x="4221" y="6906"/>
                  </a:cubicBezTo>
                  <a:cubicBezTo>
                    <a:pt x="4435" y="6963"/>
                    <a:pt x="4650" y="7042"/>
                    <a:pt x="4864" y="7109"/>
                  </a:cubicBezTo>
                  <a:cubicBezTo>
                    <a:pt x="5078" y="7177"/>
                    <a:pt x="5270" y="7279"/>
                    <a:pt x="5485" y="7358"/>
                  </a:cubicBezTo>
                  <a:lnTo>
                    <a:pt x="5620" y="7414"/>
                  </a:lnTo>
                  <a:cubicBezTo>
                    <a:pt x="5485" y="7516"/>
                    <a:pt x="5338" y="7617"/>
                    <a:pt x="5214" y="7719"/>
                  </a:cubicBezTo>
                  <a:cubicBezTo>
                    <a:pt x="4774" y="8035"/>
                    <a:pt x="4379" y="8328"/>
                    <a:pt x="3995" y="8599"/>
                  </a:cubicBezTo>
                  <a:cubicBezTo>
                    <a:pt x="3995" y="8599"/>
                    <a:pt x="4006" y="8588"/>
                    <a:pt x="4006" y="8576"/>
                  </a:cubicBezTo>
                  <a:lnTo>
                    <a:pt x="4006" y="8565"/>
                  </a:lnTo>
                  <a:cubicBezTo>
                    <a:pt x="4006" y="8486"/>
                    <a:pt x="3950" y="8418"/>
                    <a:pt x="3882" y="8418"/>
                  </a:cubicBezTo>
                  <a:lnTo>
                    <a:pt x="3860" y="8418"/>
                  </a:lnTo>
                  <a:cubicBezTo>
                    <a:pt x="3510" y="8407"/>
                    <a:pt x="3149" y="8396"/>
                    <a:pt x="2788" y="8396"/>
                  </a:cubicBezTo>
                  <a:cubicBezTo>
                    <a:pt x="2438" y="8362"/>
                    <a:pt x="2077" y="8351"/>
                    <a:pt x="1716" y="8351"/>
                  </a:cubicBezTo>
                  <a:cubicBezTo>
                    <a:pt x="2054" y="8452"/>
                    <a:pt x="2415" y="8542"/>
                    <a:pt x="2765" y="8610"/>
                  </a:cubicBezTo>
                  <a:cubicBezTo>
                    <a:pt x="3070" y="8655"/>
                    <a:pt x="3386" y="8667"/>
                    <a:pt x="3690" y="8689"/>
                  </a:cubicBezTo>
                  <a:cubicBezTo>
                    <a:pt x="3690" y="8746"/>
                    <a:pt x="3679" y="8791"/>
                    <a:pt x="3668" y="8847"/>
                  </a:cubicBezTo>
                  <a:cubicBezTo>
                    <a:pt x="3250" y="9174"/>
                    <a:pt x="2855" y="9479"/>
                    <a:pt x="2494" y="9761"/>
                  </a:cubicBezTo>
                  <a:cubicBezTo>
                    <a:pt x="2111" y="10077"/>
                    <a:pt x="1749" y="10348"/>
                    <a:pt x="1456" y="10607"/>
                  </a:cubicBezTo>
                  <a:cubicBezTo>
                    <a:pt x="1163" y="10878"/>
                    <a:pt x="892" y="11115"/>
                    <a:pt x="677" y="11307"/>
                  </a:cubicBezTo>
                  <a:lnTo>
                    <a:pt x="0" y="11905"/>
                  </a:lnTo>
                  <a:lnTo>
                    <a:pt x="711" y="11341"/>
                  </a:lnTo>
                  <a:lnTo>
                    <a:pt x="1524" y="10698"/>
                  </a:lnTo>
                  <a:cubicBezTo>
                    <a:pt x="1828" y="10438"/>
                    <a:pt x="2201" y="10179"/>
                    <a:pt x="2596" y="9885"/>
                  </a:cubicBezTo>
                  <a:lnTo>
                    <a:pt x="3611" y="9129"/>
                  </a:lnTo>
                  <a:lnTo>
                    <a:pt x="3611" y="9129"/>
                  </a:lnTo>
                  <a:cubicBezTo>
                    <a:pt x="3510" y="9648"/>
                    <a:pt x="3453" y="10179"/>
                    <a:pt x="3420" y="10709"/>
                  </a:cubicBezTo>
                  <a:cubicBezTo>
                    <a:pt x="3623" y="10111"/>
                    <a:pt x="3792" y="9513"/>
                    <a:pt x="3927" y="8904"/>
                  </a:cubicBezTo>
                  <a:cubicBezTo>
                    <a:pt x="4367" y="8588"/>
                    <a:pt x="4841" y="8260"/>
                    <a:pt x="5327" y="7922"/>
                  </a:cubicBezTo>
                  <a:cubicBezTo>
                    <a:pt x="5507" y="7798"/>
                    <a:pt x="5688" y="7674"/>
                    <a:pt x="5868" y="7549"/>
                  </a:cubicBezTo>
                  <a:lnTo>
                    <a:pt x="5970" y="7595"/>
                  </a:lnTo>
                  <a:cubicBezTo>
                    <a:pt x="5755" y="8272"/>
                    <a:pt x="5586" y="8971"/>
                    <a:pt x="5451" y="9671"/>
                  </a:cubicBezTo>
                  <a:cubicBezTo>
                    <a:pt x="5767" y="8983"/>
                    <a:pt x="6037" y="8272"/>
                    <a:pt x="6263" y="7561"/>
                  </a:cubicBezTo>
                  <a:cubicBezTo>
                    <a:pt x="6286" y="7493"/>
                    <a:pt x="6252" y="7414"/>
                    <a:pt x="6195" y="7391"/>
                  </a:cubicBezTo>
                  <a:lnTo>
                    <a:pt x="6128" y="7358"/>
                  </a:lnTo>
                  <a:cubicBezTo>
                    <a:pt x="6376" y="7188"/>
                    <a:pt x="6636" y="7019"/>
                    <a:pt x="6895" y="6850"/>
                  </a:cubicBezTo>
                  <a:lnTo>
                    <a:pt x="7843" y="6207"/>
                  </a:lnTo>
                  <a:lnTo>
                    <a:pt x="7843" y="6207"/>
                  </a:lnTo>
                  <a:cubicBezTo>
                    <a:pt x="7798" y="6353"/>
                    <a:pt x="7764" y="6511"/>
                    <a:pt x="7730" y="6658"/>
                  </a:cubicBezTo>
                  <a:cubicBezTo>
                    <a:pt x="7674" y="6872"/>
                    <a:pt x="7617" y="7076"/>
                    <a:pt x="7572" y="7301"/>
                  </a:cubicBezTo>
                  <a:cubicBezTo>
                    <a:pt x="7527" y="7516"/>
                    <a:pt x="7482" y="7741"/>
                    <a:pt x="7459" y="7967"/>
                  </a:cubicBezTo>
                  <a:cubicBezTo>
                    <a:pt x="7459" y="8080"/>
                    <a:pt x="7459" y="8193"/>
                    <a:pt x="7448" y="8306"/>
                  </a:cubicBezTo>
                  <a:cubicBezTo>
                    <a:pt x="7437" y="8418"/>
                    <a:pt x="7471" y="8531"/>
                    <a:pt x="7482" y="8633"/>
                  </a:cubicBezTo>
                  <a:lnTo>
                    <a:pt x="7516" y="8306"/>
                  </a:lnTo>
                  <a:cubicBezTo>
                    <a:pt x="7538" y="8193"/>
                    <a:pt x="7561" y="8091"/>
                    <a:pt x="7583" y="7990"/>
                  </a:cubicBezTo>
                  <a:cubicBezTo>
                    <a:pt x="7606" y="7888"/>
                    <a:pt x="7640" y="7775"/>
                    <a:pt x="7662" y="7674"/>
                  </a:cubicBezTo>
                  <a:lnTo>
                    <a:pt x="7764" y="7358"/>
                  </a:lnTo>
                  <a:cubicBezTo>
                    <a:pt x="7832" y="7143"/>
                    <a:pt x="7899" y="6940"/>
                    <a:pt x="7978" y="6726"/>
                  </a:cubicBezTo>
                  <a:cubicBezTo>
                    <a:pt x="8046" y="6511"/>
                    <a:pt x="8102" y="6308"/>
                    <a:pt x="8148" y="6083"/>
                  </a:cubicBezTo>
                  <a:cubicBezTo>
                    <a:pt x="8159" y="6060"/>
                    <a:pt x="8148" y="6026"/>
                    <a:pt x="8136" y="6004"/>
                  </a:cubicBezTo>
                  <a:lnTo>
                    <a:pt x="8520" y="5755"/>
                  </a:lnTo>
                  <a:lnTo>
                    <a:pt x="9411" y="5169"/>
                  </a:lnTo>
                  <a:lnTo>
                    <a:pt x="9411" y="5169"/>
                  </a:lnTo>
                  <a:cubicBezTo>
                    <a:pt x="9321" y="5846"/>
                    <a:pt x="9253" y="6534"/>
                    <a:pt x="9231" y="7222"/>
                  </a:cubicBezTo>
                  <a:cubicBezTo>
                    <a:pt x="9434" y="6489"/>
                    <a:pt x="9592" y="5733"/>
                    <a:pt x="9716" y="4965"/>
                  </a:cubicBezTo>
                  <a:cubicBezTo>
                    <a:pt x="10404" y="4514"/>
                    <a:pt x="11082" y="4063"/>
                    <a:pt x="11747" y="3634"/>
                  </a:cubicBezTo>
                  <a:lnTo>
                    <a:pt x="11770" y="3623"/>
                  </a:lnTo>
                  <a:lnTo>
                    <a:pt x="11770" y="3623"/>
                  </a:lnTo>
                  <a:cubicBezTo>
                    <a:pt x="11634" y="3950"/>
                    <a:pt x="11510" y="4277"/>
                    <a:pt x="11386" y="4604"/>
                  </a:cubicBezTo>
                  <a:cubicBezTo>
                    <a:pt x="11273" y="5022"/>
                    <a:pt x="11161" y="5439"/>
                    <a:pt x="11070" y="5857"/>
                  </a:cubicBezTo>
                  <a:cubicBezTo>
                    <a:pt x="11251" y="5473"/>
                    <a:pt x="11420" y="5078"/>
                    <a:pt x="11589" y="4672"/>
                  </a:cubicBezTo>
                  <a:cubicBezTo>
                    <a:pt x="11770" y="4300"/>
                    <a:pt x="11939" y="3905"/>
                    <a:pt x="12108" y="3521"/>
                  </a:cubicBezTo>
                  <a:cubicBezTo>
                    <a:pt x="12120" y="3487"/>
                    <a:pt x="12120" y="3442"/>
                    <a:pt x="12108" y="3408"/>
                  </a:cubicBezTo>
                  <a:cubicBezTo>
                    <a:pt x="13000" y="2833"/>
                    <a:pt x="13846" y="2280"/>
                    <a:pt x="14580" y="1806"/>
                  </a:cubicBezTo>
                  <a:cubicBezTo>
                    <a:pt x="16227" y="734"/>
                    <a:pt x="17321" y="1"/>
                    <a:pt x="17322" y="0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961700" y="1029000"/>
              <a:ext cx="548175" cy="460625"/>
            </a:xfrm>
            <a:custGeom>
              <a:avLst/>
              <a:gdLst/>
              <a:ahLst/>
              <a:cxnLst/>
              <a:rect l="l" t="t" r="r" b="b"/>
              <a:pathLst>
                <a:path w="21927" h="18425" extrusionOk="0">
                  <a:moveTo>
                    <a:pt x="13816" y="1"/>
                  </a:moveTo>
                  <a:cubicBezTo>
                    <a:pt x="11532" y="1"/>
                    <a:pt x="9239" y="628"/>
                    <a:pt x="7178" y="1694"/>
                  </a:cubicBezTo>
                  <a:cubicBezTo>
                    <a:pt x="6444" y="2066"/>
                    <a:pt x="5745" y="2506"/>
                    <a:pt x="5068" y="2992"/>
                  </a:cubicBezTo>
                  <a:cubicBezTo>
                    <a:pt x="2788" y="4650"/>
                    <a:pt x="1231" y="6862"/>
                    <a:pt x="498" y="9593"/>
                  </a:cubicBezTo>
                  <a:cubicBezTo>
                    <a:pt x="1" y="11455"/>
                    <a:pt x="159" y="13057"/>
                    <a:pt x="554" y="15032"/>
                  </a:cubicBezTo>
                  <a:cubicBezTo>
                    <a:pt x="599" y="15224"/>
                    <a:pt x="655" y="15404"/>
                    <a:pt x="723" y="15585"/>
                  </a:cubicBezTo>
                  <a:cubicBezTo>
                    <a:pt x="1355" y="16770"/>
                    <a:pt x="1964" y="17221"/>
                    <a:pt x="2901" y="17661"/>
                  </a:cubicBezTo>
                  <a:cubicBezTo>
                    <a:pt x="4024" y="18196"/>
                    <a:pt x="5243" y="18425"/>
                    <a:pt x="6477" y="18425"/>
                  </a:cubicBezTo>
                  <a:cubicBezTo>
                    <a:pt x="8108" y="18425"/>
                    <a:pt x="9766" y="18025"/>
                    <a:pt x="11263" y="17401"/>
                  </a:cubicBezTo>
                  <a:cubicBezTo>
                    <a:pt x="15607" y="15596"/>
                    <a:pt x="18800" y="12538"/>
                    <a:pt x="20730" y="8239"/>
                  </a:cubicBezTo>
                  <a:cubicBezTo>
                    <a:pt x="21926" y="5531"/>
                    <a:pt x="21644" y="3623"/>
                    <a:pt x="20267" y="2032"/>
                  </a:cubicBezTo>
                  <a:cubicBezTo>
                    <a:pt x="19511" y="1446"/>
                    <a:pt x="18676" y="994"/>
                    <a:pt x="17785" y="690"/>
                  </a:cubicBezTo>
                  <a:cubicBezTo>
                    <a:pt x="16498" y="217"/>
                    <a:pt x="15159" y="1"/>
                    <a:pt x="13816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975525" y="1039850"/>
              <a:ext cx="520525" cy="436100"/>
            </a:xfrm>
            <a:custGeom>
              <a:avLst/>
              <a:gdLst/>
              <a:ahLst/>
              <a:cxnLst/>
              <a:rect l="l" t="t" r="r" b="b"/>
              <a:pathLst>
                <a:path w="20821" h="17444" extrusionOk="0">
                  <a:moveTo>
                    <a:pt x="13258" y="1"/>
                  </a:moveTo>
                  <a:cubicBezTo>
                    <a:pt x="12420" y="1"/>
                    <a:pt x="11566" y="89"/>
                    <a:pt x="10710" y="267"/>
                  </a:cubicBezTo>
                  <a:cubicBezTo>
                    <a:pt x="9356" y="538"/>
                    <a:pt x="8047" y="1000"/>
                    <a:pt x="6828" y="1644"/>
                  </a:cubicBezTo>
                  <a:cubicBezTo>
                    <a:pt x="6117" y="2005"/>
                    <a:pt x="5429" y="2433"/>
                    <a:pt x="4785" y="2907"/>
                  </a:cubicBezTo>
                  <a:cubicBezTo>
                    <a:pt x="2608" y="4453"/>
                    <a:pt x="1039" y="6699"/>
                    <a:pt x="362" y="9283"/>
                  </a:cubicBezTo>
                  <a:cubicBezTo>
                    <a:pt x="80" y="10355"/>
                    <a:pt x="1" y="11483"/>
                    <a:pt x="125" y="12589"/>
                  </a:cubicBezTo>
                  <a:cubicBezTo>
                    <a:pt x="204" y="13492"/>
                    <a:pt x="306" y="14338"/>
                    <a:pt x="859" y="15083"/>
                  </a:cubicBezTo>
                  <a:cubicBezTo>
                    <a:pt x="1411" y="15828"/>
                    <a:pt x="1818" y="16268"/>
                    <a:pt x="2653" y="16663"/>
                  </a:cubicBezTo>
                  <a:cubicBezTo>
                    <a:pt x="3777" y="17188"/>
                    <a:pt x="5097" y="17443"/>
                    <a:pt x="6415" y="17443"/>
                  </a:cubicBezTo>
                  <a:cubicBezTo>
                    <a:pt x="7080" y="17443"/>
                    <a:pt x="7745" y="17378"/>
                    <a:pt x="8385" y="17250"/>
                  </a:cubicBezTo>
                  <a:cubicBezTo>
                    <a:pt x="9119" y="17092"/>
                    <a:pt x="9852" y="16866"/>
                    <a:pt x="10552" y="16572"/>
                  </a:cubicBezTo>
                  <a:cubicBezTo>
                    <a:pt x="14828" y="14801"/>
                    <a:pt x="17932" y="11788"/>
                    <a:pt x="19782" y="7624"/>
                  </a:cubicBezTo>
                  <a:cubicBezTo>
                    <a:pt x="20414" y="6214"/>
                    <a:pt x="20820" y="4589"/>
                    <a:pt x="20177" y="3110"/>
                  </a:cubicBezTo>
                  <a:cubicBezTo>
                    <a:pt x="19568" y="1689"/>
                    <a:pt x="18484" y="1170"/>
                    <a:pt x="17085" y="662"/>
                  </a:cubicBezTo>
                  <a:cubicBezTo>
                    <a:pt x="15892" y="225"/>
                    <a:pt x="14596" y="1"/>
                    <a:pt x="13258" y="1"/>
                  </a:cubicBezTo>
                  <a:close/>
                </a:path>
              </a:pathLst>
            </a:custGeom>
            <a:solidFill>
              <a:srgbClr val="C03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979775" y="1079800"/>
              <a:ext cx="558300" cy="490625"/>
            </a:xfrm>
            <a:custGeom>
              <a:avLst/>
              <a:gdLst/>
              <a:ahLst/>
              <a:cxnLst/>
              <a:rect l="l" t="t" r="r" b="b"/>
              <a:pathLst>
                <a:path w="22332" h="19625" extrusionOk="0">
                  <a:moveTo>
                    <a:pt x="0" y="13553"/>
                  </a:moveTo>
                  <a:cubicBezTo>
                    <a:pt x="14" y="13578"/>
                    <a:pt x="28" y="13604"/>
                    <a:pt x="41" y="13629"/>
                  </a:cubicBezTo>
                  <a:lnTo>
                    <a:pt x="41" y="13629"/>
                  </a:lnTo>
                  <a:cubicBezTo>
                    <a:pt x="28" y="13603"/>
                    <a:pt x="14" y="13578"/>
                    <a:pt x="0" y="13553"/>
                  </a:cubicBezTo>
                  <a:close/>
                  <a:moveTo>
                    <a:pt x="19544" y="0"/>
                  </a:moveTo>
                  <a:lnTo>
                    <a:pt x="19544" y="0"/>
                  </a:lnTo>
                  <a:cubicBezTo>
                    <a:pt x="20921" y="1591"/>
                    <a:pt x="21203" y="3499"/>
                    <a:pt x="20007" y="6207"/>
                  </a:cubicBezTo>
                  <a:cubicBezTo>
                    <a:pt x="18077" y="10517"/>
                    <a:pt x="14884" y="13575"/>
                    <a:pt x="10540" y="15369"/>
                  </a:cubicBezTo>
                  <a:cubicBezTo>
                    <a:pt x="9043" y="15993"/>
                    <a:pt x="7385" y="16393"/>
                    <a:pt x="5754" y="16393"/>
                  </a:cubicBezTo>
                  <a:cubicBezTo>
                    <a:pt x="4520" y="16393"/>
                    <a:pt x="3301" y="16164"/>
                    <a:pt x="2178" y="15629"/>
                  </a:cubicBezTo>
                  <a:cubicBezTo>
                    <a:pt x="1251" y="15198"/>
                    <a:pt x="658" y="14757"/>
                    <a:pt x="41" y="13629"/>
                  </a:cubicBezTo>
                  <a:lnTo>
                    <a:pt x="41" y="13629"/>
                  </a:lnTo>
                  <a:cubicBezTo>
                    <a:pt x="567" y="14600"/>
                    <a:pt x="1047" y="15436"/>
                    <a:pt x="1817" y="16261"/>
                  </a:cubicBezTo>
                  <a:cubicBezTo>
                    <a:pt x="3510" y="18100"/>
                    <a:pt x="5947" y="19150"/>
                    <a:pt x="8384" y="19499"/>
                  </a:cubicBezTo>
                  <a:cubicBezTo>
                    <a:pt x="8970" y="19583"/>
                    <a:pt x="9551" y="19624"/>
                    <a:pt x="10125" y="19624"/>
                  </a:cubicBezTo>
                  <a:cubicBezTo>
                    <a:pt x="16491" y="19624"/>
                    <a:pt x="21920" y="14610"/>
                    <a:pt x="22230" y="8057"/>
                  </a:cubicBezTo>
                  <a:cubicBezTo>
                    <a:pt x="22332" y="6263"/>
                    <a:pt x="22072" y="4469"/>
                    <a:pt x="21463" y="2776"/>
                  </a:cubicBezTo>
                  <a:cubicBezTo>
                    <a:pt x="21090" y="1693"/>
                    <a:pt x="20425" y="723"/>
                    <a:pt x="19544" y="0"/>
                  </a:cubicBezTo>
                  <a:close/>
                </a:path>
              </a:pathLst>
            </a:custGeom>
            <a:solidFill>
              <a:srgbClr val="875F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507575" y="1228175"/>
              <a:ext cx="12725" cy="24850"/>
            </a:xfrm>
            <a:custGeom>
              <a:avLst/>
              <a:gdLst/>
              <a:ahLst/>
              <a:cxnLst/>
              <a:rect l="l" t="t" r="r" b="b"/>
              <a:pathLst>
                <a:path w="509" h="994" extrusionOk="0">
                  <a:moveTo>
                    <a:pt x="170" y="1"/>
                  </a:moveTo>
                  <a:cubicBezTo>
                    <a:pt x="125" y="46"/>
                    <a:pt x="91" y="114"/>
                    <a:pt x="69" y="181"/>
                  </a:cubicBezTo>
                  <a:cubicBezTo>
                    <a:pt x="12" y="294"/>
                    <a:pt x="1" y="418"/>
                    <a:pt x="12" y="543"/>
                  </a:cubicBezTo>
                  <a:cubicBezTo>
                    <a:pt x="35" y="667"/>
                    <a:pt x="91" y="768"/>
                    <a:pt x="170" y="870"/>
                  </a:cubicBezTo>
                  <a:cubicBezTo>
                    <a:pt x="215" y="915"/>
                    <a:pt x="272" y="960"/>
                    <a:pt x="328" y="994"/>
                  </a:cubicBezTo>
                  <a:cubicBezTo>
                    <a:pt x="373" y="937"/>
                    <a:pt x="407" y="881"/>
                    <a:pt x="441" y="813"/>
                  </a:cubicBezTo>
                  <a:cubicBezTo>
                    <a:pt x="486" y="700"/>
                    <a:pt x="509" y="565"/>
                    <a:pt x="486" y="452"/>
                  </a:cubicBezTo>
                  <a:cubicBezTo>
                    <a:pt x="464" y="328"/>
                    <a:pt x="418" y="215"/>
                    <a:pt x="328" y="125"/>
                  </a:cubicBezTo>
                  <a:cubicBezTo>
                    <a:pt x="283" y="69"/>
                    <a:pt x="238" y="23"/>
                    <a:pt x="170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508150" y="1196600"/>
              <a:ext cx="12725" cy="18075"/>
            </a:xfrm>
            <a:custGeom>
              <a:avLst/>
              <a:gdLst/>
              <a:ahLst/>
              <a:cxnLst/>
              <a:rect l="l" t="t" r="r" b="b"/>
              <a:pathLst>
                <a:path w="509" h="723" extrusionOk="0">
                  <a:moveTo>
                    <a:pt x="91" y="0"/>
                  </a:moveTo>
                  <a:cubicBezTo>
                    <a:pt x="57" y="45"/>
                    <a:pt x="34" y="102"/>
                    <a:pt x="23" y="158"/>
                  </a:cubicBezTo>
                  <a:cubicBezTo>
                    <a:pt x="12" y="203"/>
                    <a:pt x="12" y="260"/>
                    <a:pt x="12" y="305"/>
                  </a:cubicBezTo>
                  <a:cubicBezTo>
                    <a:pt x="1" y="339"/>
                    <a:pt x="1" y="372"/>
                    <a:pt x="23" y="418"/>
                  </a:cubicBezTo>
                  <a:cubicBezTo>
                    <a:pt x="46" y="497"/>
                    <a:pt x="102" y="576"/>
                    <a:pt x="181" y="632"/>
                  </a:cubicBezTo>
                  <a:cubicBezTo>
                    <a:pt x="226" y="666"/>
                    <a:pt x="283" y="700"/>
                    <a:pt x="339" y="722"/>
                  </a:cubicBezTo>
                  <a:cubicBezTo>
                    <a:pt x="384" y="677"/>
                    <a:pt x="418" y="632"/>
                    <a:pt x="452" y="576"/>
                  </a:cubicBezTo>
                  <a:cubicBezTo>
                    <a:pt x="497" y="485"/>
                    <a:pt x="508" y="384"/>
                    <a:pt x="474" y="282"/>
                  </a:cubicBezTo>
                  <a:cubicBezTo>
                    <a:pt x="441" y="169"/>
                    <a:pt x="373" y="79"/>
                    <a:pt x="271" y="34"/>
                  </a:cubicBezTo>
                  <a:cubicBezTo>
                    <a:pt x="215" y="11"/>
                    <a:pt x="147" y="0"/>
                    <a:pt x="91" y="0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10250" y="1544975"/>
              <a:ext cx="48250" cy="12450"/>
            </a:xfrm>
            <a:custGeom>
              <a:avLst/>
              <a:gdLst/>
              <a:ahLst/>
              <a:cxnLst/>
              <a:rect l="l" t="t" r="r" b="b"/>
              <a:pathLst>
                <a:path w="1930" h="498" extrusionOk="0">
                  <a:moveTo>
                    <a:pt x="328" y="1"/>
                  </a:moveTo>
                  <a:cubicBezTo>
                    <a:pt x="215" y="1"/>
                    <a:pt x="102" y="12"/>
                    <a:pt x="0" y="35"/>
                  </a:cubicBezTo>
                  <a:cubicBezTo>
                    <a:pt x="68" y="125"/>
                    <a:pt x="147" y="204"/>
                    <a:pt x="237" y="272"/>
                  </a:cubicBezTo>
                  <a:cubicBezTo>
                    <a:pt x="328" y="340"/>
                    <a:pt x="429" y="396"/>
                    <a:pt x="542" y="418"/>
                  </a:cubicBezTo>
                  <a:cubicBezTo>
                    <a:pt x="677" y="452"/>
                    <a:pt x="813" y="475"/>
                    <a:pt x="948" y="497"/>
                  </a:cubicBezTo>
                  <a:cubicBezTo>
                    <a:pt x="1185" y="486"/>
                    <a:pt x="1433" y="430"/>
                    <a:pt x="1648" y="328"/>
                  </a:cubicBezTo>
                  <a:cubicBezTo>
                    <a:pt x="1749" y="272"/>
                    <a:pt x="1840" y="215"/>
                    <a:pt x="1930" y="136"/>
                  </a:cubicBezTo>
                  <a:cubicBezTo>
                    <a:pt x="1817" y="91"/>
                    <a:pt x="1716" y="69"/>
                    <a:pt x="1603" y="57"/>
                  </a:cubicBezTo>
                  <a:cubicBezTo>
                    <a:pt x="1512" y="35"/>
                    <a:pt x="1400" y="35"/>
                    <a:pt x="1287" y="24"/>
                  </a:cubicBezTo>
                  <a:cubicBezTo>
                    <a:pt x="1185" y="12"/>
                    <a:pt x="1072" y="12"/>
                    <a:pt x="948" y="12"/>
                  </a:cubicBezTo>
                  <a:cubicBezTo>
                    <a:pt x="897" y="7"/>
                    <a:pt x="847" y="4"/>
                    <a:pt x="796" y="4"/>
                  </a:cubicBezTo>
                  <a:cubicBezTo>
                    <a:pt x="745" y="4"/>
                    <a:pt x="694" y="7"/>
                    <a:pt x="644" y="12"/>
                  </a:cubicBezTo>
                  <a:cubicBezTo>
                    <a:pt x="615" y="18"/>
                    <a:pt x="590" y="21"/>
                    <a:pt x="565" y="21"/>
                  </a:cubicBezTo>
                  <a:cubicBezTo>
                    <a:pt x="539" y="21"/>
                    <a:pt x="514" y="18"/>
                    <a:pt x="486" y="12"/>
                  </a:cubicBezTo>
                  <a:cubicBezTo>
                    <a:pt x="429" y="1"/>
                    <a:pt x="384" y="1"/>
                    <a:pt x="328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52575" y="1531450"/>
              <a:ext cx="26825" cy="12150"/>
            </a:xfrm>
            <a:custGeom>
              <a:avLst/>
              <a:gdLst/>
              <a:ahLst/>
              <a:cxnLst/>
              <a:rect l="l" t="t" r="r" b="b"/>
              <a:pathLst>
                <a:path w="1073" h="486" extrusionOk="0">
                  <a:moveTo>
                    <a:pt x="542" y="0"/>
                  </a:moveTo>
                  <a:cubicBezTo>
                    <a:pt x="474" y="0"/>
                    <a:pt x="406" y="12"/>
                    <a:pt x="350" y="34"/>
                  </a:cubicBezTo>
                  <a:cubicBezTo>
                    <a:pt x="282" y="45"/>
                    <a:pt x="226" y="68"/>
                    <a:pt x="169" y="102"/>
                  </a:cubicBezTo>
                  <a:cubicBezTo>
                    <a:pt x="102" y="136"/>
                    <a:pt x="45" y="181"/>
                    <a:pt x="0" y="237"/>
                  </a:cubicBezTo>
                  <a:cubicBezTo>
                    <a:pt x="45" y="282"/>
                    <a:pt x="102" y="339"/>
                    <a:pt x="158" y="373"/>
                  </a:cubicBezTo>
                  <a:cubicBezTo>
                    <a:pt x="271" y="440"/>
                    <a:pt x="395" y="486"/>
                    <a:pt x="530" y="486"/>
                  </a:cubicBezTo>
                  <a:cubicBezTo>
                    <a:pt x="666" y="474"/>
                    <a:pt x="790" y="429"/>
                    <a:pt x="914" y="361"/>
                  </a:cubicBezTo>
                  <a:cubicBezTo>
                    <a:pt x="970" y="316"/>
                    <a:pt x="1027" y="271"/>
                    <a:pt x="1072" y="203"/>
                  </a:cubicBezTo>
                  <a:cubicBezTo>
                    <a:pt x="1016" y="158"/>
                    <a:pt x="959" y="113"/>
                    <a:pt x="903" y="79"/>
                  </a:cubicBezTo>
                  <a:cubicBezTo>
                    <a:pt x="790" y="23"/>
                    <a:pt x="666" y="0"/>
                    <a:pt x="542" y="0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037875" y="1410700"/>
              <a:ext cx="35375" cy="13050"/>
            </a:xfrm>
            <a:custGeom>
              <a:avLst/>
              <a:gdLst/>
              <a:ahLst/>
              <a:cxnLst/>
              <a:rect l="l" t="t" r="r" b="b"/>
              <a:pathLst>
                <a:path w="1415" h="522" extrusionOk="0">
                  <a:moveTo>
                    <a:pt x="744" y="1"/>
                  </a:moveTo>
                  <a:cubicBezTo>
                    <a:pt x="737" y="1"/>
                    <a:pt x="730" y="1"/>
                    <a:pt x="723" y="1"/>
                  </a:cubicBezTo>
                  <a:cubicBezTo>
                    <a:pt x="599" y="12"/>
                    <a:pt x="486" y="35"/>
                    <a:pt x="384" y="91"/>
                  </a:cubicBezTo>
                  <a:cubicBezTo>
                    <a:pt x="136" y="193"/>
                    <a:pt x="1" y="396"/>
                    <a:pt x="396" y="497"/>
                  </a:cubicBezTo>
                  <a:cubicBezTo>
                    <a:pt x="430" y="509"/>
                    <a:pt x="463" y="509"/>
                    <a:pt x="497" y="520"/>
                  </a:cubicBezTo>
                  <a:cubicBezTo>
                    <a:pt x="510" y="521"/>
                    <a:pt x="523" y="521"/>
                    <a:pt x="536" y="521"/>
                  </a:cubicBezTo>
                  <a:cubicBezTo>
                    <a:pt x="961" y="521"/>
                    <a:pt x="1415" y="1"/>
                    <a:pt x="744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194725" y="1402025"/>
              <a:ext cx="23300" cy="19725"/>
            </a:xfrm>
            <a:custGeom>
              <a:avLst/>
              <a:gdLst/>
              <a:ahLst/>
              <a:cxnLst/>
              <a:rect l="l" t="t" r="r" b="b"/>
              <a:pathLst>
                <a:path w="932" h="789" extrusionOk="0">
                  <a:moveTo>
                    <a:pt x="579" y="1"/>
                  </a:moveTo>
                  <a:cubicBezTo>
                    <a:pt x="547" y="1"/>
                    <a:pt x="513" y="7"/>
                    <a:pt x="475" y="20"/>
                  </a:cubicBezTo>
                  <a:cubicBezTo>
                    <a:pt x="452" y="20"/>
                    <a:pt x="441" y="32"/>
                    <a:pt x="418" y="43"/>
                  </a:cubicBezTo>
                  <a:cubicBezTo>
                    <a:pt x="136" y="178"/>
                    <a:pt x="1" y="765"/>
                    <a:pt x="418" y="788"/>
                  </a:cubicBezTo>
                  <a:cubicBezTo>
                    <a:pt x="427" y="788"/>
                    <a:pt x="435" y="789"/>
                    <a:pt x="443" y="789"/>
                  </a:cubicBezTo>
                  <a:cubicBezTo>
                    <a:pt x="867" y="789"/>
                    <a:pt x="932" y="1"/>
                    <a:pt x="579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316600" y="1357400"/>
              <a:ext cx="22625" cy="20050"/>
            </a:xfrm>
            <a:custGeom>
              <a:avLst/>
              <a:gdLst/>
              <a:ahLst/>
              <a:cxnLst/>
              <a:rect l="l" t="t" r="r" b="b"/>
              <a:pathLst>
                <a:path w="905" h="802" extrusionOk="0">
                  <a:moveTo>
                    <a:pt x="559" y="0"/>
                  </a:moveTo>
                  <a:cubicBezTo>
                    <a:pt x="527" y="0"/>
                    <a:pt x="491" y="7"/>
                    <a:pt x="452" y="23"/>
                  </a:cubicBezTo>
                  <a:cubicBezTo>
                    <a:pt x="429" y="34"/>
                    <a:pt x="418" y="34"/>
                    <a:pt x="395" y="45"/>
                  </a:cubicBezTo>
                  <a:cubicBezTo>
                    <a:pt x="113" y="192"/>
                    <a:pt x="1" y="779"/>
                    <a:pt x="418" y="801"/>
                  </a:cubicBezTo>
                  <a:cubicBezTo>
                    <a:pt x="424" y="801"/>
                    <a:pt x="429" y="802"/>
                    <a:pt x="434" y="802"/>
                  </a:cubicBezTo>
                  <a:cubicBezTo>
                    <a:pt x="863" y="802"/>
                    <a:pt x="905" y="0"/>
                    <a:pt x="55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60475" y="1438300"/>
              <a:ext cx="29350" cy="16475"/>
            </a:xfrm>
            <a:custGeom>
              <a:avLst/>
              <a:gdLst/>
              <a:ahLst/>
              <a:cxnLst/>
              <a:rect l="l" t="t" r="r" b="b"/>
              <a:pathLst>
                <a:path w="1174" h="659" extrusionOk="0">
                  <a:moveTo>
                    <a:pt x="702" y="1"/>
                  </a:moveTo>
                  <a:cubicBezTo>
                    <a:pt x="379" y="1"/>
                    <a:pt x="0" y="427"/>
                    <a:pt x="344" y="612"/>
                  </a:cubicBezTo>
                  <a:cubicBezTo>
                    <a:pt x="355" y="612"/>
                    <a:pt x="378" y="623"/>
                    <a:pt x="389" y="634"/>
                  </a:cubicBezTo>
                  <a:cubicBezTo>
                    <a:pt x="432" y="651"/>
                    <a:pt x="479" y="658"/>
                    <a:pt x="529" y="658"/>
                  </a:cubicBezTo>
                  <a:cubicBezTo>
                    <a:pt x="819" y="658"/>
                    <a:pt x="1173" y="395"/>
                    <a:pt x="942" y="115"/>
                  </a:cubicBezTo>
                  <a:cubicBezTo>
                    <a:pt x="878" y="34"/>
                    <a:pt x="792" y="1"/>
                    <a:pt x="70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264700" y="1360925"/>
              <a:ext cx="21225" cy="20500"/>
            </a:xfrm>
            <a:custGeom>
              <a:avLst/>
              <a:gdLst/>
              <a:ahLst/>
              <a:cxnLst/>
              <a:rect l="l" t="t" r="r" b="b"/>
              <a:pathLst>
                <a:path w="849" h="820" extrusionOk="0">
                  <a:moveTo>
                    <a:pt x="495" y="0"/>
                  </a:moveTo>
                  <a:cubicBezTo>
                    <a:pt x="464" y="0"/>
                    <a:pt x="431" y="6"/>
                    <a:pt x="395" y="17"/>
                  </a:cubicBezTo>
                  <a:cubicBezTo>
                    <a:pt x="1" y="123"/>
                    <a:pt x="156" y="819"/>
                    <a:pt x="448" y="819"/>
                  </a:cubicBezTo>
                  <a:cubicBezTo>
                    <a:pt x="499" y="819"/>
                    <a:pt x="553" y="799"/>
                    <a:pt x="610" y="750"/>
                  </a:cubicBezTo>
                  <a:cubicBezTo>
                    <a:pt x="621" y="750"/>
                    <a:pt x="632" y="728"/>
                    <a:pt x="643" y="717"/>
                  </a:cubicBezTo>
                  <a:cubicBezTo>
                    <a:pt x="849" y="522"/>
                    <a:pt x="802" y="0"/>
                    <a:pt x="495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31700" y="1374475"/>
              <a:ext cx="28425" cy="15925"/>
            </a:xfrm>
            <a:custGeom>
              <a:avLst/>
              <a:gdLst/>
              <a:ahLst/>
              <a:cxnLst/>
              <a:rect l="l" t="t" r="r" b="b"/>
              <a:pathLst>
                <a:path w="1137" h="637" extrusionOk="0">
                  <a:moveTo>
                    <a:pt x="579" y="1"/>
                  </a:moveTo>
                  <a:cubicBezTo>
                    <a:pt x="304" y="1"/>
                    <a:pt x="1" y="207"/>
                    <a:pt x="169" y="491"/>
                  </a:cubicBezTo>
                  <a:cubicBezTo>
                    <a:pt x="235" y="595"/>
                    <a:pt x="338" y="636"/>
                    <a:pt x="447" y="636"/>
                  </a:cubicBezTo>
                  <a:cubicBezTo>
                    <a:pt x="764" y="636"/>
                    <a:pt x="1137" y="283"/>
                    <a:pt x="835" y="73"/>
                  </a:cubicBezTo>
                  <a:lnTo>
                    <a:pt x="789" y="50"/>
                  </a:lnTo>
                  <a:cubicBezTo>
                    <a:pt x="728" y="16"/>
                    <a:pt x="655" y="1"/>
                    <a:pt x="579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85125" y="1287100"/>
              <a:ext cx="27100" cy="19025"/>
            </a:xfrm>
            <a:custGeom>
              <a:avLst/>
              <a:gdLst/>
              <a:ahLst/>
              <a:cxnLst/>
              <a:rect l="l" t="t" r="r" b="b"/>
              <a:pathLst>
                <a:path w="1084" h="761" extrusionOk="0">
                  <a:moveTo>
                    <a:pt x="656" y="1"/>
                  </a:moveTo>
                  <a:cubicBezTo>
                    <a:pt x="645" y="1"/>
                    <a:pt x="633" y="1"/>
                    <a:pt x="621" y="2"/>
                  </a:cubicBezTo>
                  <a:cubicBezTo>
                    <a:pt x="610" y="2"/>
                    <a:pt x="587" y="2"/>
                    <a:pt x="576" y="14"/>
                  </a:cubicBezTo>
                  <a:cubicBezTo>
                    <a:pt x="271" y="81"/>
                    <a:pt x="1" y="623"/>
                    <a:pt x="396" y="747"/>
                  </a:cubicBezTo>
                  <a:cubicBezTo>
                    <a:pt x="427" y="756"/>
                    <a:pt x="458" y="761"/>
                    <a:pt x="487" y="761"/>
                  </a:cubicBezTo>
                  <a:cubicBezTo>
                    <a:pt x="881" y="761"/>
                    <a:pt x="1084" y="1"/>
                    <a:pt x="656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41725" y="1109525"/>
              <a:ext cx="21850" cy="20700"/>
            </a:xfrm>
            <a:custGeom>
              <a:avLst/>
              <a:gdLst/>
              <a:ahLst/>
              <a:cxnLst/>
              <a:rect l="l" t="t" r="r" b="b"/>
              <a:pathLst>
                <a:path w="874" h="828" extrusionOk="0">
                  <a:moveTo>
                    <a:pt x="499" y="0"/>
                  </a:moveTo>
                  <a:cubicBezTo>
                    <a:pt x="459" y="0"/>
                    <a:pt x="415" y="10"/>
                    <a:pt x="367" y="30"/>
                  </a:cubicBezTo>
                  <a:cubicBezTo>
                    <a:pt x="0" y="190"/>
                    <a:pt x="221" y="827"/>
                    <a:pt x="507" y="827"/>
                  </a:cubicBezTo>
                  <a:cubicBezTo>
                    <a:pt x="564" y="827"/>
                    <a:pt x="624" y="801"/>
                    <a:pt x="683" y="741"/>
                  </a:cubicBezTo>
                  <a:cubicBezTo>
                    <a:pt x="694" y="730"/>
                    <a:pt x="705" y="718"/>
                    <a:pt x="705" y="696"/>
                  </a:cubicBezTo>
                  <a:cubicBezTo>
                    <a:pt x="874" y="488"/>
                    <a:pt x="790" y="0"/>
                    <a:pt x="49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080275" y="1443375"/>
              <a:ext cx="21950" cy="19350"/>
            </a:xfrm>
            <a:custGeom>
              <a:avLst/>
              <a:gdLst/>
              <a:ahLst/>
              <a:cxnLst/>
              <a:rect l="l" t="t" r="r" b="b"/>
              <a:pathLst>
                <a:path w="878" h="774" extrusionOk="0">
                  <a:moveTo>
                    <a:pt x="435" y="0"/>
                  </a:moveTo>
                  <a:cubicBezTo>
                    <a:pt x="362" y="0"/>
                    <a:pt x="288" y="34"/>
                    <a:pt x="223" y="116"/>
                  </a:cubicBezTo>
                  <a:cubicBezTo>
                    <a:pt x="1" y="387"/>
                    <a:pt x="361" y="773"/>
                    <a:pt x="621" y="773"/>
                  </a:cubicBezTo>
                  <a:cubicBezTo>
                    <a:pt x="717" y="773"/>
                    <a:pt x="799" y="721"/>
                    <a:pt x="832" y="589"/>
                  </a:cubicBezTo>
                  <a:cubicBezTo>
                    <a:pt x="832" y="578"/>
                    <a:pt x="832" y="556"/>
                    <a:pt x="844" y="544"/>
                  </a:cubicBezTo>
                  <a:cubicBezTo>
                    <a:pt x="878" y="307"/>
                    <a:pt x="657" y="0"/>
                    <a:pt x="435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253250" y="1414925"/>
              <a:ext cx="29350" cy="16425"/>
            </a:xfrm>
            <a:custGeom>
              <a:avLst/>
              <a:gdLst/>
              <a:ahLst/>
              <a:cxnLst/>
              <a:rect l="l" t="t" r="r" b="b"/>
              <a:pathLst>
                <a:path w="1174" h="657" extrusionOk="0">
                  <a:moveTo>
                    <a:pt x="639" y="0"/>
                  </a:moveTo>
                  <a:cubicBezTo>
                    <a:pt x="350" y="0"/>
                    <a:pt x="0" y="271"/>
                    <a:pt x="233" y="543"/>
                  </a:cubicBezTo>
                  <a:cubicBezTo>
                    <a:pt x="298" y="623"/>
                    <a:pt x="384" y="656"/>
                    <a:pt x="474" y="656"/>
                  </a:cubicBezTo>
                  <a:cubicBezTo>
                    <a:pt x="799" y="656"/>
                    <a:pt x="1173" y="223"/>
                    <a:pt x="819" y="46"/>
                  </a:cubicBezTo>
                  <a:cubicBezTo>
                    <a:pt x="808" y="35"/>
                    <a:pt x="785" y="24"/>
                    <a:pt x="774" y="24"/>
                  </a:cubicBezTo>
                  <a:cubicBezTo>
                    <a:pt x="733" y="8"/>
                    <a:pt x="687" y="0"/>
                    <a:pt x="63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991950" y="1240375"/>
              <a:ext cx="29625" cy="16700"/>
            </a:xfrm>
            <a:custGeom>
              <a:avLst/>
              <a:gdLst/>
              <a:ahLst/>
              <a:cxnLst/>
              <a:rect l="l" t="t" r="r" b="b"/>
              <a:pathLst>
                <a:path w="1185" h="668" extrusionOk="0">
                  <a:moveTo>
                    <a:pt x="711" y="1"/>
                  </a:moveTo>
                  <a:cubicBezTo>
                    <a:pt x="382" y="1"/>
                    <a:pt x="0" y="467"/>
                    <a:pt x="371" y="630"/>
                  </a:cubicBezTo>
                  <a:cubicBezTo>
                    <a:pt x="382" y="641"/>
                    <a:pt x="405" y="641"/>
                    <a:pt x="416" y="653"/>
                  </a:cubicBezTo>
                  <a:cubicBezTo>
                    <a:pt x="451" y="663"/>
                    <a:pt x="488" y="668"/>
                    <a:pt x="527" y="668"/>
                  </a:cubicBezTo>
                  <a:cubicBezTo>
                    <a:pt x="824" y="668"/>
                    <a:pt x="1185" y="379"/>
                    <a:pt x="935" y="100"/>
                  </a:cubicBezTo>
                  <a:cubicBezTo>
                    <a:pt x="872" y="30"/>
                    <a:pt x="793" y="1"/>
                    <a:pt x="71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3225" y="1184200"/>
              <a:ext cx="26650" cy="15350"/>
            </a:xfrm>
            <a:custGeom>
              <a:avLst/>
              <a:gdLst/>
              <a:ahLst/>
              <a:cxnLst/>
              <a:rect l="l" t="t" r="r" b="b"/>
              <a:pathLst>
                <a:path w="1066" h="614" extrusionOk="0">
                  <a:moveTo>
                    <a:pt x="492" y="1"/>
                  </a:moveTo>
                  <a:cubicBezTo>
                    <a:pt x="249" y="1"/>
                    <a:pt x="0" y="142"/>
                    <a:pt x="109" y="406"/>
                  </a:cubicBezTo>
                  <a:cubicBezTo>
                    <a:pt x="164" y="554"/>
                    <a:pt x="299" y="614"/>
                    <a:pt x="443" y="614"/>
                  </a:cubicBezTo>
                  <a:cubicBezTo>
                    <a:pt x="736" y="614"/>
                    <a:pt x="1066" y="366"/>
                    <a:pt x="831" y="124"/>
                  </a:cubicBezTo>
                  <a:lnTo>
                    <a:pt x="786" y="90"/>
                  </a:lnTo>
                  <a:cubicBezTo>
                    <a:pt x="712" y="30"/>
                    <a:pt x="603" y="1"/>
                    <a:pt x="49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58925" y="1146550"/>
              <a:ext cx="21825" cy="16275"/>
            </a:xfrm>
            <a:custGeom>
              <a:avLst/>
              <a:gdLst/>
              <a:ahLst/>
              <a:cxnLst/>
              <a:rect l="l" t="t" r="r" b="b"/>
              <a:pathLst>
                <a:path w="873" h="651" extrusionOk="0">
                  <a:moveTo>
                    <a:pt x="310" y="1"/>
                  </a:moveTo>
                  <a:cubicBezTo>
                    <a:pt x="153" y="1"/>
                    <a:pt x="17" y="80"/>
                    <a:pt x="6" y="276"/>
                  </a:cubicBezTo>
                  <a:cubicBezTo>
                    <a:pt x="0" y="524"/>
                    <a:pt x="251" y="651"/>
                    <a:pt x="474" y="651"/>
                  </a:cubicBezTo>
                  <a:cubicBezTo>
                    <a:pt x="686" y="651"/>
                    <a:pt x="873" y="535"/>
                    <a:pt x="785" y="298"/>
                  </a:cubicBezTo>
                  <a:cubicBezTo>
                    <a:pt x="785" y="287"/>
                    <a:pt x="773" y="276"/>
                    <a:pt x="762" y="253"/>
                  </a:cubicBezTo>
                  <a:cubicBezTo>
                    <a:pt x="690" y="103"/>
                    <a:pt x="487" y="1"/>
                    <a:pt x="31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094725" y="1406375"/>
              <a:ext cx="20850" cy="20450"/>
            </a:xfrm>
            <a:custGeom>
              <a:avLst/>
              <a:gdLst/>
              <a:ahLst/>
              <a:cxnLst/>
              <a:rect l="l" t="t" r="r" b="b"/>
              <a:pathLst>
                <a:path w="834" h="818" extrusionOk="0">
                  <a:moveTo>
                    <a:pt x="409" y="0"/>
                  </a:moveTo>
                  <a:cubicBezTo>
                    <a:pt x="361" y="0"/>
                    <a:pt x="309" y="19"/>
                    <a:pt x="254" y="61"/>
                  </a:cubicBezTo>
                  <a:cubicBezTo>
                    <a:pt x="232" y="61"/>
                    <a:pt x="221" y="72"/>
                    <a:pt x="209" y="83"/>
                  </a:cubicBezTo>
                  <a:cubicBezTo>
                    <a:pt x="1" y="292"/>
                    <a:pt x="23" y="817"/>
                    <a:pt x="347" y="817"/>
                  </a:cubicBezTo>
                  <a:cubicBezTo>
                    <a:pt x="374" y="817"/>
                    <a:pt x="404" y="813"/>
                    <a:pt x="435" y="806"/>
                  </a:cubicBezTo>
                  <a:cubicBezTo>
                    <a:pt x="833" y="708"/>
                    <a:pt x="705" y="0"/>
                    <a:pt x="40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06650" y="1102675"/>
              <a:ext cx="25450" cy="15400"/>
            </a:xfrm>
            <a:custGeom>
              <a:avLst/>
              <a:gdLst/>
              <a:ahLst/>
              <a:cxnLst/>
              <a:rect l="l" t="t" r="r" b="b"/>
              <a:pathLst>
                <a:path w="1018" h="616" extrusionOk="0">
                  <a:moveTo>
                    <a:pt x="583" y="0"/>
                  </a:moveTo>
                  <a:cubicBezTo>
                    <a:pt x="302" y="0"/>
                    <a:pt x="0" y="211"/>
                    <a:pt x="201" y="462"/>
                  </a:cubicBezTo>
                  <a:cubicBezTo>
                    <a:pt x="213" y="473"/>
                    <a:pt x="224" y="485"/>
                    <a:pt x="235" y="496"/>
                  </a:cubicBezTo>
                  <a:cubicBezTo>
                    <a:pt x="318" y="575"/>
                    <a:pt x="451" y="615"/>
                    <a:pt x="580" y="615"/>
                  </a:cubicBezTo>
                  <a:cubicBezTo>
                    <a:pt x="804" y="615"/>
                    <a:pt x="1018" y="494"/>
                    <a:pt x="946" y="236"/>
                  </a:cubicBezTo>
                  <a:cubicBezTo>
                    <a:pt x="897" y="68"/>
                    <a:pt x="744" y="0"/>
                    <a:pt x="58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369325" y="1331025"/>
              <a:ext cx="21250" cy="20400"/>
            </a:xfrm>
            <a:custGeom>
              <a:avLst/>
              <a:gdLst/>
              <a:ahLst/>
              <a:cxnLst/>
              <a:rect l="l" t="t" r="r" b="b"/>
              <a:pathLst>
                <a:path w="850" h="816" extrusionOk="0">
                  <a:moveTo>
                    <a:pt x="501" y="0"/>
                  </a:moveTo>
                  <a:cubicBezTo>
                    <a:pt x="469" y="0"/>
                    <a:pt x="434" y="5"/>
                    <a:pt x="397" y="17"/>
                  </a:cubicBezTo>
                  <a:cubicBezTo>
                    <a:pt x="1" y="123"/>
                    <a:pt x="150" y="816"/>
                    <a:pt x="449" y="816"/>
                  </a:cubicBezTo>
                  <a:cubicBezTo>
                    <a:pt x="499" y="816"/>
                    <a:pt x="554" y="796"/>
                    <a:pt x="611" y="750"/>
                  </a:cubicBezTo>
                  <a:cubicBezTo>
                    <a:pt x="622" y="739"/>
                    <a:pt x="634" y="728"/>
                    <a:pt x="645" y="716"/>
                  </a:cubicBezTo>
                  <a:cubicBezTo>
                    <a:pt x="850" y="512"/>
                    <a:pt x="813" y="0"/>
                    <a:pt x="50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309300" y="1326275"/>
              <a:ext cx="26100" cy="15375"/>
            </a:xfrm>
            <a:custGeom>
              <a:avLst/>
              <a:gdLst/>
              <a:ahLst/>
              <a:cxnLst/>
              <a:rect l="l" t="t" r="r" b="b"/>
              <a:pathLst>
                <a:path w="1044" h="615" extrusionOk="0">
                  <a:moveTo>
                    <a:pt x="461" y="0"/>
                  </a:moveTo>
                  <a:cubicBezTo>
                    <a:pt x="227" y="0"/>
                    <a:pt x="1" y="128"/>
                    <a:pt x="89" y="387"/>
                  </a:cubicBezTo>
                  <a:cubicBezTo>
                    <a:pt x="141" y="549"/>
                    <a:pt x="287" y="614"/>
                    <a:pt x="441" y="614"/>
                  </a:cubicBezTo>
                  <a:cubicBezTo>
                    <a:pt x="729" y="614"/>
                    <a:pt x="1043" y="389"/>
                    <a:pt x="823" y="139"/>
                  </a:cubicBezTo>
                  <a:lnTo>
                    <a:pt x="789" y="105"/>
                  </a:lnTo>
                  <a:cubicBezTo>
                    <a:pt x="708" y="35"/>
                    <a:pt x="583" y="0"/>
                    <a:pt x="46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385150" y="1066050"/>
              <a:ext cx="23300" cy="20000"/>
            </a:xfrm>
            <a:custGeom>
              <a:avLst/>
              <a:gdLst/>
              <a:ahLst/>
              <a:cxnLst/>
              <a:rect l="l" t="t" r="r" b="b"/>
              <a:pathLst>
                <a:path w="932" h="800" extrusionOk="0">
                  <a:moveTo>
                    <a:pt x="578" y="0"/>
                  </a:moveTo>
                  <a:cubicBezTo>
                    <a:pt x="547" y="0"/>
                    <a:pt x="512" y="7"/>
                    <a:pt x="475" y="20"/>
                  </a:cubicBezTo>
                  <a:cubicBezTo>
                    <a:pt x="452" y="20"/>
                    <a:pt x="441" y="31"/>
                    <a:pt x="429" y="43"/>
                  </a:cubicBezTo>
                  <a:cubicBezTo>
                    <a:pt x="147" y="178"/>
                    <a:pt x="1" y="765"/>
                    <a:pt x="429" y="799"/>
                  </a:cubicBezTo>
                  <a:cubicBezTo>
                    <a:pt x="437" y="799"/>
                    <a:pt x="445" y="800"/>
                    <a:pt x="453" y="800"/>
                  </a:cubicBezTo>
                  <a:cubicBezTo>
                    <a:pt x="868" y="800"/>
                    <a:pt x="932" y="0"/>
                    <a:pt x="57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43550" y="1229050"/>
              <a:ext cx="22875" cy="20050"/>
            </a:xfrm>
            <a:custGeom>
              <a:avLst/>
              <a:gdLst/>
              <a:ahLst/>
              <a:cxnLst/>
              <a:rect l="l" t="t" r="r" b="b"/>
              <a:pathLst>
                <a:path w="915" h="802" extrusionOk="0">
                  <a:moveTo>
                    <a:pt x="561" y="0"/>
                  </a:moveTo>
                  <a:cubicBezTo>
                    <a:pt x="528" y="0"/>
                    <a:pt x="492" y="7"/>
                    <a:pt x="452" y="22"/>
                  </a:cubicBezTo>
                  <a:lnTo>
                    <a:pt x="407" y="45"/>
                  </a:lnTo>
                  <a:cubicBezTo>
                    <a:pt x="125" y="192"/>
                    <a:pt x="0" y="778"/>
                    <a:pt x="429" y="801"/>
                  </a:cubicBezTo>
                  <a:cubicBezTo>
                    <a:pt x="435" y="801"/>
                    <a:pt x="440" y="801"/>
                    <a:pt x="445" y="801"/>
                  </a:cubicBezTo>
                  <a:cubicBezTo>
                    <a:pt x="865" y="801"/>
                    <a:pt x="914" y="0"/>
                    <a:pt x="56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994375" y="1358225"/>
              <a:ext cx="21800" cy="20125"/>
            </a:xfrm>
            <a:custGeom>
              <a:avLst/>
              <a:gdLst/>
              <a:ahLst/>
              <a:cxnLst/>
              <a:rect l="l" t="t" r="r" b="b"/>
              <a:pathLst>
                <a:path w="872" h="805" extrusionOk="0">
                  <a:moveTo>
                    <a:pt x="443" y="1"/>
                  </a:moveTo>
                  <a:cubicBezTo>
                    <a:pt x="12" y="1"/>
                    <a:pt x="1" y="805"/>
                    <a:pt x="343" y="805"/>
                  </a:cubicBezTo>
                  <a:cubicBezTo>
                    <a:pt x="377" y="805"/>
                    <a:pt x="414" y="797"/>
                    <a:pt x="454" y="779"/>
                  </a:cubicBezTo>
                  <a:cubicBezTo>
                    <a:pt x="477" y="768"/>
                    <a:pt x="488" y="757"/>
                    <a:pt x="499" y="757"/>
                  </a:cubicBezTo>
                  <a:cubicBezTo>
                    <a:pt x="770" y="599"/>
                    <a:pt x="872" y="1"/>
                    <a:pt x="443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23150" y="1076250"/>
              <a:ext cx="25450" cy="15425"/>
            </a:xfrm>
            <a:custGeom>
              <a:avLst/>
              <a:gdLst/>
              <a:ahLst/>
              <a:cxnLst/>
              <a:rect l="l" t="t" r="r" b="b"/>
              <a:pathLst>
                <a:path w="1018" h="617" extrusionOk="0">
                  <a:moveTo>
                    <a:pt x="438" y="1"/>
                  </a:moveTo>
                  <a:cubicBezTo>
                    <a:pt x="214" y="1"/>
                    <a:pt x="0" y="122"/>
                    <a:pt x="72" y="379"/>
                  </a:cubicBezTo>
                  <a:cubicBezTo>
                    <a:pt x="117" y="548"/>
                    <a:pt x="270" y="616"/>
                    <a:pt x="431" y="616"/>
                  </a:cubicBezTo>
                  <a:cubicBezTo>
                    <a:pt x="712" y="616"/>
                    <a:pt x="1017" y="409"/>
                    <a:pt x="816" y="165"/>
                  </a:cubicBezTo>
                  <a:cubicBezTo>
                    <a:pt x="805" y="142"/>
                    <a:pt x="794" y="131"/>
                    <a:pt x="783" y="120"/>
                  </a:cubicBezTo>
                  <a:cubicBezTo>
                    <a:pt x="700" y="41"/>
                    <a:pt x="567" y="1"/>
                    <a:pt x="43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385300" y="1290100"/>
              <a:ext cx="22025" cy="16050"/>
            </a:xfrm>
            <a:custGeom>
              <a:avLst/>
              <a:gdLst/>
              <a:ahLst/>
              <a:cxnLst/>
              <a:rect l="l" t="t" r="r" b="b"/>
              <a:pathLst>
                <a:path w="881" h="642" extrusionOk="0">
                  <a:moveTo>
                    <a:pt x="418" y="1"/>
                  </a:moveTo>
                  <a:cubicBezTo>
                    <a:pt x="198" y="1"/>
                    <a:pt x="0" y="119"/>
                    <a:pt x="96" y="356"/>
                  </a:cubicBezTo>
                  <a:cubicBezTo>
                    <a:pt x="96" y="367"/>
                    <a:pt x="107" y="379"/>
                    <a:pt x="119" y="401"/>
                  </a:cubicBezTo>
                  <a:cubicBezTo>
                    <a:pt x="196" y="543"/>
                    <a:pt x="396" y="642"/>
                    <a:pt x="572" y="642"/>
                  </a:cubicBezTo>
                  <a:cubicBezTo>
                    <a:pt x="731" y="642"/>
                    <a:pt x="869" y="560"/>
                    <a:pt x="875" y="356"/>
                  </a:cubicBezTo>
                  <a:cubicBezTo>
                    <a:pt x="880" y="119"/>
                    <a:pt x="638" y="1"/>
                    <a:pt x="41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052925" y="1021050"/>
              <a:ext cx="209850" cy="170100"/>
            </a:xfrm>
            <a:custGeom>
              <a:avLst/>
              <a:gdLst/>
              <a:ahLst/>
              <a:cxnLst/>
              <a:rect l="l" t="t" r="r" b="b"/>
              <a:pathLst>
                <a:path w="8394" h="6804" extrusionOk="0">
                  <a:moveTo>
                    <a:pt x="5934" y="1"/>
                  </a:moveTo>
                  <a:cubicBezTo>
                    <a:pt x="4184" y="1"/>
                    <a:pt x="1906" y="1175"/>
                    <a:pt x="1215" y="2587"/>
                  </a:cubicBezTo>
                  <a:cubicBezTo>
                    <a:pt x="1" y="4988"/>
                    <a:pt x="3373" y="6803"/>
                    <a:pt x="5310" y="6803"/>
                  </a:cubicBezTo>
                  <a:cubicBezTo>
                    <a:pt x="5641" y="6803"/>
                    <a:pt x="5930" y="6750"/>
                    <a:pt x="6147" y="6638"/>
                  </a:cubicBezTo>
                  <a:lnTo>
                    <a:pt x="8042" y="2723"/>
                  </a:lnTo>
                  <a:cubicBezTo>
                    <a:pt x="8393" y="749"/>
                    <a:pt x="7332" y="1"/>
                    <a:pt x="5934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071175" y="1015600"/>
              <a:ext cx="189025" cy="176700"/>
            </a:xfrm>
            <a:custGeom>
              <a:avLst/>
              <a:gdLst/>
              <a:ahLst/>
              <a:cxnLst/>
              <a:rect l="l" t="t" r="r" b="b"/>
              <a:pathLst>
                <a:path w="7561" h="7068" extrusionOk="0">
                  <a:moveTo>
                    <a:pt x="5139" y="0"/>
                  </a:moveTo>
                  <a:cubicBezTo>
                    <a:pt x="5062" y="0"/>
                    <a:pt x="4986" y="2"/>
                    <a:pt x="4909" y="7"/>
                  </a:cubicBezTo>
                  <a:cubicBezTo>
                    <a:pt x="4142" y="63"/>
                    <a:pt x="3397" y="255"/>
                    <a:pt x="2708" y="582"/>
                  </a:cubicBezTo>
                  <a:cubicBezTo>
                    <a:pt x="2020" y="898"/>
                    <a:pt x="1388" y="1338"/>
                    <a:pt x="869" y="1880"/>
                  </a:cubicBezTo>
                  <a:cubicBezTo>
                    <a:pt x="734" y="2027"/>
                    <a:pt x="610" y="2173"/>
                    <a:pt x="497" y="2343"/>
                  </a:cubicBezTo>
                  <a:cubicBezTo>
                    <a:pt x="452" y="2410"/>
                    <a:pt x="395" y="2501"/>
                    <a:pt x="361" y="2580"/>
                  </a:cubicBezTo>
                  <a:cubicBezTo>
                    <a:pt x="305" y="2670"/>
                    <a:pt x="271" y="2760"/>
                    <a:pt x="226" y="2851"/>
                  </a:cubicBezTo>
                  <a:cubicBezTo>
                    <a:pt x="68" y="3212"/>
                    <a:pt x="0" y="3618"/>
                    <a:pt x="34" y="4013"/>
                  </a:cubicBezTo>
                  <a:cubicBezTo>
                    <a:pt x="79" y="4408"/>
                    <a:pt x="226" y="4791"/>
                    <a:pt x="452" y="5107"/>
                  </a:cubicBezTo>
                  <a:cubicBezTo>
                    <a:pt x="677" y="5423"/>
                    <a:pt x="948" y="5694"/>
                    <a:pt x="1253" y="5931"/>
                  </a:cubicBezTo>
                  <a:cubicBezTo>
                    <a:pt x="1840" y="6382"/>
                    <a:pt x="2528" y="6710"/>
                    <a:pt x="3250" y="6902"/>
                  </a:cubicBezTo>
                  <a:cubicBezTo>
                    <a:pt x="3600" y="6992"/>
                    <a:pt x="3972" y="7048"/>
                    <a:pt x="4345" y="7060"/>
                  </a:cubicBezTo>
                  <a:cubicBezTo>
                    <a:pt x="4400" y="7065"/>
                    <a:pt x="4456" y="7067"/>
                    <a:pt x="4512" y="7067"/>
                  </a:cubicBezTo>
                  <a:cubicBezTo>
                    <a:pt x="4819" y="7067"/>
                    <a:pt x="5130" y="6990"/>
                    <a:pt x="5417" y="6856"/>
                  </a:cubicBezTo>
                  <a:lnTo>
                    <a:pt x="5417" y="6856"/>
                  </a:lnTo>
                  <a:cubicBezTo>
                    <a:pt x="5176" y="6942"/>
                    <a:pt x="4930" y="6984"/>
                    <a:pt x="4683" y="6984"/>
                  </a:cubicBezTo>
                  <a:cubicBezTo>
                    <a:pt x="4570" y="6984"/>
                    <a:pt x="4458" y="6976"/>
                    <a:pt x="4345" y="6958"/>
                  </a:cubicBezTo>
                  <a:cubicBezTo>
                    <a:pt x="3984" y="6913"/>
                    <a:pt x="3634" y="6834"/>
                    <a:pt x="3295" y="6710"/>
                  </a:cubicBezTo>
                  <a:cubicBezTo>
                    <a:pt x="2618" y="6484"/>
                    <a:pt x="1998" y="6134"/>
                    <a:pt x="1445" y="5683"/>
                  </a:cubicBezTo>
                  <a:cubicBezTo>
                    <a:pt x="914" y="5231"/>
                    <a:pt x="485" y="4633"/>
                    <a:pt x="440" y="3979"/>
                  </a:cubicBezTo>
                  <a:cubicBezTo>
                    <a:pt x="418" y="3652"/>
                    <a:pt x="485" y="3313"/>
                    <a:pt x="621" y="3020"/>
                  </a:cubicBezTo>
                  <a:cubicBezTo>
                    <a:pt x="655" y="2941"/>
                    <a:pt x="689" y="2862"/>
                    <a:pt x="734" y="2794"/>
                  </a:cubicBezTo>
                  <a:cubicBezTo>
                    <a:pt x="779" y="2715"/>
                    <a:pt x="824" y="2647"/>
                    <a:pt x="880" y="2580"/>
                  </a:cubicBezTo>
                  <a:cubicBezTo>
                    <a:pt x="971" y="2433"/>
                    <a:pt x="1084" y="2309"/>
                    <a:pt x="1196" y="2185"/>
                  </a:cubicBezTo>
                  <a:cubicBezTo>
                    <a:pt x="1693" y="1688"/>
                    <a:pt x="2280" y="1293"/>
                    <a:pt x="2923" y="1022"/>
                  </a:cubicBezTo>
                  <a:cubicBezTo>
                    <a:pt x="3555" y="718"/>
                    <a:pt x="4232" y="526"/>
                    <a:pt x="4931" y="458"/>
                  </a:cubicBezTo>
                  <a:cubicBezTo>
                    <a:pt x="5035" y="450"/>
                    <a:pt x="5140" y="445"/>
                    <a:pt x="5244" y="445"/>
                  </a:cubicBezTo>
                  <a:cubicBezTo>
                    <a:pt x="5826" y="445"/>
                    <a:pt x="6409" y="589"/>
                    <a:pt x="6782" y="1000"/>
                  </a:cubicBezTo>
                  <a:cubicBezTo>
                    <a:pt x="6996" y="1248"/>
                    <a:pt x="7132" y="1553"/>
                    <a:pt x="7177" y="1880"/>
                  </a:cubicBezTo>
                  <a:cubicBezTo>
                    <a:pt x="7222" y="2219"/>
                    <a:pt x="7211" y="2568"/>
                    <a:pt x="7166" y="2918"/>
                  </a:cubicBezTo>
                  <a:lnTo>
                    <a:pt x="7166" y="2862"/>
                  </a:lnTo>
                  <a:cubicBezTo>
                    <a:pt x="6872" y="3528"/>
                    <a:pt x="6568" y="4182"/>
                    <a:pt x="6274" y="4848"/>
                  </a:cubicBezTo>
                  <a:cubicBezTo>
                    <a:pt x="5981" y="5514"/>
                    <a:pt x="5699" y="6179"/>
                    <a:pt x="5417" y="6856"/>
                  </a:cubicBezTo>
                  <a:cubicBezTo>
                    <a:pt x="5766" y="6224"/>
                    <a:pt x="6105" y="5570"/>
                    <a:pt x="6455" y="4938"/>
                  </a:cubicBezTo>
                  <a:cubicBezTo>
                    <a:pt x="6793" y="4295"/>
                    <a:pt x="7121" y="3652"/>
                    <a:pt x="7459" y="3008"/>
                  </a:cubicBezTo>
                  <a:lnTo>
                    <a:pt x="7459" y="2986"/>
                  </a:lnTo>
                  <a:lnTo>
                    <a:pt x="7459" y="2963"/>
                  </a:lnTo>
                  <a:cubicBezTo>
                    <a:pt x="7538" y="2591"/>
                    <a:pt x="7561" y="2207"/>
                    <a:pt x="7538" y="1824"/>
                  </a:cubicBezTo>
                  <a:cubicBezTo>
                    <a:pt x="7504" y="1417"/>
                    <a:pt x="7346" y="1034"/>
                    <a:pt x="7087" y="718"/>
                  </a:cubicBezTo>
                  <a:cubicBezTo>
                    <a:pt x="6805" y="424"/>
                    <a:pt x="6455" y="210"/>
                    <a:pt x="6060" y="108"/>
                  </a:cubicBezTo>
                  <a:cubicBezTo>
                    <a:pt x="5753" y="36"/>
                    <a:pt x="5446" y="0"/>
                    <a:pt x="513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986550" y="1102975"/>
              <a:ext cx="234150" cy="176625"/>
            </a:xfrm>
            <a:custGeom>
              <a:avLst/>
              <a:gdLst/>
              <a:ahLst/>
              <a:cxnLst/>
              <a:rect l="l" t="t" r="r" b="b"/>
              <a:pathLst>
                <a:path w="9366" h="7065" extrusionOk="0">
                  <a:moveTo>
                    <a:pt x="5852" y="1"/>
                  </a:moveTo>
                  <a:cubicBezTo>
                    <a:pt x="5698" y="1"/>
                    <a:pt x="5537" y="17"/>
                    <a:pt x="5371" y="55"/>
                  </a:cubicBezTo>
                  <a:cubicBezTo>
                    <a:pt x="4186" y="326"/>
                    <a:pt x="3047" y="1003"/>
                    <a:pt x="2144" y="1770"/>
                  </a:cubicBezTo>
                  <a:cubicBezTo>
                    <a:pt x="1004" y="2763"/>
                    <a:pt x="0" y="4738"/>
                    <a:pt x="1106" y="6149"/>
                  </a:cubicBezTo>
                  <a:cubicBezTo>
                    <a:pt x="1648" y="6820"/>
                    <a:pt x="2449" y="7064"/>
                    <a:pt x="3282" y="7064"/>
                  </a:cubicBezTo>
                  <a:cubicBezTo>
                    <a:pt x="4129" y="7064"/>
                    <a:pt x="5010" y="6811"/>
                    <a:pt x="5687" y="6498"/>
                  </a:cubicBezTo>
                  <a:cubicBezTo>
                    <a:pt x="7459" y="5720"/>
                    <a:pt x="9366" y="3869"/>
                    <a:pt x="8237" y="1759"/>
                  </a:cubicBezTo>
                  <a:lnTo>
                    <a:pt x="7662" y="755"/>
                  </a:lnTo>
                  <a:cubicBezTo>
                    <a:pt x="7662" y="755"/>
                    <a:pt x="6900" y="1"/>
                    <a:pt x="5852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995275" y="1101200"/>
              <a:ext cx="209350" cy="184025"/>
            </a:xfrm>
            <a:custGeom>
              <a:avLst/>
              <a:gdLst/>
              <a:ahLst/>
              <a:cxnLst/>
              <a:rect l="l" t="t" r="r" b="b"/>
              <a:pathLst>
                <a:path w="8374" h="7361" extrusionOk="0">
                  <a:moveTo>
                    <a:pt x="5423" y="1"/>
                  </a:moveTo>
                  <a:cubicBezTo>
                    <a:pt x="5399" y="1"/>
                    <a:pt x="5374" y="1"/>
                    <a:pt x="5350" y="2"/>
                  </a:cubicBezTo>
                  <a:cubicBezTo>
                    <a:pt x="5225" y="13"/>
                    <a:pt x="5124" y="25"/>
                    <a:pt x="4977" y="36"/>
                  </a:cubicBezTo>
                  <a:lnTo>
                    <a:pt x="4627" y="137"/>
                  </a:lnTo>
                  <a:cubicBezTo>
                    <a:pt x="4368" y="194"/>
                    <a:pt x="4120" y="273"/>
                    <a:pt x="3883" y="374"/>
                  </a:cubicBezTo>
                  <a:cubicBezTo>
                    <a:pt x="3634" y="499"/>
                    <a:pt x="3341" y="589"/>
                    <a:pt x="3093" y="747"/>
                  </a:cubicBezTo>
                  <a:cubicBezTo>
                    <a:pt x="2833" y="905"/>
                    <a:pt x="2551" y="1040"/>
                    <a:pt x="2303" y="1232"/>
                  </a:cubicBezTo>
                  <a:cubicBezTo>
                    <a:pt x="2043" y="1435"/>
                    <a:pt x="1772" y="1604"/>
                    <a:pt x="1513" y="1830"/>
                  </a:cubicBezTo>
                  <a:cubicBezTo>
                    <a:pt x="1265" y="2078"/>
                    <a:pt x="1028" y="2338"/>
                    <a:pt x="825" y="2620"/>
                  </a:cubicBezTo>
                  <a:cubicBezTo>
                    <a:pt x="430" y="3207"/>
                    <a:pt x="102" y="3895"/>
                    <a:pt x="57" y="4685"/>
                  </a:cubicBezTo>
                  <a:cubicBezTo>
                    <a:pt x="1" y="5497"/>
                    <a:pt x="351" y="6276"/>
                    <a:pt x="994" y="6784"/>
                  </a:cubicBezTo>
                  <a:cubicBezTo>
                    <a:pt x="1553" y="7208"/>
                    <a:pt x="2237" y="7361"/>
                    <a:pt x="2888" y="7361"/>
                  </a:cubicBezTo>
                  <a:cubicBezTo>
                    <a:pt x="2999" y="7361"/>
                    <a:pt x="3109" y="7356"/>
                    <a:pt x="3217" y="7348"/>
                  </a:cubicBezTo>
                  <a:cubicBezTo>
                    <a:pt x="3939" y="7292"/>
                    <a:pt x="4650" y="7111"/>
                    <a:pt x="5316" y="6806"/>
                  </a:cubicBezTo>
                  <a:cubicBezTo>
                    <a:pt x="5474" y="6739"/>
                    <a:pt x="5620" y="6682"/>
                    <a:pt x="5778" y="6592"/>
                  </a:cubicBezTo>
                  <a:cubicBezTo>
                    <a:pt x="5925" y="6502"/>
                    <a:pt x="6083" y="6423"/>
                    <a:pt x="6230" y="6332"/>
                  </a:cubicBezTo>
                  <a:cubicBezTo>
                    <a:pt x="6501" y="6152"/>
                    <a:pt x="6771" y="5949"/>
                    <a:pt x="7008" y="5723"/>
                  </a:cubicBezTo>
                  <a:cubicBezTo>
                    <a:pt x="7471" y="5328"/>
                    <a:pt x="7843" y="4832"/>
                    <a:pt x="8103" y="4279"/>
                  </a:cubicBezTo>
                  <a:cubicBezTo>
                    <a:pt x="8317" y="3793"/>
                    <a:pt x="8374" y="3263"/>
                    <a:pt x="8283" y="2755"/>
                  </a:cubicBezTo>
                  <a:cubicBezTo>
                    <a:pt x="8216" y="2372"/>
                    <a:pt x="8058" y="1999"/>
                    <a:pt x="7843" y="1672"/>
                  </a:cubicBezTo>
                  <a:lnTo>
                    <a:pt x="7313" y="826"/>
                  </a:lnTo>
                  <a:lnTo>
                    <a:pt x="7313" y="826"/>
                  </a:lnTo>
                  <a:lnTo>
                    <a:pt x="7776" y="1717"/>
                  </a:lnTo>
                  <a:cubicBezTo>
                    <a:pt x="7956" y="2044"/>
                    <a:pt x="8069" y="2406"/>
                    <a:pt x="8114" y="2778"/>
                  </a:cubicBezTo>
                  <a:cubicBezTo>
                    <a:pt x="8159" y="3252"/>
                    <a:pt x="8069" y="3726"/>
                    <a:pt x="7855" y="4155"/>
                  </a:cubicBezTo>
                  <a:cubicBezTo>
                    <a:pt x="7595" y="4662"/>
                    <a:pt x="7234" y="5102"/>
                    <a:pt x="6794" y="5464"/>
                  </a:cubicBezTo>
                  <a:cubicBezTo>
                    <a:pt x="6546" y="5655"/>
                    <a:pt x="6297" y="5836"/>
                    <a:pt x="6027" y="5994"/>
                  </a:cubicBezTo>
                  <a:cubicBezTo>
                    <a:pt x="5880" y="6073"/>
                    <a:pt x="5744" y="6152"/>
                    <a:pt x="5598" y="6220"/>
                  </a:cubicBezTo>
                  <a:cubicBezTo>
                    <a:pt x="5451" y="6287"/>
                    <a:pt x="5282" y="6366"/>
                    <a:pt x="5146" y="6423"/>
                  </a:cubicBezTo>
                  <a:cubicBezTo>
                    <a:pt x="4526" y="6694"/>
                    <a:pt x="3860" y="6863"/>
                    <a:pt x="3183" y="6897"/>
                  </a:cubicBezTo>
                  <a:cubicBezTo>
                    <a:pt x="3105" y="6902"/>
                    <a:pt x="3026" y="6905"/>
                    <a:pt x="2947" y="6905"/>
                  </a:cubicBezTo>
                  <a:cubicBezTo>
                    <a:pt x="2347" y="6905"/>
                    <a:pt x="1748" y="6749"/>
                    <a:pt x="1299" y="6400"/>
                  </a:cubicBezTo>
                  <a:cubicBezTo>
                    <a:pt x="757" y="6005"/>
                    <a:pt x="463" y="5362"/>
                    <a:pt x="497" y="4696"/>
                  </a:cubicBezTo>
                  <a:cubicBezTo>
                    <a:pt x="520" y="4042"/>
                    <a:pt x="813" y="3399"/>
                    <a:pt x="1174" y="2857"/>
                  </a:cubicBezTo>
                  <a:cubicBezTo>
                    <a:pt x="1355" y="2597"/>
                    <a:pt x="1558" y="2349"/>
                    <a:pt x="1784" y="2123"/>
                  </a:cubicBezTo>
                  <a:cubicBezTo>
                    <a:pt x="2009" y="1898"/>
                    <a:pt x="2269" y="1717"/>
                    <a:pt x="2506" y="1514"/>
                  </a:cubicBezTo>
                  <a:cubicBezTo>
                    <a:pt x="2743" y="1322"/>
                    <a:pt x="3002" y="1187"/>
                    <a:pt x="3239" y="1018"/>
                  </a:cubicBezTo>
                  <a:cubicBezTo>
                    <a:pt x="3476" y="882"/>
                    <a:pt x="3725" y="747"/>
                    <a:pt x="3973" y="634"/>
                  </a:cubicBezTo>
                  <a:cubicBezTo>
                    <a:pt x="4210" y="521"/>
                    <a:pt x="4447" y="420"/>
                    <a:pt x="4695" y="352"/>
                  </a:cubicBezTo>
                  <a:lnTo>
                    <a:pt x="5045" y="228"/>
                  </a:lnTo>
                  <a:lnTo>
                    <a:pt x="5361" y="183"/>
                  </a:lnTo>
                  <a:cubicBezTo>
                    <a:pt x="5446" y="172"/>
                    <a:pt x="5531" y="167"/>
                    <a:pt x="5615" y="167"/>
                  </a:cubicBezTo>
                  <a:cubicBezTo>
                    <a:pt x="5902" y="167"/>
                    <a:pt x="6185" y="225"/>
                    <a:pt x="6455" y="329"/>
                  </a:cubicBezTo>
                  <a:cubicBezTo>
                    <a:pt x="6681" y="420"/>
                    <a:pt x="6895" y="532"/>
                    <a:pt x="7099" y="668"/>
                  </a:cubicBezTo>
                  <a:cubicBezTo>
                    <a:pt x="7234" y="758"/>
                    <a:pt x="7313" y="826"/>
                    <a:pt x="7313" y="826"/>
                  </a:cubicBezTo>
                  <a:cubicBezTo>
                    <a:pt x="7245" y="758"/>
                    <a:pt x="7189" y="702"/>
                    <a:pt x="7121" y="645"/>
                  </a:cubicBezTo>
                  <a:cubicBezTo>
                    <a:pt x="6929" y="487"/>
                    <a:pt x="6715" y="352"/>
                    <a:pt x="6489" y="250"/>
                  </a:cubicBezTo>
                  <a:cubicBezTo>
                    <a:pt x="6151" y="81"/>
                    <a:pt x="5792" y="1"/>
                    <a:pt x="5423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145375" y="1022550"/>
              <a:ext cx="273650" cy="163450"/>
            </a:xfrm>
            <a:custGeom>
              <a:avLst/>
              <a:gdLst/>
              <a:ahLst/>
              <a:cxnLst/>
              <a:rect l="l" t="t" r="r" b="b"/>
              <a:pathLst>
                <a:path w="10946" h="6538" extrusionOk="0">
                  <a:moveTo>
                    <a:pt x="5555" y="0"/>
                  </a:moveTo>
                  <a:cubicBezTo>
                    <a:pt x="5452" y="0"/>
                    <a:pt x="5353" y="4"/>
                    <a:pt x="5258" y="11"/>
                  </a:cubicBezTo>
                  <a:cubicBezTo>
                    <a:pt x="2900" y="203"/>
                    <a:pt x="0" y="3159"/>
                    <a:pt x="2088" y="5348"/>
                  </a:cubicBezTo>
                  <a:cubicBezTo>
                    <a:pt x="2876" y="6168"/>
                    <a:pt x="4429" y="6537"/>
                    <a:pt x="5923" y="6537"/>
                  </a:cubicBezTo>
                  <a:cubicBezTo>
                    <a:pt x="7122" y="6537"/>
                    <a:pt x="8284" y="6300"/>
                    <a:pt x="8982" y="5867"/>
                  </a:cubicBezTo>
                  <a:lnTo>
                    <a:pt x="9930" y="5089"/>
                  </a:lnTo>
                  <a:cubicBezTo>
                    <a:pt x="10946" y="4886"/>
                    <a:pt x="10088" y="2132"/>
                    <a:pt x="9693" y="1625"/>
                  </a:cubicBezTo>
                  <a:cubicBezTo>
                    <a:pt x="8834" y="608"/>
                    <a:pt x="6894" y="0"/>
                    <a:pt x="5555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168775" y="1017450"/>
              <a:ext cx="238125" cy="172100"/>
            </a:xfrm>
            <a:custGeom>
              <a:avLst/>
              <a:gdLst/>
              <a:ahLst/>
              <a:cxnLst/>
              <a:rect l="l" t="t" r="r" b="b"/>
              <a:pathLst>
                <a:path w="9525" h="6884" extrusionOk="0">
                  <a:moveTo>
                    <a:pt x="4300" y="1"/>
                  </a:moveTo>
                  <a:lnTo>
                    <a:pt x="4119" y="23"/>
                  </a:lnTo>
                  <a:cubicBezTo>
                    <a:pt x="3860" y="57"/>
                    <a:pt x="3600" y="113"/>
                    <a:pt x="3363" y="192"/>
                  </a:cubicBezTo>
                  <a:cubicBezTo>
                    <a:pt x="3115" y="283"/>
                    <a:pt x="2878" y="384"/>
                    <a:pt x="2652" y="508"/>
                  </a:cubicBezTo>
                  <a:cubicBezTo>
                    <a:pt x="2201" y="734"/>
                    <a:pt x="1772" y="1039"/>
                    <a:pt x="1411" y="1400"/>
                  </a:cubicBezTo>
                  <a:cubicBezTo>
                    <a:pt x="1027" y="1750"/>
                    <a:pt x="723" y="2178"/>
                    <a:pt x="497" y="2652"/>
                  </a:cubicBezTo>
                  <a:cubicBezTo>
                    <a:pt x="1" y="3634"/>
                    <a:pt x="170" y="4830"/>
                    <a:pt x="948" y="5620"/>
                  </a:cubicBezTo>
                  <a:cubicBezTo>
                    <a:pt x="1310" y="5993"/>
                    <a:pt x="1750" y="6286"/>
                    <a:pt x="2246" y="6466"/>
                  </a:cubicBezTo>
                  <a:cubicBezTo>
                    <a:pt x="2720" y="6647"/>
                    <a:pt x="3217" y="6760"/>
                    <a:pt x="3713" y="6816"/>
                  </a:cubicBezTo>
                  <a:cubicBezTo>
                    <a:pt x="4059" y="6863"/>
                    <a:pt x="4411" y="6883"/>
                    <a:pt x="4760" y="6883"/>
                  </a:cubicBezTo>
                  <a:cubicBezTo>
                    <a:pt x="4912" y="6883"/>
                    <a:pt x="5064" y="6880"/>
                    <a:pt x="5214" y="6873"/>
                  </a:cubicBezTo>
                  <a:cubicBezTo>
                    <a:pt x="5710" y="6861"/>
                    <a:pt x="6207" y="6794"/>
                    <a:pt x="6692" y="6670"/>
                  </a:cubicBezTo>
                  <a:cubicBezTo>
                    <a:pt x="7177" y="6568"/>
                    <a:pt x="7651" y="6376"/>
                    <a:pt x="8080" y="6117"/>
                  </a:cubicBezTo>
                  <a:lnTo>
                    <a:pt x="8994" y="5293"/>
                  </a:lnTo>
                  <a:lnTo>
                    <a:pt x="8012" y="6026"/>
                  </a:lnTo>
                  <a:cubicBezTo>
                    <a:pt x="7584" y="6252"/>
                    <a:pt x="7121" y="6399"/>
                    <a:pt x="6647" y="6466"/>
                  </a:cubicBezTo>
                  <a:cubicBezTo>
                    <a:pt x="6162" y="6545"/>
                    <a:pt x="5677" y="6591"/>
                    <a:pt x="5191" y="6591"/>
                  </a:cubicBezTo>
                  <a:cubicBezTo>
                    <a:pt x="5161" y="6591"/>
                    <a:pt x="5131" y="6591"/>
                    <a:pt x="5101" y="6591"/>
                  </a:cubicBezTo>
                  <a:cubicBezTo>
                    <a:pt x="4173" y="6591"/>
                    <a:pt x="3256" y="6422"/>
                    <a:pt x="2382" y="6094"/>
                  </a:cubicBezTo>
                  <a:cubicBezTo>
                    <a:pt x="1953" y="5925"/>
                    <a:pt x="1569" y="5665"/>
                    <a:pt x="1253" y="5338"/>
                  </a:cubicBezTo>
                  <a:cubicBezTo>
                    <a:pt x="948" y="4999"/>
                    <a:pt x="745" y="4593"/>
                    <a:pt x="678" y="4142"/>
                  </a:cubicBezTo>
                  <a:cubicBezTo>
                    <a:pt x="621" y="3702"/>
                    <a:pt x="712" y="3250"/>
                    <a:pt x="915" y="2844"/>
                  </a:cubicBezTo>
                  <a:cubicBezTo>
                    <a:pt x="1118" y="2427"/>
                    <a:pt x="1389" y="2054"/>
                    <a:pt x="1727" y="1738"/>
                  </a:cubicBezTo>
                  <a:cubicBezTo>
                    <a:pt x="2054" y="1400"/>
                    <a:pt x="2438" y="1118"/>
                    <a:pt x="2856" y="903"/>
                  </a:cubicBezTo>
                  <a:cubicBezTo>
                    <a:pt x="3059" y="791"/>
                    <a:pt x="3273" y="700"/>
                    <a:pt x="3499" y="610"/>
                  </a:cubicBezTo>
                  <a:cubicBezTo>
                    <a:pt x="3713" y="542"/>
                    <a:pt x="3939" y="486"/>
                    <a:pt x="4164" y="452"/>
                  </a:cubicBezTo>
                  <a:lnTo>
                    <a:pt x="4356" y="418"/>
                  </a:lnTo>
                  <a:lnTo>
                    <a:pt x="4864" y="418"/>
                  </a:lnTo>
                  <a:cubicBezTo>
                    <a:pt x="5090" y="452"/>
                    <a:pt x="5338" y="452"/>
                    <a:pt x="5564" y="508"/>
                  </a:cubicBezTo>
                  <a:cubicBezTo>
                    <a:pt x="5801" y="542"/>
                    <a:pt x="6038" y="587"/>
                    <a:pt x="6275" y="655"/>
                  </a:cubicBezTo>
                  <a:cubicBezTo>
                    <a:pt x="6500" y="712"/>
                    <a:pt x="6726" y="779"/>
                    <a:pt x="6952" y="869"/>
                  </a:cubicBezTo>
                  <a:cubicBezTo>
                    <a:pt x="7392" y="1027"/>
                    <a:pt x="7809" y="1242"/>
                    <a:pt x="8204" y="1513"/>
                  </a:cubicBezTo>
                  <a:cubicBezTo>
                    <a:pt x="8294" y="1580"/>
                    <a:pt x="8385" y="1671"/>
                    <a:pt x="8475" y="1750"/>
                  </a:cubicBezTo>
                  <a:lnTo>
                    <a:pt x="8610" y="1874"/>
                  </a:lnTo>
                  <a:cubicBezTo>
                    <a:pt x="8633" y="1896"/>
                    <a:pt x="8678" y="1930"/>
                    <a:pt x="8667" y="1930"/>
                  </a:cubicBezTo>
                  <a:lnTo>
                    <a:pt x="8712" y="1998"/>
                  </a:lnTo>
                  <a:cubicBezTo>
                    <a:pt x="8825" y="2201"/>
                    <a:pt x="8926" y="2415"/>
                    <a:pt x="9017" y="2630"/>
                  </a:cubicBezTo>
                  <a:cubicBezTo>
                    <a:pt x="9197" y="3081"/>
                    <a:pt x="9321" y="3555"/>
                    <a:pt x="9389" y="4029"/>
                  </a:cubicBezTo>
                  <a:cubicBezTo>
                    <a:pt x="9434" y="4266"/>
                    <a:pt x="9434" y="4514"/>
                    <a:pt x="9400" y="4751"/>
                  </a:cubicBezTo>
                  <a:cubicBezTo>
                    <a:pt x="9378" y="4988"/>
                    <a:pt x="9254" y="5236"/>
                    <a:pt x="8994" y="5293"/>
                  </a:cubicBezTo>
                  <a:cubicBezTo>
                    <a:pt x="9254" y="5270"/>
                    <a:pt x="9423" y="4999"/>
                    <a:pt x="9468" y="4763"/>
                  </a:cubicBezTo>
                  <a:cubicBezTo>
                    <a:pt x="9513" y="4514"/>
                    <a:pt x="9524" y="4266"/>
                    <a:pt x="9502" y="4018"/>
                  </a:cubicBezTo>
                  <a:cubicBezTo>
                    <a:pt x="9468" y="3521"/>
                    <a:pt x="9378" y="3036"/>
                    <a:pt x="9220" y="2562"/>
                  </a:cubicBezTo>
                  <a:cubicBezTo>
                    <a:pt x="9152" y="2314"/>
                    <a:pt x="9051" y="2077"/>
                    <a:pt x="8926" y="1851"/>
                  </a:cubicBezTo>
                  <a:lnTo>
                    <a:pt x="8870" y="1761"/>
                  </a:lnTo>
                  <a:cubicBezTo>
                    <a:pt x="8859" y="1738"/>
                    <a:pt x="8825" y="1705"/>
                    <a:pt x="8802" y="1682"/>
                  </a:cubicBezTo>
                  <a:lnTo>
                    <a:pt x="8667" y="1547"/>
                  </a:lnTo>
                  <a:cubicBezTo>
                    <a:pt x="8588" y="1456"/>
                    <a:pt x="8498" y="1377"/>
                    <a:pt x="8407" y="1298"/>
                  </a:cubicBezTo>
                  <a:cubicBezTo>
                    <a:pt x="8001" y="982"/>
                    <a:pt x="7561" y="723"/>
                    <a:pt x="7087" y="531"/>
                  </a:cubicBezTo>
                  <a:cubicBezTo>
                    <a:pt x="6850" y="429"/>
                    <a:pt x="6624" y="339"/>
                    <a:pt x="6376" y="271"/>
                  </a:cubicBezTo>
                  <a:cubicBezTo>
                    <a:pt x="6139" y="204"/>
                    <a:pt x="5891" y="136"/>
                    <a:pt x="5643" y="91"/>
                  </a:cubicBezTo>
                  <a:cubicBezTo>
                    <a:pt x="5406" y="46"/>
                    <a:pt x="5146" y="34"/>
                    <a:pt x="489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003175" y="1115325"/>
              <a:ext cx="244200" cy="269300"/>
            </a:xfrm>
            <a:custGeom>
              <a:avLst/>
              <a:gdLst/>
              <a:ahLst/>
              <a:cxnLst/>
              <a:rect l="l" t="t" r="r" b="b"/>
              <a:pathLst>
                <a:path w="9768" h="10772" extrusionOk="0">
                  <a:moveTo>
                    <a:pt x="6867" y="1"/>
                  </a:moveTo>
                  <a:cubicBezTo>
                    <a:pt x="6861" y="1"/>
                    <a:pt x="6856" y="1"/>
                    <a:pt x="6850" y="1"/>
                  </a:cubicBezTo>
                  <a:cubicBezTo>
                    <a:pt x="5282" y="80"/>
                    <a:pt x="3431" y="1130"/>
                    <a:pt x="2291" y="2427"/>
                  </a:cubicBezTo>
                  <a:cubicBezTo>
                    <a:pt x="1197" y="3657"/>
                    <a:pt x="678" y="4549"/>
                    <a:pt x="294" y="6151"/>
                  </a:cubicBezTo>
                  <a:cubicBezTo>
                    <a:pt x="1" y="7562"/>
                    <a:pt x="633" y="8871"/>
                    <a:pt x="1829" y="9852"/>
                  </a:cubicBezTo>
                  <a:cubicBezTo>
                    <a:pt x="2580" y="10454"/>
                    <a:pt x="3822" y="10771"/>
                    <a:pt x="5096" y="10771"/>
                  </a:cubicBezTo>
                  <a:cubicBezTo>
                    <a:pt x="7380" y="10771"/>
                    <a:pt x="9767" y="9752"/>
                    <a:pt x="9615" y="7528"/>
                  </a:cubicBezTo>
                  <a:lnTo>
                    <a:pt x="9118" y="6806"/>
                  </a:lnTo>
                  <a:cubicBezTo>
                    <a:pt x="8883" y="5683"/>
                    <a:pt x="7999" y="1"/>
                    <a:pt x="6867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02050" y="1111100"/>
              <a:ext cx="244050" cy="278025"/>
            </a:xfrm>
            <a:custGeom>
              <a:avLst/>
              <a:gdLst/>
              <a:ahLst/>
              <a:cxnLst/>
              <a:rect l="l" t="t" r="r" b="b"/>
              <a:pathLst>
                <a:path w="9762" h="11121" extrusionOk="0">
                  <a:moveTo>
                    <a:pt x="6868" y="1"/>
                  </a:moveTo>
                  <a:cubicBezTo>
                    <a:pt x="6832" y="1"/>
                    <a:pt x="6796" y="4"/>
                    <a:pt x="6760" y="12"/>
                  </a:cubicBezTo>
                  <a:lnTo>
                    <a:pt x="6523" y="35"/>
                  </a:lnTo>
                  <a:cubicBezTo>
                    <a:pt x="6354" y="46"/>
                    <a:pt x="6196" y="80"/>
                    <a:pt x="6026" y="125"/>
                  </a:cubicBezTo>
                  <a:cubicBezTo>
                    <a:pt x="5868" y="159"/>
                    <a:pt x="5699" y="193"/>
                    <a:pt x="5541" y="249"/>
                  </a:cubicBezTo>
                  <a:cubicBezTo>
                    <a:pt x="5225" y="351"/>
                    <a:pt x="4921" y="475"/>
                    <a:pt x="4627" y="622"/>
                  </a:cubicBezTo>
                  <a:cubicBezTo>
                    <a:pt x="4322" y="768"/>
                    <a:pt x="4040" y="926"/>
                    <a:pt x="3758" y="1096"/>
                  </a:cubicBezTo>
                  <a:cubicBezTo>
                    <a:pt x="3476" y="1276"/>
                    <a:pt x="3217" y="1479"/>
                    <a:pt x="2968" y="1694"/>
                  </a:cubicBezTo>
                  <a:cubicBezTo>
                    <a:pt x="2449" y="2089"/>
                    <a:pt x="2009" y="2630"/>
                    <a:pt x="1614" y="3115"/>
                  </a:cubicBezTo>
                  <a:cubicBezTo>
                    <a:pt x="1400" y="3375"/>
                    <a:pt x="1208" y="3646"/>
                    <a:pt x="1050" y="3928"/>
                  </a:cubicBezTo>
                  <a:cubicBezTo>
                    <a:pt x="870" y="4210"/>
                    <a:pt x="712" y="4503"/>
                    <a:pt x="587" y="4819"/>
                  </a:cubicBezTo>
                  <a:cubicBezTo>
                    <a:pt x="452" y="5113"/>
                    <a:pt x="339" y="5429"/>
                    <a:pt x="260" y="5745"/>
                  </a:cubicBezTo>
                  <a:lnTo>
                    <a:pt x="125" y="6230"/>
                  </a:lnTo>
                  <a:cubicBezTo>
                    <a:pt x="80" y="6433"/>
                    <a:pt x="80" y="6557"/>
                    <a:pt x="57" y="6726"/>
                  </a:cubicBezTo>
                  <a:cubicBezTo>
                    <a:pt x="1" y="7415"/>
                    <a:pt x="159" y="8103"/>
                    <a:pt x="497" y="8712"/>
                  </a:cubicBezTo>
                  <a:cubicBezTo>
                    <a:pt x="824" y="9299"/>
                    <a:pt x="1276" y="9818"/>
                    <a:pt x="1806" y="10236"/>
                  </a:cubicBezTo>
                  <a:cubicBezTo>
                    <a:pt x="2359" y="10619"/>
                    <a:pt x="2991" y="10879"/>
                    <a:pt x="3657" y="10992"/>
                  </a:cubicBezTo>
                  <a:cubicBezTo>
                    <a:pt x="4105" y="11078"/>
                    <a:pt x="4559" y="11120"/>
                    <a:pt x="5012" y="11120"/>
                  </a:cubicBezTo>
                  <a:cubicBezTo>
                    <a:pt x="5870" y="11120"/>
                    <a:pt x="6726" y="10967"/>
                    <a:pt x="7538" y="10664"/>
                  </a:cubicBezTo>
                  <a:cubicBezTo>
                    <a:pt x="8170" y="10439"/>
                    <a:pt x="8723" y="10055"/>
                    <a:pt x="9152" y="9547"/>
                  </a:cubicBezTo>
                  <a:cubicBezTo>
                    <a:pt x="9570" y="9028"/>
                    <a:pt x="9761" y="8363"/>
                    <a:pt x="9682" y="7697"/>
                  </a:cubicBezTo>
                  <a:lnTo>
                    <a:pt x="9682" y="7685"/>
                  </a:lnTo>
                  <a:lnTo>
                    <a:pt x="9163" y="6975"/>
                  </a:lnTo>
                  <a:lnTo>
                    <a:pt x="9626" y="7708"/>
                  </a:lnTo>
                  <a:lnTo>
                    <a:pt x="9626" y="7697"/>
                  </a:lnTo>
                  <a:lnTo>
                    <a:pt x="9626" y="7697"/>
                  </a:lnTo>
                  <a:cubicBezTo>
                    <a:pt x="9649" y="8329"/>
                    <a:pt x="9434" y="8949"/>
                    <a:pt x="9017" y="9423"/>
                  </a:cubicBezTo>
                  <a:cubicBezTo>
                    <a:pt x="8577" y="9875"/>
                    <a:pt x="8046" y="10213"/>
                    <a:pt x="7448" y="10405"/>
                  </a:cubicBezTo>
                  <a:cubicBezTo>
                    <a:pt x="6727" y="10641"/>
                    <a:pt x="5978" y="10760"/>
                    <a:pt x="5229" y="10760"/>
                  </a:cubicBezTo>
                  <a:cubicBezTo>
                    <a:pt x="4724" y="10760"/>
                    <a:pt x="4220" y="10706"/>
                    <a:pt x="3724" y="10597"/>
                  </a:cubicBezTo>
                  <a:cubicBezTo>
                    <a:pt x="3126" y="10461"/>
                    <a:pt x="2528" y="10270"/>
                    <a:pt x="2043" y="9897"/>
                  </a:cubicBezTo>
                  <a:cubicBezTo>
                    <a:pt x="1569" y="9513"/>
                    <a:pt x="1174" y="9040"/>
                    <a:pt x="881" y="8509"/>
                  </a:cubicBezTo>
                  <a:cubicBezTo>
                    <a:pt x="587" y="7979"/>
                    <a:pt x="463" y="7381"/>
                    <a:pt x="508" y="6783"/>
                  </a:cubicBezTo>
                  <a:cubicBezTo>
                    <a:pt x="531" y="6636"/>
                    <a:pt x="554" y="6433"/>
                    <a:pt x="576" y="6331"/>
                  </a:cubicBezTo>
                  <a:lnTo>
                    <a:pt x="712" y="5880"/>
                  </a:lnTo>
                  <a:cubicBezTo>
                    <a:pt x="779" y="5575"/>
                    <a:pt x="881" y="5282"/>
                    <a:pt x="1016" y="5000"/>
                  </a:cubicBezTo>
                  <a:cubicBezTo>
                    <a:pt x="1129" y="4706"/>
                    <a:pt x="1264" y="4436"/>
                    <a:pt x="1434" y="4165"/>
                  </a:cubicBezTo>
                  <a:cubicBezTo>
                    <a:pt x="1592" y="3894"/>
                    <a:pt x="1772" y="3646"/>
                    <a:pt x="1964" y="3397"/>
                  </a:cubicBezTo>
                  <a:cubicBezTo>
                    <a:pt x="2370" y="2890"/>
                    <a:pt x="2743" y="2416"/>
                    <a:pt x="3239" y="2021"/>
                  </a:cubicBezTo>
                  <a:cubicBezTo>
                    <a:pt x="3476" y="1818"/>
                    <a:pt x="3724" y="1626"/>
                    <a:pt x="3984" y="1457"/>
                  </a:cubicBezTo>
                  <a:cubicBezTo>
                    <a:pt x="4255" y="1287"/>
                    <a:pt x="4526" y="1129"/>
                    <a:pt x="4796" y="983"/>
                  </a:cubicBezTo>
                  <a:cubicBezTo>
                    <a:pt x="5079" y="847"/>
                    <a:pt x="5372" y="723"/>
                    <a:pt x="5665" y="622"/>
                  </a:cubicBezTo>
                  <a:cubicBezTo>
                    <a:pt x="5812" y="565"/>
                    <a:pt x="5959" y="531"/>
                    <a:pt x="6105" y="497"/>
                  </a:cubicBezTo>
                  <a:lnTo>
                    <a:pt x="6320" y="430"/>
                  </a:lnTo>
                  <a:lnTo>
                    <a:pt x="6557" y="396"/>
                  </a:lnTo>
                  <a:cubicBezTo>
                    <a:pt x="6679" y="387"/>
                    <a:pt x="6828" y="351"/>
                    <a:pt x="6911" y="351"/>
                  </a:cubicBezTo>
                  <a:cubicBezTo>
                    <a:pt x="6935" y="351"/>
                    <a:pt x="6953" y="354"/>
                    <a:pt x="6963" y="362"/>
                  </a:cubicBezTo>
                  <a:cubicBezTo>
                    <a:pt x="7076" y="407"/>
                    <a:pt x="7177" y="497"/>
                    <a:pt x="7245" y="599"/>
                  </a:cubicBezTo>
                  <a:cubicBezTo>
                    <a:pt x="7426" y="847"/>
                    <a:pt x="7572" y="1118"/>
                    <a:pt x="7685" y="1411"/>
                  </a:cubicBezTo>
                  <a:cubicBezTo>
                    <a:pt x="7911" y="1998"/>
                    <a:pt x="8114" y="2608"/>
                    <a:pt x="8272" y="3228"/>
                  </a:cubicBezTo>
                  <a:cubicBezTo>
                    <a:pt x="8622" y="4458"/>
                    <a:pt x="8881" y="5722"/>
                    <a:pt x="9163" y="6975"/>
                  </a:cubicBezTo>
                  <a:cubicBezTo>
                    <a:pt x="8972" y="5699"/>
                    <a:pt x="8768" y="4436"/>
                    <a:pt x="8486" y="3172"/>
                  </a:cubicBezTo>
                  <a:cubicBezTo>
                    <a:pt x="8351" y="2540"/>
                    <a:pt x="8170" y="1908"/>
                    <a:pt x="7956" y="1299"/>
                  </a:cubicBezTo>
                  <a:cubicBezTo>
                    <a:pt x="7843" y="983"/>
                    <a:pt x="7696" y="678"/>
                    <a:pt x="7516" y="396"/>
                  </a:cubicBezTo>
                  <a:cubicBezTo>
                    <a:pt x="7403" y="238"/>
                    <a:pt x="7256" y="103"/>
                    <a:pt x="7065" y="35"/>
                  </a:cubicBezTo>
                  <a:cubicBezTo>
                    <a:pt x="6999" y="13"/>
                    <a:pt x="6933" y="1"/>
                    <a:pt x="686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55925" y="1121625"/>
              <a:ext cx="239250" cy="294400"/>
            </a:xfrm>
            <a:custGeom>
              <a:avLst/>
              <a:gdLst/>
              <a:ahLst/>
              <a:cxnLst/>
              <a:rect l="l" t="t" r="r" b="b"/>
              <a:pathLst>
                <a:path w="9570" h="11776" extrusionOk="0">
                  <a:moveTo>
                    <a:pt x="4839" y="0"/>
                  </a:moveTo>
                  <a:cubicBezTo>
                    <a:pt x="4386" y="0"/>
                    <a:pt x="3910" y="241"/>
                    <a:pt x="3364" y="787"/>
                  </a:cubicBezTo>
                  <a:cubicBezTo>
                    <a:pt x="2032" y="2062"/>
                    <a:pt x="1152" y="3473"/>
                    <a:pt x="678" y="5199"/>
                  </a:cubicBezTo>
                  <a:cubicBezTo>
                    <a:pt x="1" y="7919"/>
                    <a:pt x="351" y="10774"/>
                    <a:pt x="3522" y="11654"/>
                  </a:cubicBezTo>
                  <a:cubicBezTo>
                    <a:pt x="3830" y="11738"/>
                    <a:pt x="4159" y="11775"/>
                    <a:pt x="4496" y="11775"/>
                  </a:cubicBezTo>
                  <a:cubicBezTo>
                    <a:pt x="5469" y="11775"/>
                    <a:pt x="6512" y="11467"/>
                    <a:pt x="7324" y="11090"/>
                  </a:cubicBezTo>
                  <a:cubicBezTo>
                    <a:pt x="8001" y="10774"/>
                    <a:pt x="8645" y="10334"/>
                    <a:pt x="9062" y="9702"/>
                  </a:cubicBezTo>
                  <a:cubicBezTo>
                    <a:pt x="9435" y="9149"/>
                    <a:pt x="9570" y="8449"/>
                    <a:pt x="9559" y="7738"/>
                  </a:cubicBezTo>
                  <a:cubicBezTo>
                    <a:pt x="9536" y="7016"/>
                    <a:pt x="9401" y="6305"/>
                    <a:pt x="9152" y="5628"/>
                  </a:cubicBezTo>
                  <a:cubicBezTo>
                    <a:pt x="8588" y="4082"/>
                    <a:pt x="7855" y="2503"/>
                    <a:pt x="6749" y="1273"/>
                  </a:cubicBezTo>
                  <a:cubicBezTo>
                    <a:pt x="6074" y="485"/>
                    <a:pt x="5480" y="0"/>
                    <a:pt x="4839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059050" y="1117850"/>
              <a:ext cx="235850" cy="300625"/>
            </a:xfrm>
            <a:custGeom>
              <a:avLst/>
              <a:gdLst/>
              <a:ahLst/>
              <a:cxnLst/>
              <a:rect l="l" t="t" r="r" b="b"/>
              <a:pathLst>
                <a:path w="9434" h="12025" extrusionOk="0">
                  <a:moveTo>
                    <a:pt x="9434" y="7889"/>
                  </a:moveTo>
                  <a:cubicBezTo>
                    <a:pt x="9434" y="7889"/>
                    <a:pt x="9423" y="8010"/>
                    <a:pt x="9422" y="8262"/>
                  </a:cubicBezTo>
                  <a:lnTo>
                    <a:pt x="9422" y="8262"/>
                  </a:lnTo>
                  <a:cubicBezTo>
                    <a:pt x="9434" y="8025"/>
                    <a:pt x="9434" y="7890"/>
                    <a:pt x="9434" y="7889"/>
                  </a:cubicBezTo>
                  <a:close/>
                  <a:moveTo>
                    <a:pt x="9422" y="8262"/>
                  </a:moveTo>
                  <a:cubicBezTo>
                    <a:pt x="9422" y="8262"/>
                    <a:pt x="9422" y="8262"/>
                    <a:pt x="9422" y="8262"/>
                  </a:cubicBezTo>
                  <a:cubicBezTo>
                    <a:pt x="9422" y="8266"/>
                    <a:pt x="9422" y="8270"/>
                    <a:pt x="9422" y="8274"/>
                  </a:cubicBezTo>
                  <a:lnTo>
                    <a:pt x="9422" y="8274"/>
                  </a:lnTo>
                  <a:cubicBezTo>
                    <a:pt x="9422" y="8273"/>
                    <a:pt x="9422" y="8273"/>
                    <a:pt x="9422" y="8273"/>
                  </a:cubicBezTo>
                  <a:cubicBezTo>
                    <a:pt x="9422" y="8269"/>
                    <a:pt x="9422" y="8265"/>
                    <a:pt x="9422" y="8262"/>
                  </a:cubicBezTo>
                  <a:close/>
                  <a:moveTo>
                    <a:pt x="4681" y="0"/>
                  </a:moveTo>
                  <a:cubicBezTo>
                    <a:pt x="4659" y="0"/>
                    <a:pt x="4637" y="1"/>
                    <a:pt x="4615" y="2"/>
                  </a:cubicBezTo>
                  <a:cubicBezTo>
                    <a:pt x="4356" y="24"/>
                    <a:pt x="4096" y="92"/>
                    <a:pt x="3871" y="227"/>
                  </a:cubicBezTo>
                  <a:cubicBezTo>
                    <a:pt x="3430" y="476"/>
                    <a:pt x="3058" y="848"/>
                    <a:pt x="2731" y="1198"/>
                  </a:cubicBezTo>
                  <a:cubicBezTo>
                    <a:pt x="2562" y="1378"/>
                    <a:pt x="2381" y="1536"/>
                    <a:pt x="2212" y="1740"/>
                  </a:cubicBezTo>
                  <a:cubicBezTo>
                    <a:pt x="2054" y="1931"/>
                    <a:pt x="1907" y="2146"/>
                    <a:pt x="1760" y="2360"/>
                  </a:cubicBezTo>
                  <a:cubicBezTo>
                    <a:pt x="1128" y="3184"/>
                    <a:pt x="711" y="4154"/>
                    <a:pt x="384" y="5147"/>
                  </a:cubicBezTo>
                  <a:cubicBezTo>
                    <a:pt x="90" y="6152"/>
                    <a:pt x="0" y="7201"/>
                    <a:pt x="102" y="8250"/>
                  </a:cubicBezTo>
                  <a:cubicBezTo>
                    <a:pt x="158" y="8770"/>
                    <a:pt x="305" y="9266"/>
                    <a:pt x="519" y="9740"/>
                  </a:cubicBezTo>
                  <a:cubicBezTo>
                    <a:pt x="745" y="10203"/>
                    <a:pt x="1061" y="10609"/>
                    <a:pt x="1444" y="10959"/>
                  </a:cubicBezTo>
                  <a:cubicBezTo>
                    <a:pt x="1817" y="11263"/>
                    <a:pt x="2234" y="11523"/>
                    <a:pt x="2697" y="11703"/>
                  </a:cubicBezTo>
                  <a:cubicBezTo>
                    <a:pt x="2911" y="11794"/>
                    <a:pt x="3137" y="11850"/>
                    <a:pt x="3363" y="11918"/>
                  </a:cubicBezTo>
                  <a:cubicBezTo>
                    <a:pt x="3577" y="11974"/>
                    <a:pt x="3803" y="12008"/>
                    <a:pt x="4040" y="12019"/>
                  </a:cubicBezTo>
                  <a:cubicBezTo>
                    <a:pt x="4118" y="12023"/>
                    <a:pt x="4197" y="12024"/>
                    <a:pt x="4275" y="12024"/>
                  </a:cubicBezTo>
                  <a:cubicBezTo>
                    <a:pt x="5031" y="12024"/>
                    <a:pt x="5783" y="11877"/>
                    <a:pt x="6488" y="11591"/>
                  </a:cubicBezTo>
                  <a:cubicBezTo>
                    <a:pt x="7154" y="11365"/>
                    <a:pt x="7764" y="11015"/>
                    <a:pt x="8317" y="10575"/>
                  </a:cubicBezTo>
                  <a:cubicBezTo>
                    <a:pt x="8734" y="10237"/>
                    <a:pt x="9050" y="9785"/>
                    <a:pt x="9231" y="9277"/>
                  </a:cubicBezTo>
                  <a:cubicBezTo>
                    <a:pt x="9298" y="9086"/>
                    <a:pt x="9343" y="8894"/>
                    <a:pt x="9377" y="8702"/>
                  </a:cubicBezTo>
                  <a:cubicBezTo>
                    <a:pt x="9399" y="8559"/>
                    <a:pt x="9421" y="8416"/>
                    <a:pt x="9422" y="8274"/>
                  </a:cubicBezTo>
                  <a:lnTo>
                    <a:pt x="9422" y="8274"/>
                  </a:lnTo>
                  <a:cubicBezTo>
                    <a:pt x="9411" y="8420"/>
                    <a:pt x="9400" y="8567"/>
                    <a:pt x="9366" y="8702"/>
                  </a:cubicBezTo>
                  <a:cubicBezTo>
                    <a:pt x="9332" y="8894"/>
                    <a:pt x="9287" y="9086"/>
                    <a:pt x="9208" y="9266"/>
                  </a:cubicBezTo>
                  <a:cubicBezTo>
                    <a:pt x="9027" y="9774"/>
                    <a:pt x="8700" y="10214"/>
                    <a:pt x="8283" y="10541"/>
                  </a:cubicBezTo>
                  <a:cubicBezTo>
                    <a:pt x="7730" y="10970"/>
                    <a:pt x="7109" y="11286"/>
                    <a:pt x="6443" y="11489"/>
                  </a:cubicBezTo>
                  <a:cubicBezTo>
                    <a:pt x="5812" y="11712"/>
                    <a:pt x="5150" y="11820"/>
                    <a:pt x="4490" y="11820"/>
                  </a:cubicBezTo>
                  <a:cubicBezTo>
                    <a:pt x="4347" y="11820"/>
                    <a:pt x="4205" y="11815"/>
                    <a:pt x="4062" y="11805"/>
                  </a:cubicBezTo>
                  <a:cubicBezTo>
                    <a:pt x="3837" y="11782"/>
                    <a:pt x="3622" y="11737"/>
                    <a:pt x="3419" y="11681"/>
                  </a:cubicBezTo>
                  <a:cubicBezTo>
                    <a:pt x="3216" y="11602"/>
                    <a:pt x="3002" y="11545"/>
                    <a:pt x="2799" y="11444"/>
                  </a:cubicBezTo>
                  <a:cubicBezTo>
                    <a:pt x="2381" y="11263"/>
                    <a:pt x="1997" y="11015"/>
                    <a:pt x="1670" y="10710"/>
                  </a:cubicBezTo>
                  <a:cubicBezTo>
                    <a:pt x="1004" y="10067"/>
                    <a:pt x="621" y="9165"/>
                    <a:pt x="530" y="8205"/>
                  </a:cubicBezTo>
                  <a:cubicBezTo>
                    <a:pt x="451" y="7224"/>
                    <a:pt x="553" y="6231"/>
                    <a:pt x="846" y="5283"/>
                  </a:cubicBezTo>
                  <a:cubicBezTo>
                    <a:pt x="1140" y="4335"/>
                    <a:pt x="1512" y="3398"/>
                    <a:pt x="2099" y="2620"/>
                  </a:cubicBezTo>
                  <a:cubicBezTo>
                    <a:pt x="2234" y="2428"/>
                    <a:pt x="2347" y="2213"/>
                    <a:pt x="2516" y="2022"/>
                  </a:cubicBezTo>
                  <a:cubicBezTo>
                    <a:pt x="2686" y="1841"/>
                    <a:pt x="2855" y="1661"/>
                    <a:pt x="3013" y="1480"/>
                  </a:cubicBezTo>
                  <a:cubicBezTo>
                    <a:pt x="3351" y="1108"/>
                    <a:pt x="3656" y="758"/>
                    <a:pt x="4040" y="521"/>
                  </a:cubicBezTo>
                  <a:cubicBezTo>
                    <a:pt x="4245" y="382"/>
                    <a:pt x="4490" y="309"/>
                    <a:pt x="4736" y="309"/>
                  </a:cubicBezTo>
                  <a:cubicBezTo>
                    <a:pt x="4910" y="309"/>
                    <a:pt x="5084" y="345"/>
                    <a:pt x="5247" y="419"/>
                  </a:cubicBezTo>
                  <a:cubicBezTo>
                    <a:pt x="5642" y="589"/>
                    <a:pt x="5969" y="893"/>
                    <a:pt x="6274" y="1198"/>
                  </a:cubicBezTo>
                  <a:cubicBezTo>
                    <a:pt x="6838" y="1785"/>
                    <a:pt x="7335" y="2439"/>
                    <a:pt x="7764" y="3139"/>
                  </a:cubicBezTo>
                  <a:cubicBezTo>
                    <a:pt x="7955" y="3443"/>
                    <a:pt x="8136" y="3759"/>
                    <a:pt x="8283" y="4098"/>
                  </a:cubicBezTo>
                  <a:cubicBezTo>
                    <a:pt x="8441" y="4391"/>
                    <a:pt x="8576" y="4685"/>
                    <a:pt x="8689" y="5001"/>
                  </a:cubicBezTo>
                  <a:lnTo>
                    <a:pt x="9016" y="5802"/>
                  </a:lnTo>
                  <a:cubicBezTo>
                    <a:pt x="9106" y="6061"/>
                    <a:pt x="9185" y="6287"/>
                    <a:pt x="9231" y="6513"/>
                  </a:cubicBezTo>
                  <a:cubicBezTo>
                    <a:pt x="9287" y="6705"/>
                    <a:pt x="9321" y="6896"/>
                    <a:pt x="9355" y="7088"/>
                  </a:cubicBezTo>
                  <a:cubicBezTo>
                    <a:pt x="9377" y="7235"/>
                    <a:pt x="9400" y="7382"/>
                    <a:pt x="9411" y="7528"/>
                  </a:cubicBezTo>
                  <a:cubicBezTo>
                    <a:pt x="9422" y="7765"/>
                    <a:pt x="9434" y="7889"/>
                    <a:pt x="9434" y="7889"/>
                  </a:cubicBezTo>
                  <a:cubicBezTo>
                    <a:pt x="9434" y="7889"/>
                    <a:pt x="9422" y="7765"/>
                    <a:pt x="9411" y="7517"/>
                  </a:cubicBezTo>
                  <a:cubicBezTo>
                    <a:pt x="9411" y="7370"/>
                    <a:pt x="9389" y="7224"/>
                    <a:pt x="9366" y="7077"/>
                  </a:cubicBezTo>
                  <a:cubicBezTo>
                    <a:pt x="9343" y="6885"/>
                    <a:pt x="9310" y="6682"/>
                    <a:pt x="9253" y="6490"/>
                  </a:cubicBezTo>
                  <a:cubicBezTo>
                    <a:pt x="9208" y="6276"/>
                    <a:pt x="9129" y="6050"/>
                    <a:pt x="9050" y="5791"/>
                  </a:cubicBezTo>
                  <a:lnTo>
                    <a:pt x="8745" y="4978"/>
                  </a:lnTo>
                  <a:cubicBezTo>
                    <a:pt x="8621" y="4662"/>
                    <a:pt x="8497" y="4357"/>
                    <a:pt x="8350" y="4064"/>
                  </a:cubicBezTo>
                  <a:cubicBezTo>
                    <a:pt x="8204" y="3726"/>
                    <a:pt x="8034" y="3398"/>
                    <a:pt x="7854" y="3082"/>
                  </a:cubicBezTo>
                  <a:cubicBezTo>
                    <a:pt x="7448" y="2349"/>
                    <a:pt x="6974" y="1672"/>
                    <a:pt x="6432" y="1051"/>
                  </a:cubicBezTo>
                  <a:cubicBezTo>
                    <a:pt x="6127" y="724"/>
                    <a:pt x="5800" y="374"/>
                    <a:pt x="5360" y="160"/>
                  </a:cubicBezTo>
                  <a:cubicBezTo>
                    <a:pt x="5153" y="56"/>
                    <a:pt x="4918" y="0"/>
                    <a:pt x="468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174425" y="1084475"/>
              <a:ext cx="280425" cy="232000"/>
            </a:xfrm>
            <a:custGeom>
              <a:avLst/>
              <a:gdLst/>
              <a:ahLst/>
              <a:cxnLst/>
              <a:rect l="l" t="t" r="r" b="b"/>
              <a:pathLst>
                <a:path w="11217" h="9280" extrusionOk="0">
                  <a:moveTo>
                    <a:pt x="4959" y="1"/>
                  </a:moveTo>
                  <a:cubicBezTo>
                    <a:pt x="3579" y="1"/>
                    <a:pt x="1996" y="340"/>
                    <a:pt x="0" y="1235"/>
                  </a:cubicBezTo>
                  <a:cubicBezTo>
                    <a:pt x="711" y="3323"/>
                    <a:pt x="1625" y="5489"/>
                    <a:pt x="2866" y="7227"/>
                  </a:cubicBezTo>
                  <a:cubicBezTo>
                    <a:pt x="3510" y="8141"/>
                    <a:pt x="4017" y="8829"/>
                    <a:pt x="5089" y="9224"/>
                  </a:cubicBezTo>
                  <a:cubicBezTo>
                    <a:pt x="5202" y="9267"/>
                    <a:pt x="5436" y="9280"/>
                    <a:pt x="5694" y="9280"/>
                  </a:cubicBezTo>
                  <a:cubicBezTo>
                    <a:pt x="6058" y="9280"/>
                    <a:pt x="6468" y="9254"/>
                    <a:pt x="6647" y="9247"/>
                  </a:cubicBezTo>
                  <a:cubicBezTo>
                    <a:pt x="7662" y="9168"/>
                    <a:pt x="8779" y="8547"/>
                    <a:pt x="9377" y="7882"/>
                  </a:cubicBezTo>
                  <a:cubicBezTo>
                    <a:pt x="11217" y="5692"/>
                    <a:pt x="11149" y="1664"/>
                    <a:pt x="8001" y="547"/>
                  </a:cubicBezTo>
                  <a:cubicBezTo>
                    <a:pt x="7046" y="220"/>
                    <a:pt x="6068" y="1"/>
                    <a:pt x="4959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168225" y="1078675"/>
              <a:ext cx="275075" cy="237925"/>
            </a:xfrm>
            <a:custGeom>
              <a:avLst/>
              <a:gdLst/>
              <a:ahLst/>
              <a:cxnLst/>
              <a:rect l="l" t="t" r="r" b="b"/>
              <a:pathLst>
                <a:path w="11003" h="9517" extrusionOk="0">
                  <a:moveTo>
                    <a:pt x="5078" y="0"/>
                  </a:moveTo>
                  <a:cubicBezTo>
                    <a:pt x="4649" y="12"/>
                    <a:pt x="4220" y="45"/>
                    <a:pt x="3792" y="124"/>
                  </a:cubicBezTo>
                  <a:cubicBezTo>
                    <a:pt x="3374" y="192"/>
                    <a:pt x="2956" y="282"/>
                    <a:pt x="2550" y="407"/>
                  </a:cubicBezTo>
                  <a:cubicBezTo>
                    <a:pt x="1727" y="632"/>
                    <a:pt x="937" y="937"/>
                    <a:pt x="169" y="1298"/>
                  </a:cubicBezTo>
                  <a:lnTo>
                    <a:pt x="0" y="1377"/>
                  </a:lnTo>
                  <a:lnTo>
                    <a:pt x="56" y="1535"/>
                  </a:lnTo>
                  <a:cubicBezTo>
                    <a:pt x="384" y="2415"/>
                    <a:pt x="745" y="3295"/>
                    <a:pt x="1140" y="4153"/>
                  </a:cubicBezTo>
                  <a:cubicBezTo>
                    <a:pt x="1332" y="4582"/>
                    <a:pt x="1546" y="5010"/>
                    <a:pt x="1772" y="5417"/>
                  </a:cubicBezTo>
                  <a:cubicBezTo>
                    <a:pt x="1997" y="5834"/>
                    <a:pt x="2234" y="6240"/>
                    <a:pt x="2494" y="6647"/>
                  </a:cubicBezTo>
                  <a:cubicBezTo>
                    <a:pt x="2607" y="6850"/>
                    <a:pt x="2753" y="7030"/>
                    <a:pt x="2889" y="7222"/>
                  </a:cubicBezTo>
                  <a:cubicBezTo>
                    <a:pt x="3024" y="7414"/>
                    <a:pt x="3160" y="7606"/>
                    <a:pt x="3306" y="7798"/>
                  </a:cubicBezTo>
                  <a:cubicBezTo>
                    <a:pt x="3577" y="8181"/>
                    <a:pt x="3893" y="8531"/>
                    <a:pt x="4243" y="8847"/>
                  </a:cubicBezTo>
                  <a:cubicBezTo>
                    <a:pt x="4423" y="9005"/>
                    <a:pt x="4627" y="9129"/>
                    <a:pt x="4830" y="9242"/>
                  </a:cubicBezTo>
                  <a:cubicBezTo>
                    <a:pt x="4931" y="9298"/>
                    <a:pt x="5044" y="9355"/>
                    <a:pt x="5146" y="9400"/>
                  </a:cubicBezTo>
                  <a:cubicBezTo>
                    <a:pt x="5258" y="9445"/>
                    <a:pt x="5371" y="9479"/>
                    <a:pt x="5484" y="9502"/>
                  </a:cubicBezTo>
                  <a:cubicBezTo>
                    <a:pt x="5680" y="9511"/>
                    <a:pt x="5877" y="9516"/>
                    <a:pt x="6072" y="9516"/>
                  </a:cubicBezTo>
                  <a:cubicBezTo>
                    <a:pt x="6349" y="9516"/>
                    <a:pt x="6624" y="9505"/>
                    <a:pt x="6895" y="9479"/>
                  </a:cubicBezTo>
                  <a:lnTo>
                    <a:pt x="6895" y="9479"/>
                  </a:lnTo>
                  <a:cubicBezTo>
                    <a:pt x="6663" y="9496"/>
                    <a:pt x="6429" y="9504"/>
                    <a:pt x="6194" y="9504"/>
                  </a:cubicBezTo>
                  <a:cubicBezTo>
                    <a:pt x="5958" y="9504"/>
                    <a:pt x="5721" y="9496"/>
                    <a:pt x="5484" y="9479"/>
                  </a:cubicBezTo>
                  <a:cubicBezTo>
                    <a:pt x="5371" y="9456"/>
                    <a:pt x="5258" y="9423"/>
                    <a:pt x="5157" y="9366"/>
                  </a:cubicBezTo>
                  <a:cubicBezTo>
                    <a:pt x="5044" y="9321"/>
                    <a:pt x="4943" y="9276"/>
                    <a:pt x="4841" y="9208"/>
                  </a:cubicBezTo>
                  <a:cubicBezTo>
                    <a:pt x="4638" y="9095"/>
                    <a:pt x="4446" y="8960"/>
                    <a:pt x="4277" y="8813"/>
                  </a:cubicBezTo>
                  <a:cubicBezTo>
                    <a:pt x="3927" y="8497"/>
                    <a:pt x="3622" y="8136"/>
                    <a:pt x="3363" y="7752"/>
                  </a:cubicBezTo>
                  <a:cubicBezTo>
                    <a:pt x="3227" y="7549"/>
                    <a:pt x="3103" y="7358"/>
                    <a:pt x="2979" y="7166"/>
                  </a:cubicBezTo>
                  <a:cubicBezTo>
                    <a:pt x="2855" y="6963"/>
                    <a:pt x="2720" y="6771"/>
                    <a:pt x="2607" y="6568"/>
                  </a:cubicBezTo>
                  <a:cubicBezTo>
                    <a:pt x="2370" y="6161"/>
                    <a:pt x="2144" y="5744"/>
                    <a:pt x="1952" y="5326"/>
                  </a:cubicBezTo>
                  <a:cubicBezTo>
                    <a:pt x="1760" y="4898"/>
                    <a:pt x="1557" y="4480"/>
                    <a:pt x="1388" y="4040"/>
                  </a:cubicBezTo>
                  <a:cubicBezTo>
                    <a:pt x="1050" y="3238"/>
                    <a:pt x="752" y="2416"/>
                    <a:pt x="484" y="1583"/>
                  </a:cubicBezTo>
                  <a:lnTo>
                    <a:pt x="484" y="1583"/>
                  </a:lnTo>
                  <a:cubicBezTo>
                    <a:pt x="815" y="1447"/>
                    <a:pt x="1147" y="1313"/>
                    <a:pt x="1478" y="1196"/>
                  </a:cubicBezTo>
                  <a:cubicBezTo>
                    <a:pt x="1873" y="1050"/>
                    <a:pt x="2268" y="926"/>
                    <a:pt x="2663" y="824"/>
                  </a:cubicBezTo>
                  <a:cubicBezTo>
                    <a:pt x="3058" y="722"/>
                    <a:pt x="3464" y="632"/>
                    <a:pt x="3871" y="576"/>
                  </a:cubicBezTo>
                  <a:cubicBezTo>
                    <a:pt x="4265" y="519"/>
                    <a:pt x="4672" y="485"/>
                    <a:pt x="5089" y="474"/>
                  </a:cubicBezTo>
                  <a:cubicBezTo>
                    <a:pt x="5163" y="472"/>
                    <a:pt x="5238" y="471"/>
                    <a:pt x="5312" y="471"/>
                  </a:cubicBezTo>
                  <a:cubicBezTo>
                    <a:pt x="6052" y="471"/>
                    <a:pt x="6798" y="573"/>
                    <a:pt x="7515" y="768"/>
                  </a:cubicBezTo>
                  <a:cubicBezTo>
                    <a:pt x="7899" y="869"/>
                    <a:pt x="8283" y="1005"/>
                    <a:pt x="8655" y="1174"/>
                  </a:cubicBezTo>
                  <a:cubicBezTo>
                    <a:pt x="9016" y="1343"/>
                    <a:pt x="9343" y="1569"/>
                    <a:pt x="9625" y="1851"/>
                  </a:cubicBezTo>
                  <a:cubicBezTo>
                    <a:pt x="10201" y="2438"/>
                    <a:pt x="10562" y="3182"/>
                    <a:pt x="10686" y="3995"/>
                  </a:cubicBezTo>
                  <a:cubicBezTo>
                    <a:pt x="10810" y="4807"/>
                    <a:pt x="10743" y="5642"/>
                    <a:pt x="10494" y="6432"/>
                  </a:cubicBezTo>
                  <a:cubicBezTo>
                    <a:pt x="10370" y="6827"/>
                    <a:pt x="10201" y="7211"/>
                    <a:pt x="9987" y="7561"/>
                  </a:cubicBezTo>
                  <a:cubicBezTo>
                    <a:pt x="9772" y="7922"/>
                    <a:pt x="9501" y="8238"/>
                    <a:pt x="9174" y="8497"/>
                  </a:cubicBezTo>
                  <a:cubicBezTo>
                    <a:pt x="8847" y="8768"/>
                    <a:pt x="8486" y="8982"/>
                    <a:pt x="8113" y="9152"/>
                  </a:cubicBezTo>
                  <a:cubicBezTo>
                    <a:pt x="7730" y="9321"/>
                    <a:pt x="7312" y="9434"/>
                    <a:pt x="6895" y="9479"/>
                  </a:cubicBezTo>
                  <a:cubicBezTo>
                    <a:pt x="7312" y="9445"/>
                    <a:pt x="7730" y="9344"/>
                    <a:pt x="8113" y="9174"/>
                  </a:cubicBezTo>
                  <a:cubicBezTo>
                    <a:pt x="8497" y="9005"/>
                    <a:pt x="8869" y="8802"/>
                    <a:pt x="9197" y="8542"/>
                  </a:cubicBezTo>
                  <a:cubicBezTo>
                    <a:pt x="9535" y="8283"/>
                    <a:pt x="9817" y="7956"/>
                    <a:pt x="10032" y="7595"/>
                  </a:cubicBezTo>
                  <a:cubicBezTo>
                    <a:pt x="10269" y="7245"/>
                    <a:pt x="10449" y="6861"/>
                    <a:pt x="10596" y="6466"/>
                  </a:cubicBezTo>
                  <a:cubicBezTo>
                    <a:pt x="10901" y="5665"/>
                    <a:pt x="11002" y="4807"/>
                    <a:pt x="10912" y="3961"/>
                  </a:cubicBezTo>
                  <a:cubicBezTo>
                    <a:pt x="10822" y="3092"/>
                    <a:pt x="10460" y="2268"/>
                    <a:pt x="9874" y="1614"/>
                  </a:cubicBezTo>
                  <a:cubicBezTo>
                    <a:pt x="9569" y="1287"/>
                    <a:pt x="9219" y="1016"/>
                    <a:pt x="8836" y="813"/>
                  </a:cubicBezTo>
                  <a:cubicBezTo>
                    <a:pt x="8441" y="621"/>
                    <a:pt x="8034" y="474"/>
                    <a:pt x="7617" y="361"/>
                  </a:cubicBezTo>
                  <a:cubicBezTo>
                    <a:pt x="6793" y="124"/>
                    <a:pt x="5936" y="0"/>
                    <a:pt x="507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125625" y="1065400"/>
              <a:ext cx="44600" cy="43475"/>
            </a:xfrm>
            <a:custGeom>
              <a:avLst/>
              <a:gdLst/>
              <a:ahLst/>
              <a:cxnLst/>
              <a:rect l="l" t="t" r="r" b="b"/>
              <a:pathLst>
                <a:path w="1784" h="1739" extrusionOk="0">
                  <a:moveTo>
                    <a:pt x="0" y="1"/>
                  </a:moveTo>
                  <a:lnTo>
                    <a:pt x="0" y="1"/>
                  </a:lnTo>
                  <a:cubicBezTo>
                    <a:pt x="57" y="125"/>
                    <a:pt x="136" y="238"/>
                    <a:pt x="215" y="351"/>
                  </a:cubicBezTo>
                  <a:cubicBezTo>
                    <a:pt x="294" y="452"/>
                    <a:pt x="372" y="565"/>
                    <a:pt x="451" y="678"/>
                  </a:cubicBezTo>
                  <a:cubicBezTo>
                    <a:pt x="542" y="791"/>
                    <a:pt x="632" y="904"/>
                    <a:pt x="734" y="1016"/>
                  </a:cubicBezTo>
                  <a:cubicBezTo>
                    <a:pt x="925" y="1231"/>
                    <a:pt x="1151" y="1423"/>
                    <a:pt x="1399" y="1569"/>
                  </a:cubicBezTo>
                  <a:cubicBezTo>
                    <a:pt x="1523" y="1637"/>
                    <a:pt x="1648" y="1694"/>
                    <a:pt x="1783" y="1739"/>
                  </a:cubicBezTo>
                  <a:cubicBezTo>
                    <a:pt x="1727" y="1615"/>
                    <a:pt x="1670" y="1490"/>
                    <a:pt x="1602" y="1366"/>
                  </a:cubicBezTo>
                  <a:cubicBezTo>
                    <a:pt x="1444" y="1129"/>
                    <a:pt x="1275" y="904"/>
                    <a:pt x="1083" y="689"/>
                  </a:cubicBezTo>
                  <a:cubicBezTo>
                    <a:pt x="858" y="464"/>
                    <a:pt x="609" y="227"/>
                    <a:pt x="384" y="136"/>
                  </a:cubicBezTo>
                  <a:cubicBezTo>
                    <a:pt x="260" y="80"/>
                    <a:pt x="136" y="35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147350" y="1058350"/>
              <a:ext cx="22300" cy="42075"/>
            </a:xfrm>
            <a:custGeom>
              <a:avLst/>
              <a:gdLst/>
              <a:ahLst/>
              <a:cxnLst/>
              <a:rect l="l" t="t" r="r" b="b"/>
              <a:pathLst>
                <a:path w="892" h="1683" extrusionOk="0">
                  <a:moveTo>
                    <a:pt x="0" y="1"/>
                  </a:moveTo>
                  <a:cubicBezTo>
                    <a:pt x="0" y="114"/>
                    <a:pt x="11" y="215"/>
                    <a:pt x="45" y="328"/>
                  </a:cubicBezTo>
                  <a:cubicBezTo>
                    <a:pt x="68" y="418"/>
                    <a:pt x="102" y="520"/>
                    <a:pt x="124" y="621"/>
                  </a:cubicBezTo>
                  <a:cubicBezTo>
                    <a:pt x="158" y="734"/>
                    <a:pt x="203" y="836"/>
                    <a:pt x="248" y="937"/>
                  </a:cubicBezTo>
                  <a:cubicBezTo>
                    <a:pt x="339" y="1141"/>
                    <a:pt x="474" y="1321"/>
                    <a:pt x="632" y="1490"/>
                  </a:cubicBezTo>
                  <a:cubicBezTo>
                    <a:pt x="700" y="1558"/>
                    <a:pt x="790" y="1626"/>
                    <a:pt x="880" y="1682"/>
                  </a:cubicBezTo>
                  <a:cubicBezTo>
                    <a:pt x="891" y="1569"/>
                    <a:pt x="891" y="1468"/>
                    <a:pt x="869" y="1355"/>
                  </a:cubicBezTo>
                  <a:cubicBezTo>
                    <a:pt x="835" y="1141"/>
                    <a:pt x="767" y="926"/>
                    <a:pt x="688" y="734"/>
                  </a:cubicBezTo>
                  <a:cubicBezTo>
                    <a:pt x="587" y="520"/>
                    <a:pt x="451" y="339"/>
                    <a:pt x="282" y="181"/>
                  </a:cubicBezTo>
                  <a:cubicBezTo>
                    <a:pt x="192" y="114"/>
                    <a:pt x="102" y="46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166525" y="1054125"/>
              <a:ext cx="12725" cy="46575"/>
            </a:xfrm>
            <a:custGeom>
              <a:avLst/>
              <a:gdLst/>
              <a:ahLst/>
              <a:cxnLst/>
              <a:rect l="l" t="t" r="r" b="b"/>
              <a:pathLst>
                <a:path w="509" h="1863" extrusionOk="0">
                  <a:moveTo>
                    <a:pt x="91" y="1"/>
                  </a:moveTo>
                  <a:cubicBezTo>
                    <a:pt x="45" y="102"/>
                    <a:pt x="23" y="204"/>
                    <a:pt x="23" y="317"/>
                  </a:cubicBezTo>
                  <a:cubicBezTo>
                    <a:pt x="12" y="407"/>
                    <a:pt x="0" y="520"/>
                    <a:pt x="0" y="621"/>
                  </a:cubicBezTo>
                  <a:cubicBezTo>
                    <a:pt x="0" y="734"/>
                    <a:pt x="0" y="836"/>
                    <a:pt x="12" y="948"/>
                  </a:cubicBezTo>
                  <a:cubicBezTo>
                    <a:pt x="34" y="1163"/>
                    <a:pt x="79" y="1377"/>
                    <a:pt x="170" y="1580"/>
                  </a:cubicBezTo>
                  <a:cubicBezTo>
                    <a:pt x="203" y="1682"/>
                    <a:pt x="260" y="1772"/>
                    <a:pt x="316" y="1862"/>
                  </a:cubicBezTo>
                  <a:cubicBezTo>
                    <a:pt x="373" y="1772"/>
                    <a:pt x="418" y="1671"/>
                    <a:pt x="440" y="1558"/>
                  </a:cubicBezTo>
                  <a:cubicBezTo>
                    <a:pt x="497" y="1343"/>
                    <a:pt x="508" y="1118"/>
                    <a:pt x="486" y="903"/>
                  </a:cubicBezTo>
                  <a:cubicBezTo>
                    <a:pt x="463" y="666"/>
                    <a:pt x="395" y="452"/>
                    <a:pt x="282" y="249"/>
                  </a:cubicBezTo>
                  <a:cubicBezTo>
                    <a:pt x="226" y="159"/>
                    <a:pt x="158" y="68"/>
                    <a:pt x="9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183175" y="1051600"/>
              <a:ext cx="70825" cy="55875"/>
            </a:xfrm>
            <a:custGeom>
              <a:avLst/>
              <a:gdLst/>
              <a:ahLst/>
              <a:cxnLst/>
              <a:rect l="l" t="t" r="r" b="b"/>
              <a:pathLst>
                <a:path w="2833" h="2235" extrusionOk="0">
                  <a:moveTo>
                    <a:pt x="2471" y="0"/>
                  </a:moveTo>
                  <a:cubicBezTo>
                    <a:pt x="2392" y="0"/>
                    <a:pt x="2302" y="11"/>
                    <a:pt x="2223" y="34"/>
                  </a:cubicBezTo>
                  <a:cubicBezTo>
                    <a:pt x="2133" y="56"/>
                    <a:pt x="2043" y="90"/>
                    <a:pt x="1941" y="124"/>
                  </a:cubicBezTo>
                  <a:cubicBezTo>
                    <a:pt x="1828" y="158"/>
                    <a:pt x="1727" y="203"/>
                    <a:pt x="1636" y="271"/>
                  </a:cubicBezTo>
                  <a:cubicBezTo>
                    <a:pt x="1535" y="327"/>
                    <a:pt x="1433" y="395"/>
                    <a:pt x="1343" y="463"/>
                  </a:cubicBezTo>
                  <a:lnTo>
                    <a:pt x="1072" y="700"/>
                  </a:lnTo>
                  <a:cubicBezTo>
                    <a:pt x="767" y="1004"/>
                    <a:pt x="508" y="1354"/>
                    <a:pt x="293" y="1726"/>
                  </a:cubicBezTo>
                  <a:lnTo>
                    <a:pt x="79" y="2099"/>
                  </a:lnTo>
                  <a:cubicBezTo>
                    <a:pt x="23" y="2178"/>
                    <a:pt x="0" y="2234"/>
                    <a:pt x="0" y="2234"/>
                  </a:cubicBezTo>
                  <a:cubicBezTo>
                    <a:pt x="181" y="2144"/>
                    <a:pt x="339" y="2042"/>
                    <a:pt x="497" y="1907"/>
                  </a:cubicBezTo>
                  <a:cubicBezTo>
                    <a:pt x="632" y="1794"/>
                    <a:pt x="779" y="1659"/>
                    <a:pt x="937" y="1512"/>
                  </a:cubicBezTo>
                  <a:lnTo>
                    <a:pt x="1162" y="1275"/>
                  </a:lnTo>
                  <a:cubicBezTo>
                    <a:pt x="1241" y="1196"/>
                    <a:pt x="1320" y="1117"/>
                    <a:pt x="1399" y="1049"/>
                  </a:cubicBezTo>
                  <a:cubicBezTo>
                    <a:pt x="1557" y="891"/>
                    <a:pt x="1715" y="756"/>
                    <a:pt x="1873" y="621"/>
                  </a:cubicBezTo>
                  <a:cubicBezTo>
                    <a:pt x="1952" y="553"/>
                    <a:pt x="2031" y="497"/>
                    <a:pt x="2110" y="440"/>
                  </a:cubicBezTo>
                  <a:cubicBezTo>
                    <a:pt x="2189" y="395"/>
                    <a:pt x="2257" y="339"/>
                    <a:pt x="2325" y="293"/>
                  </a:cubicBezTo>
                  <a:cubicBezTo>
                    <a:pt x="2392" y="248"/>
                    <a:pt x="2460" y="214"/>
                    <a:pt x="2528" y="181"/>
                  </a:cubicBezTo>
                  <a:lnTo>
                    <a:pt x="2686" y="90"/>
                  </a:lnTo>
                  <a:cubicBezTo>
                    <a:pt x="2776" y="34"/>
                    <a:pt x="2832" y="0"/>
                    <a:pt x="2832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215325" y="1069375"/>
              <a:ext cx="52500" cy="15725"/>
            </a:xfrm>
            <a:custGeom>
              <a:avLst/>
              <a:gdLst/>
              <a:ahLst/>
              <a:cxnLst/>
              <a:rect l="l" t="t" r="r" b="b"/>
              <a:pathLst>
                <a:path w="2100" h="629" extrusionOk="0">
                  <a:moveTo>
                    <a:pt x="1503" y="0"/>
                  </a:moveTo>
                  <a:cubicBezTo>
                    <a:pt x="1327" y="0"/>
                    <a:pt x="1152" y="18"/>
                    <a:pt x="982" y="56"/>
                  </a:cubicBezTo>
                  <a:cubicBezTo>
                    <a:pt x="847" y="90"/>
                    <a:pt x="711" y="135"/>
                    <a:pt x="587" y="203"/>
                  </a:cubicBezTo>
                  <a:cubicBezTo>
                    <a:pt x="463" y="237"/>
                    <a:pt x="362" y="293"/>
                    <a:pt x="271" y="372"/>
                  </a:cubicBezTo>
                  <a:cubicBezTo>
                    <a:pt x="170" y="440"/>
                    <a:pt x="79" y="530"/>
                    <a:pt x="0" y="621"/>
                  </a:cubicBezTo>
                  <a:cubicBezTo>
                    <a:pt x="63" y="626"/>
                    <a:pt x="125" y="629"/>
                    <a:pt x="187" y="629"/>
                  </a:cubicBezTo>
                  <a:cubicBezTo>
                    <a:pt x="249" y="629"/>
                    <a:pt x="311" y="626"/>
                    <a:pt x="373" y="621"/>
                  </a:cubicBezTo>
                  <a:cubicBezTo>
                    <a:pt x="474" y="609"/>
                    <a:pt x="587" y="598"/>
                    <a:pt x="711" y="587"/>
                  </a:cubicBezTo>
                  <a:cubicBezTo>
                    <a:pt x="836" y="587"/>
                    <a:pt x="948" y="553"/>
                    <a:pt x="1084" y="530"/>
                  </a:cubicBezTo>
                  <a:cubicBezTo>
                    <a:pt x="1332" y="474"/>
                    <a:pt x="1569" y="395"/>
                    <a:pt x="1795" y="282"/>
                  </a:cubicBezTo>
                  <a:cubicBezTo>
                    <a:pt x="1896" y="237"/>
                    <a:pt x="2009" y="169"/>
                    <a:pt x="2099" y="101"/>
                  </a:cubicBezTo>
                  <a:cubicBezTo>
                    <a:pt x="1987" y="56"/>
                    <a:pt x="1874" y="22"/>
                    <a:pt x="1750" y="11"/>
                  </a:cubicBezTo>
                  <a:cubicBezTo>
                    <a:pt x="1667" y="4"/>
                    <a:pt x="1585" y="0"/>
                    <a:pt x="150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179225" y="1118175"/>
              <a:ext cx="79850" cy="55025"/>
            </a:xfrm>
            <a:custGeom>
              <a:avLst/>
              <a:gdLst/>
              <a:ahLst/>
              <a:cxnLst/>
              <a:rect l="l" t="t" r="r" b="b"/>
              <a:pathLst>
                <a:path w="3194" h="2201" extrusionOk="0">
                  <a:moveTo>
                    <a:pt x="0" y="0"/>
                  </a:moveTo>
                  <a:cubicBezTo>
                    <a:pt x="0" y="0"/>
                    <a:pt x="57" y="34"/>
                    <a:pt x="147" y="90"/>
                  </a:cubicBezTo>
                  <a:cubicBezTo>
                    <a:pt x="203" y="124"/>
                    <a:pt x="271" y="147"/>
                    <a:pt x="327" y="192"/>
                  </a:cubicBezTo>
                  <a:cubicBezTo>
                    <a:pt x="384" y="237"/>
                    <a:pt x="451" y="293"/>
                    <a:pt x="519" y="339"/>
                  </a:cubicBezTo>
                  <a:cubicBezTo>
                    <a:pt x="655" y="429"/>
                    <a:pt x="813" y="587"/>
                    <a:pt x="993" y="711"/>
                  </a:cubicBezTo>
                  <a:cubicBezTo>
                    <a:pt x="1083" y="779"/>
                    <a:pt x="1162" y="846"/>
                    <a:pt x="1264" y="925"/>
                  </a:cubicBezTo>
                  <a:cubicBezTo>
                    <a:pt x="1354" y="1004"/>
                    <a:pt x="1444" y="1072"/>
                    <a:pt x="1546" y="1151"/>
                  </a:cubicBezTo>
                  <a:cubicBezTo>
                    <a:pt x="1896" y="1422"/>
                    <a:pt x="2257" y="1681"/>
                    <a:pt x="2641" y="1918"/>
                  </a:cubicBezTo>
                  <a:cubicBezTo>
                    <a:pt x="2821" y="2020"/>
                    <a:pt x="3002" y="2110"/>
                    <a:pt x="3194" y="2200"/>
                  </a:cubicBezTo>
                  <a:cubicBezTo>
                    <a:pt x="3081" y="2020"/>
                    <a:pt x="2957" y="1851"/>
                    <a:pt x="2821" y="1693"/>
                  </a:cubicBezTo>
                  <a:cubicBezTo>
                    <a:pt x="2686" y="1535"/>
                    <a:pt x="2539" y="1377"/>
                    <a:pt x="2381" y="1241"/>
                  </a:cubicBezTo>
                  <a:cubicBezTo>
                    <a:pt x="2212" y="1072"/>
                    <a:pt x="2020" y="914"/>
                    <a:pt x="1839" y="756"/>
                  </a:cubicBezTo>
                  <a:cubicBezTo>
                    <a:pt x="1636" y="609"/>
                    <a:pt x="1433" y="474"/>
                    <a:pt x="1230" y="350"/>
                  </a:cubicBezTo>
                  <a:cubicBezTo>
                    <a:pt x="1038" y="248"/>
                    <a:pt x="835" y="147"/>
                    <a:pt x="632" y="79"/>
                  </a:cubicBezTo>
                  <a:cubicBezTo>
                    <a:pt x="530" y="56"/>
                    <a:pt x="440" y="34"/>
                    <a:pt x="372" y="11"/>
                  </a:cubicBezTo>
                  <a:cubicBezTo>
                    <a:pt x="305" y="0"/>
                    <a:pt x="237" y="0"/>
                    <a:pt x="18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198675" y="1116475"/>
              <a:ext cx="34450" cy="14675"/>
            </a:xfrm>
            <a:custGeom>
              <a:avLst/>
              <a:gdLst/>
              <a:ahLst/>
              <a:cxnLst/>
              <a:rect l="l" t="t" r="r" b="b"/>
              <a:pathLst>
                <a:path w="1378" h="587" extrusionOk="0">
                  <a:moveTo>
                    <a:pt x="260" y="0"/>
                  </a:moveTo>
                  <a:cubicBezTo>
                    <a:pt x="181" y="12"/>
                    <a:pt x="91" y="23"/>
                    <a:pt x="1" y="57"/>
                  </a:cubicBezTo>
                  <a:cubicBezTo>
                    <a:pt x="46" y="136"/>
                    <a:pt x="102" y="203"/>
                    <a:pt x="170" y="260"/>
                  </a:cubicBezTo>
                  <a:cubicBezTo>
                    <a:pt x="294" y="384"/>
                    <a:pt x="441" y="474"/>
                    <a:pt x="599" y="531"/>
                  </a:cubicBezTo>
                  <a:cubicBezTo>
                    <a:pt x="714" y="569"/>
                    <a:pt x="835" y="587"/>
                    <a:pt x="954" y="587"/>
                  </a:cubicBezTo>
                  <a:cubicBezTo>
                    <a:pt x="1010" y="587"/>
                    <a:pt x="1064" y="583"/>
                    <a:pt x="1118" y="576"/>
                  </a:cubicBezTo>
                  <a:cubicBezTo>
                    <a:pt x="1208" y="576"/>
                    <a:pt x="1298" y="542"/>
                    <a:pt x="1377" y="508"/>
                  </a:cubicBezTo>
                  <a:cubicBezTo>
                    <a:pt x="1321" y="440"/>
                    <a:pt x="1265" y="373"/>
                    <a:pt x="1197" y="316"/>
                  </a:cubicBezTo>
                  <a:cubicBezTo>
                    <a:pt x="1061" y="215"/>
                    <a:pt x="926" y="136"/>
                    <a:pt x="768" y="79"/>
                  </a:cubicBezTo>
                  <a:cubicBezTo>
                    <a:pt x="599" y="23"/>
                    <a:pt x="430" y="0"/>
                    <a:pt x="26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362300" y="1126075"/>
              <a:ext cx="58700" cy="53050"/>
            </a:xfrm>
            <a:custGeom>
              <a:avLst/>
              <a:gdLst/>
              <a:ahLst/>
              <a:cxnLst/>
              <a:rect l="l" t="t" r="r" b="b"/>
              <a:pathLst>
                <a:path w="2348" h="2122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23" y="45"/>
                    <a:pt x="102" y="102"/>
                  </a:cubicBezTo>
                  <a:cubicBezTo>
                    <a:pt x="170" y="169"/>
                    <a:pt x="271" y="248"/>
                    <a:pt x="384" y="350"/>
                  </a:cubicBezTo>
                  <a:lnTo>
                    <a:pt x="1185" y="1049"/>
                  </a:lnTo>
                  <a:cubicBezTo>
                    <a:pt x="1321" y="1185"/>
                    <a:pt x="1468" y="1320"/>
                    <a:pt x="1603" y="1433"/>
                  </a:cubicBezTo>
                  <a:cubicBezTo>
                    <a:pt x="1738" y="1557"/>
                    <a:pt x="1851" y="1670"/>
                    <a:pt x="1975" y="1772"/>
                  </a:cubicBezTo>
                  <a:cubicBezTo>
                    <a:pt x="2099" y="1862"/>
                    <a:pt x="2167" y="1963"/>
                    <a:pt x="2235" y="2020"/>
                  </a:cubicBezTo>
                  <a:cubicBezTo>
                    <a:pt x="2303" y="2088"/>
                    <a:pt x="2348" y="2121"/>
                    <a:pt x="2348" y="2121"/>
                  </a:cubicBezTo>
                  <a:cubicBezTo>
                    <a:pt x="2348" y="2121"/>
                    <a:pt x="2336" y="2076"/>
                    <a:pt x="2325" y="1975"/>
                  </a:cubicBezTo>
                  <a:cubicBezTo>
                    <a:pt x="2291" y="1851"/>
                    <a:pt x="2257" y="1726"/>
                    <a:pt x="2201" y="1614"/>
                  </a:cubicBezTo>
                  <a:cubicBezTo>
                    <a:pt x="2122" y="1444"/>
                    <a:pt x="2032" y="1298"/>
                    <a:pt x="1919" y="1151"/>
                  </a:cubicBezTo>
                  <a:cubicBezTo>
                    <a:pt x="1851" y="1072"/>
                    <a:pt x="1795" y="993"/>
                    <a:pt x="1727" y="914"/>
                  </a:cubicBezTo>
                  <a:lnTo>
                    <a:pt x="1501" y="700"/>
                  </a:lnTo>
                  <a:cubicBezTo>
                    <a:pt x="1343" y="564"/>
                    <a:pt x="1174" y="440"/>
                    <a:pt x="1005" y="339"/>
                  </a:cubicBezTo>
                  <a:cubicBezTo>
                    <a:pt x="847" y="248"/>
                    <a:pt x="678" y="169"/>
                    <a:pt x="508" y="113"/>
                  </a:cubicBezTo>
                  <a:cubicBezTo>
                    <a:pt x="396" y="68"/>
                    <a:pt x="271" y="34"/>
                    <a:pt x="147" y="23"/>
                  </a:cubicBezTo>
                  <a:cubicBezTo>
                    <a:pt x="57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380650" y="1124925"/>
              <a:ext cx="41775" cy="30500"/>
            </a:xfrm>
            <a:custGeom>
              <a:avLst/>
              <a:gdLst/>
              <a:ahLst/>
              <a:cxnLst/>
              <a:rect l="l" t="t" r="r" b="b"/>
              <a:pathLst>
                <a:path w="1671" h="1220" extrusionOk="0">
                  <a:moveTo>
                    <a:pt x="0" y="1"/>
                  </a:moveTo>
                  <a:cubicBezTo>
                    <a:pt x="56" y="102"/>
                    <a:pt x="124" y="193"/>
                    <a:pt x="203" y="283"/>
                  </a:cubicBezTo>
                  <a:cubicBezTo>
                    <a:pt x="271" y="373"/>
                    <a:pt x="361" y="452"/>
                    <a:pt x="440" y="520"/>
                  </a:cubicBezTo>
                  <a:cubicBezTo>
                    <a:pt x="497" y="565"/>
                    <a:pt x="542" y="599"/>
                    <a:pt x="587" y="644"/>
                  </a:cubicBezTo>
                  <a:cubicBezTo>
                    <a:pt x="643" y="667"/>
                    <a:pt x="700" y="712"/>
                    <a:pt x="745" y="757"/>
                  </a:cubicBezTo>
                  <a:cubicBezTo>
                    <a:pt x="925" y="904"/>
                    <a:pt x="1117" y="1028"/>
                    <a:pt x="1332" y="1118"/>
                  </a:cubicBezTo>
                  <a:cubicBezTo>
                    <a:pt x="1433" y="1163"/>
                    <a:pt x="1546" y="1197"/>
                    <a:pt x="1670" y="1220"/>
                  </a:cubicBezTo>
                  <a:cubicBezTo>
                    <a:pt x="1625" y="1107"/>
                    <a:pt x="1580" y="1005"/>
                    <a:pt x="1512" y="915"/>
                  </a:cubicBezTo>
                  <a:cubicBezTo>
                    <a:pt x="1377" y="700"/>
                    <a:pt x="1196" y="509"/>
                    <a:pt x="1004" y="351"/>
                  </a:cubicBezTo>
                  <a:cubicBezTo>
                    <a:pt x="903" y="272"/>
                    <a:pt x="790" y="215"/>
                    <a:pt x="666" y="170"/>
                  </a:cubicBezTo>
                  <a:cubicBezTo>
                    <a:pt x="564" y="125"/>
                    <a:pt x="463" y="80"/>
                    <a:pt x="350" y="57"/>
                  </a:cubicBezTo>
                  <a:cubicBezTo>
                    <a:pt x="237" y="23"/>
                    <a:pt x="113" y="1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097675" y="1325800"/>
              <a:ext cx="37550" cy="69700"/>
            </a:xfrm>
            <a:custGeom>
              <a:avLst/>
              <a:gdLst/>
              <a:ahLst/>
              <a:cxnLst/>
              <a:rect l="l" t="t" r="r" b="b"/>
              <a:pathLst>
                <a:path w="1502" h="2788" extrusionOk="0">
                  <a:moveTo>
                    <a:pt x="1" y="0"/>
                  </a:moveTo>
                  <a:cubicBezTo>
                    <a:pt x="1" y="181"/>
                    <a:pt x="12" y="350"/>
                    <a:pt x="35" y="531"/>
                  </a:cubicBezTo>
                  <a:cubicBezTo>
                    <a:pt x="57" y="700"/>
                    <a:pt x="91" y="869"/>
                    <a:pt x="159" y="1038"/>
                  </a:cubicBezTo>
                  <a:cubicBezTo>
                    <a:pt x="215" y="1219"/>
                    <a:pt x="294" y="1411"/>
                    <a:pt x="373" y="1603"/>
                  </a:cubicBezTo>
                  <a:cubicBezTo>
                    <a:pt x="486" y="1783"/>
                    <a:pt x="599" y="1964"/>
                    <a:pt x="723" y="2122"/>
                  </a:cubicBezTo>
                  <a:cubicBezTo>
                    <a:pt x="768" y="2201"/>
                    <a:pt x="825" y="2268"/>
                    <a:pt x="904" y="2336"/>
                  </a:cubicBezTo>
                  <a:cubicBezTo>
                    <a:pt x="960" y="2392"/>
                    <a:pt x="1028" y="2449"/>
                    <a:pt x="1084" y="2494"/>
                  </a:cubicBezTo>
                  <a:cubicBezTo>
                    <a:pt x="1220" y="2607"/>
                    <a:pt x="1355" y="2708"/>
                    <a:pt x="1502" y="2787"/>
                  </a:cubicBezTo>
                  <a:cubicBezTo>
                    <a:pt x="1445" y="2629"/>
                    <a:pt x="1378" y="2471"/>
                    <a:pt x="1299" y="2313"/>
                  </a:cubicBezTo>
                  <a:cubicBezTo>
                    <a:pt x="1265" y="2246"/>
                    <a:pt x="1220" y="2178"/>
                    <a:pt x="1175" y="2099"/>
                  </a:cubicBezTo>
                  <a:cubicBezTo>
                    <a:pt x="1129" y="2020"/>
                    <a:pt x="1096" y="1941"/>
                    <a:pt x="1062" y="1862"/>
                  </a:cubicBezTo>
                  <a:cubicBezTo>
                    <a:pt x="983" y="1704"/>
                    <a:pt x="892" y="1546"/>
                    <a:pt x="802" y="1377"/>
                  </a:cubicBezTo>
                  <a:cubicBezTo>
                    <a:pt x="723" y="1196"/>
                    <a:pt x="633" y="1027"/>
                    <a:pt x="543" y="869"/>
                  </a:cubicBezTo>
                  <a:cubicBezTo>
                    <a:pt x="509" y="790"/>
                    <a:pt x="452" y="711"/>
                    <a:pt x="407" y="643"/>
                  </a:cubicBezTo>
                  <a:cubicBezTo>
                    <a:pt x="373" y="564"/>
                    <a:pt x="340" y="497"/>
                    <a:pt x="294" y="429"/>
                  </a:cubicBezTo>
                  <a:cubicBezTo>
                    <a:pt x="215" y="282"/>
                    <a:pt x="114" y="136"/>
                    <a:pt x="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080475" y="1330600"/>
              <a:ext cx="19500" cy="40350"/>
            </a:xfrm>
            <a:custGeom>
              <a:avLst/>
              <a:gdLst/>
              <a:ahLst/>
              <a:cxnLst/>
              <a:rect l="l" t="t" r="r" b="b"/>
              <a:pathLst>
                <a:path w="780" h="1614" extrusionOk="0">
                  <a:moveTo>
                    <a:pt x="46" y="0"/>
                  </a:moveTo>
                  <a:cubicBezTo>
                    <a:pt x="12" y="90"/>
                    <a:pt x="1" y="203"/>
                    <a:pt x="1" y="305"/>
                  </a:cubicBezTo>
                  <a:cubicBezTo>
                    <a:pt x="1" y="519"/>
                    <a:pt x="57" y="733"/>
                    <a:pt x="147" y="925"/>
                  </a:cubicBezTo>
                  <a:cubicBezTo>
                    <a:pt x="249" y="1117"/>
                    <a:pt x="373" y="1286"/>
                    <a:pt x="520" y="1433"/>
                  </a:cubicBezTo>
                  <a:cubicBezTo>
                    <a:pt x="587" y="1501"/>
                    <a:pt x="678" y="1569"/>
                    <a:pt x="768" y="1614"/>
                  </a:cubicBezTo>
                  <a:cubicBezTo>
                    <a:pt x="779" y="1512"/>
                    <a:pt x="779" y="1411"/>
                    <a:pt x="768" y="1309"/>
                  </a:cubicBezTo>
                  <a:cubicBezTo>
                    <a:pt x="734" y="1106"/>
                    <a:pt x="678" y="903"/>
                    <a:pt x="587" y="722"/>
                  </a:cubicBezTo>
                  <a:cubicBezTo>
                    <a:pt x="542" y="621"/>
                    <a:pt x="486" y="542"/>
                    <a:pt x="429" y="451"/>
                  </a:cubicBezTo>
                  <a:cubicBezTo>
                    <a:pt x="373" y="372"/>
                    <a:pt x="305" y="293"/>
                    <a:pt x="260" y="226"/>
                  </a:cubicBezTo>
                  <a:cubicBezTo>
                    <a:pt x="192" y="135"/>
                    <a:pt x="125" y="68"/>
                    <a:pt x="46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134925" y="1131975"/>
              <a:ext cx="30200" cy="53925"/>
            </a:xfrm>
            <a:custGeom>
              <a:avLst/>
              <a:gdLst/>
              <a:ahLst/>
              <a:cxnLst/>
              <a:rect l="l" t="t" r="r" b="b"/>
              <a:pathLst>
                <a:path w="1208" h="2157" extrusionOk="0">
                  <a:moveTo>
                    <a:pt x="1208" y="1"/>
                  </a:moveTo>
                  <a:cubicBezTo>
                    <a:pt x="1174" y="12"/>
                    <a:pt x="1140" y="24"/>
                    <a:pt x="1095" y="35"/>
                  </a:cubicBezTo>
                  <a:cubicBezTo>
                    <a:pt x="1005" y="69"/>
                    <a:pt x="903" y="114"/>
                    <a:pt x="813" y="182"/>
                  </a:cubicBezTo>
                  <a:cubicBezTo>
                    <a:pt x="700" y="261"/>
                    <a:pt x="587" y="351"/>
                    <a:pt x="497" y="475"/>
                  </a:cubicBezTo>
                  <a:cubicBezTo>
                    <a:pt x="395" y="599"/>
                    <a:pt x="305" y="734"/>
                    <a:pt x="237" y="881"/>
                  </a:cubicBezTo>
                  <a:cubicBezTo>
                    <a:pt x="113" y="1152"/>
                    <a:pt x="34" y="1445"/>
                    <a:pt x="12" y="1739"/>
                  </a:cubicBezTo>
                  <a:cubicBezTo>
                    <a:pt x="0" y="1874"/>
                    <a:pt x="0" y="2021"/>
                    <a:pt x="23" y="2156"/>
                  </a:cubicBezTo>
                  <a:cubicBezTo>
                    <a:pt x="113" y="2055"/>
                    <a:pt x="204" y="1942"/>
                    <a:pt x="271" y="1829"/>
                  </a:cubicBezTo>
                  <a:cubicBezTo>
                    <a:pt x="339" y="1727"/>
                    <a:pt x="407" y="1603"/>
                    <a:pt x="474" y="1479"/>
                  </a:cubicBezTo>
                  <a:cubicBezTo>
                    <a:pt x="542" y="1355"/>
                    <a:pt x="610" y="1220"/>
                    <a:pt x="666" y="1084"/>
                  </a:cubicBezTo>
                  <a:cubicBezTo>
                    <a:pt x="734" y="949"/>
                    <a:pt x="802" y="825"/>
                    <a:pt x="858" y="701"/>
                  </a:cubicBezTo>
                  <a:cubicBezTo>
                    <a:pt x="903" y="565"/>
                    <a:pt x="960" y="464"/>
                    <a:pt x="1016" y="362"/>
                  </a:cubicBezTo>
                  <a:cubicBezTo>
                    <a:pt x="1072" y="249"/>
                    <a:pt x="1129" y="170"/>
                    <a:pt x="1163" y="114"/>
                  </a:cubicBezTo>
                  <a:cubicBezTo>
                    <a:pt x="1197" y="46"/>
                    <a:pt x="1208" y="1"/>
                    <a:pt x="120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163425" y="1132275"/>
              <a:ext cx="13000" cy="52200"/>
            </a:xfrm>
            <a:custGeom>
              <a:avLst/>
              <a:gdLst/>
              <a:ahLst/>
              <a:cxnLst/>
              <a:rect l="l" t="t" r="r" b="b"/>
              <a:pathLst>
                <a:path w="520" h="2088" extrusionOk="0">
                  <a:moveTo>
                    <a:pt x="260" y="0"/>
                  </a:moveTo>
                  <a:cubicBezTo>
                    <a:pt x="192" y="102"/>
                    <a:pt x="136" y="203"/>
                    <a:pt x="102" y="316"/>
                  </a:cubicBezTo>
                  <a:cubicBezTo>
                    <a:pt x="23" y="553"/>
                    <a:pt x="0" y="813"/>
                    <a:pt x="23" y="1072"/>
                  </a:cubicBezTo>
                  <a:cubicBezTo>
                    <a:pt x="45" y="1309"/>
                    <a:pt x="90" y="1546"/>
                    <a:pt x="181" y="1772"/>
                  </a:cubicBezTo>
                  <a:cubicBezTo>
                    <a:pt x="226" y="1885"/>
                    <a:pt x="271" y="1998"/>
                    <a:pt x="339" y="2088"/>
                  </a:cubicBezTo>
                  <a:cubicBezTo>
                    <a:pt x="395" y="1986"/>
                    <a:pt x="429" y="1873"/>
                    <a:pt x="452" y="1761"/>
                  </a:cubicBezTo>
                  <a:cubicBezTo>
                    <a:pt x="508" y="1512"/>
                    <a:pt x="519" y="1275"/>
                    <a:pt x="497" y="1027"/>
                  </a:cubicBezTo>
                  <a:cubicBezTo>
                    <a:pt x="485" y="903"/>
                    <a:pt x="474" y="790"/>
                    <a:pt x="452" y="666"/>
                  </a:cubicBezTo>
                  <a:cubicBezTo>
                    <a:pt x="429" y="553"/>
                    <a:pt x="395" y="440"/>
                    <a:pt x="373" y="339"/>
                  </a:cubicBezTo>
                  <a:cubicBezTo>
                    <a:pt x="350" y="226"/>
                    <a:pt x="305" y="113"/>
                    <a:pt x="26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082725" y="1116750"/>
              <a:ext cx="73100" cy="62650"/>
            </a:xfrm>
            <a:custGeom>
              <a:avLst/>
              <a:gdLst/>
              <a:ahLst/>
              <a:cxnLst/>
              <a:rect l="l" t="t" r="r" b="b"/>
              <a:pathLst>
                <a:path w="2924" h="2506" extrusionOk="0">
                  <a:moveTo>
                    <a:pt x="2924" y="1"/>
                  </a:moveTo>
                  <a:cubicBezTo>
                    <a:pt x="2709" y="34"/>
                    <a:pt x="2506" y="91"/>
                    <a:pt x="2314" y="181"/>
                  </a:cubicBezTo>
                  <a:cubicBezTo>
                    <a:pt x="2122" y="260"/>
                    <a:pt x="1931" y="350"/>
                    <a:pt x="1739" y="463"/>
                  </a:cubicBezTo>
                  <a:cubicBezTo>
                    <a:pt x="1637" y="520"/>
                    <a:pt x="1536" y="587"/>
                    <a:pt x="1434" y="655"/>
                  </a:cubicBezTo>
                  <a:cubicBezTo>
                    <a:pt x="1332" y="723"/>
                    <a:pt x="1242" y="802"/>
                    <a:pt x="1141" y="870"/>
                  </a:cubicBezTo>
                  <a:cubicBezTo>
                    <a:pt x="1039" y="949"/>
                    <a:pt x="949" y="1039"/>
                    <a:pt x="859" y="1118"/>
                  </a:cubicBezTo>
                  <a:cubicBezTo>
                    <a:pt x="768" y="1208"/>
                    <a:pt x="678" y="1287"/>
                    <a:pt x="599" y="1377"/>
                  </a:cubicBezTo>
                  <a:cubicBezTo>
                    <a:pt x="531" y="1468"/>
                    <a:pt x="452" y="1569"/>
                    <a:pt x="385" y="1648"/>
                  </a:cubicBezTo>
                  <a:cubicBezTo>
                    <a:pt x="317" y="1738"/>
                    <a:pt x="260" y="1829"/>
                    <a:pt x="215" y="1919"/>
                  </a:cubicBezTo>
                  <a:cubicBezTo>
                    <a:pt x="136" y="2043"/>
                    <a:pt x="69" y="2190"/>
                    <a:pt x="35" y="2336"/>
                  </a:cubicBezTo>
                  <a:cubicBezTo>
                    <a:pt x="12" y="2449"/>
                    <a:pt x="1" y="2506"/>
                    <a:pt x="1" y="2506"/>
                  </a:cubicBezTo>
                  <a:cubicBezTo>
                    <a:pt x="1" y="2506"/>
                    <a:pt x="46" y="2472"/>
                    <a:pt x="125" y="2382"/>
                  </a:cubicBezTo>
                  <a:cubicBezTo>
                    <a:pt x="159" y="2348"/>
                    <a:pt x="204" y="2291"/>
                    <a:pt x="260" y="2235"/>
                  </a:cubicBezTo>
                  <a:cubicBezTo>
                    <a:pt x="306" y="2190"/>
                    <a:pt x="373" y="2133"/>
                    <a:pt x="441" y="2077"/>
                  </a:cubicBezTo>
                  <a:cubicBezTo>
                    <a:pt x="509" y="2021"/>
                    <a:pt x="565" y="1953"/>
                    <a:pt x="655" y="1896"/>
                  </a:cubicBezTo>
                  <a:cubicBezTo>
                    <a:pt x="734" y="1829"/>
                    <a:pt x="825" y="1761"/>
                    <a:pt x="892" y="1682"/>
                  </a:cubicBezTo>
                  <a:cubicBezTo>
                    <a:pt x="971" y="1614"/>
                    <a:pt x="1073" y="1547"/>
                    <a:pt x="1163" y="1468"/>
                  </a:cubicBezTo>
                  <a:cubicBezTo>
                    <a:pt x="1253" y="1400"/>
                    <a:pt x="1344" y="1321"/>
                    <a:pt x="1434" y="1253"/>
                  </a:cubicBezTo>
                  <a:cubicBezTo>
                    <a:pt x="1806" y="949"/>
                    <a:pt x="2179" y="655"/>
                    <a:pt x="2461" y="418"/>
                  </a:cubicBezTo>
                  <a:cubicBezTo>
                    <a:pt x="2596" y="294"/>
                    <a:pt x="2720" y="192"/>
                    <a:pt x="2799" y="125"/>
                  </a:cubicBezTo>
                  <a:cubicBezTo>
                    <a:pt x="2878" y="46"/>
                    <a:pt x="2924" y="1"/>
                    <a:pt x="2924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076250" y="1112050"/>
              <a:ext cx="88875" cy="24750"/>
            </a:xfrm>
            <a:custGeom>
              <a:avLst/>
              <a:gdLst/>
              <a:ahLst/>
              <a:cxnLst/>
              <a:rect l="l" t="t" r="r" b="b"/>
              <a:pathLst>
                <a:path w="3555" h="990" extrusionOk="0">
                  <a:moveTo>
                    <a:pt x="2615" y="1"/>
                  </a:moveTo>
                  <a:cubicBezTo>
                    <a:pt x="2529" y="1"/>
                    <a:pt x="2443" y="3"/>
                    <a:pt x="2359" y="8"/>
                  </a:cubicBezTo>
                  <a:cubicBezTo>
                    <a:pt x="2246" y="8"/>
                    <a:pt x="2133" y="19"/>
                    <a:pt x="2020" y="42"/>
                  </a:cubicBezTo>
                  <a:lnTo>
                    <a:pt x="1682" y="121"/>
                  </a:lnTo>
                  <a:cubicBezTo>
                    <a:pt x="1456" y="166"/>
                    <a:pt x="1230" y="234"/>
                    <a:pt x="1016" y="324"/>
                  </a:cubicBezTo>
                  <a:cubicBezTo>
                    <a:pt x="824" y="403"/>
                    <a:pt x="644" y="493"/>
                    <a:pt x="474" y="606"/>
                  </a:cubicBezTo>
                  <a:cubicBezTo>
                    <a:pt x="339" y="674"/>
                    <a:pt x="226" y="764"/>
                    <a:pt x="125" y="866"/>
                  </a:cubicBezTo>
                  <a:cubicBezTo>
                    <a:pt x="46" y="945"/>
                    <a:pt x="0" y="990"/>
                    <a:pt x="0" y="990"/>
                  </a:cubicBezTo>
                  <a:cubicBezTo>
                    <a:pt x="0" y="990"/>
                    <a:pt x="57" y="967"/>
                    <a:pt x="158" y="945"/>
                  </a:cubicBezTo>
                  <a:cubicBezTo>
                    <a:pt x="260" y="922"/>
                    <a:pt x="407" y="888"/>
                    <a:pt x="565" y="843"/>
                  </a:cubicBezTo>
                  <a:cubicBezTo>
                    <a:pt x="734" y="798"/>
                    <a:pt x="926" y="764"/>
                    <a:pt x="1129" y="719"/>
                  </a:cubicBezTo>
                  <a:cubicBezTo>
                    <a:pt x="1230" y="685"/>
                    <a:pt x="1343" y="674"/>
                    <a:pt x="1445" y="651"/>
                  </a:cubicBezTo>
                  <a:cubicBezTo>
                    <a:pt x="1558" y="617"/>
                    <a:pt x="1659" y="595"/>
                    <a:pt x="1772" y="572"/>
                  </a:cubicBezTo>
                  <a:lnTo>
                    <a:pt x="2991" y="301"/>
                  </a:lnTo>
                  <a:lnTo>
                    <a:pt x="3397" y="200"/>
                  </a:lnTo>
                  <a:cubicBezTo>
                    <a:pt x="3498" y="177"/>
                    <a:pt x="3555" y="155"/>
                    <a:pt x="3555" y="155"/>
                  </a:cubicBezTo>
                  <a:cubicBezTo>
                    <a:pt x="3555" y="155"/>
                    <a:pt x="3498" y="132"/>
                    <a:pt x="3397" y="110"/>
                  </a:cubicBezTo>
                  <a:cubicBezTo>
                    <a:pt x="3262" y="65"/>
                    <a:pt x="3115" y="31"/>
                    <a:pt x="2979" y="19"/>
                  </a:cubicBezTo>
                  <a:cubicBezTo>
                    <a:pt x="2860" y="6"/>
                    <a:pt x="2738" y="1"/>
                    <a:pt x="2615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020100" y="1262325"/>
              <a:ext cx="13000" cy="38100"/>
            </a:xfrm>
            <a:custGeom>
              <a:avLst/>
              <a:gdLst/>
              <a:ahLst/>
              <a:cxnLst/>
              <a:rect l="l" t="t" r="r" b="b"/>
              <a:pathLst>
                <a:path w="520" h="1524" extrusionOk="0">
                  <a:moveTo>
                    <a:pt x="430" y="0"/>
                  </a:moveTo>
                  <a:cubicBezTo>
                    <a:pt x="351" y="57"/>
                    <a:pt x="283" y="124"/>
                    <a:pt x="238" y="192"/>
                  </a:cubicBezTo>
                  <a:cubicBezTo>
                    <a:pt x="125" y="350"/>
                    <a:pt x="46" y="531"/>
                    <a:pt x="23" y="722"/>
                  </a:cubicBezTo>
                  <a:cubicBezTo>
                    <a:pt x="12" y="813"/>
                    <a:pt x="1" y="926"/>
                    <a:pt x="12" y="1027"/>
                  </a:cubicBezTo>
                  <a:cubicBezTo>
                    <a:pt x="12" y="1106"/>
                    <a:pt x="35" y="1196"/>
                    <a:pt x="69" y="1287"/>
                  </a:cubicBezTo>
                  <a:cubicBezTo>
                    <a:pt x="102" y="1366"/>
                    <a:pt x="148" y="1445"/>
                    <a:pt x="204" y="1524"/>
                  </a:cubicBezTo>
                  <a:cubicBezTo>
                    <a:pt x="260" y="1445"/>
                    <a:pt x="317" y="1366"/>
                    <a:pt x="351" y="1287"/>
                  </a:cubicBezTo>
                  <a:cubicBezTo>
                    <a:pt x="373" y="1208"/>
                    <a:pt x="418" y="1129"/>
                    <a:pt x="441" y="1050"/>
                  </a:cubicBezTo>
                  <a:cubicBezTo>
                    <a:pt x="463" y="959"/>
                    <a:pt x="486" y="880"/>
                    <a:pt x="497" y="790"/>
                  </a:cubicBezTo>
                  <a:cubicBezTo>
                    <a:pt x="520" y="621"/>
                    <a:pt x="520" y="440"/>
                    <a:pt x="497" y="271"/>
                  </a:cubicBezTo>
                  <a:cubicBezTo>
                    <a:pt x="486" y="181"/>
                    <a:pt x="463" y="91"/>
                    <a:pt x="43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264700" y="1260050"/>
              <a:ext cx="42625" cy="29475"/>
            </a:xfrm>
            <a:custGeom>
              <a:avLst/>
              <a:gdLst/>
              <a:ahLst/>
              <a:cxnLst/>
              <a:rect l="l" t="t" r="r" b="b"/>
              <a:pathLst>
                <a:path w="1705" h="117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14"/>
                    <a:pt x="68" y="227"/>
                    <a:pt x="124" y="328"/>
                  </a:cubicBezTo>
                  <a:cubicBezTo>
                    <a:pt x="181" y="430"/>
                    <a:pt x="248" y="531"/>
                    <a:pt x="350" y="610"/>
                  </a:cubicBezTo>
                  <a:cubicBezTo>
                    <a:pt x="440" y="701"/>
                    <a:pt x="553" y="791"/>
                    <a:pt x="666" y="870"/>
                  </a:cubicBezTo>
                  <a:cubicBezTo>
                    <a:pt x="869" y="1005"/>
                    <a:pt x="1106" y="1107"/>
                    <a:pt x="1354" y="1152"/>
                  </a:cubicBezTo>
                  <a:cubicBezTo>
                    <a:pt x="1437" y="1168"/>
                    <a:pt x="1526" y="1179"/>
                    <a:pt x="1611" y="1179"/>
                  </a:cubicBezTo>
                  <a:cubicBezTo>
                    <a:pt x="1643" y="1179"/>
                    <a:pt x="1674" y="1178"/>
                    <a:pt x="1704" y="1175"/>
                  </a:cubicBezTo>
                  <a:cubicBezTo>
                    <a:pt x="1636" y="1084"/>
                    <a:pt x="1569" y="994"/>
                    <a:pt x="1478" y="915"/>
                  </a:cubicBezTo>
                  <a:cubicBezTo>
                    <a:pt x="1309" y="746"/>
                    <a:pt x="1129" y="599"/>
                    <a:pt x="926" y="475"/>
                  </a:cubicBezTo>
                  <a:cubicBezTo>
                    <a:pt x="824" y="407"/>
                    <a:pt x="722" y="340"/>
                    <a:pt x="621" y="294"/>
                  </a:cubicBezTo>
                  <a:cubicBezTo>
                    <a:pt x="519" y="238"/>
                    <a:pt x="418" y="193"/>
                    <a:pt x="327" y="148"/>
                  </a:cubicBezTo>
                  <a:cubicBezTo>
                    <a:pt x="226" y="80"/>
                    <a:pt x="113" y="35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256225" y="1237200"/>
              <a:ext cx="32475" cy="25425"/>
            </a:xfrm>
            <a:custGeom>
              <a:avLst/>
              <a:gdLst/>
              <a:ahLst/>
              <a:cxnLst/>
              <a:rect l="l" t="t" r="r" b="b"/>
              <a:pathLst>
                <a:path w="1299" h="1017" extrusionOk="0">
                  <a:moveTo>
                    <a:pt x="1" y="1"/>
                  </a:moveTo>
                  <a:cubicBezTo>
                    <a:pt x="12" y="103"/>
                    <a:pt x="46" y="193"/>
                    <a:pt x="91" y="283"/>
                  </a:cubicBezTo>
                  <a:cubicBezTo>
                    <a:pt x="181" y="464"/>
                    <a:pt x="317" y="622"/>
                    <a:pt x="475" y="746"/>
                  </a:cubicBezTo>
                  <a:cubicBezTo>
                    <a:pt x="633" y="859"/>
                    <a:pt x="813" y="938"/>
                    <a:pt x="1005" y="983"/>
                  </a:cubicBezTo>
                  <a:cubicBezTo>
                    <a:pt x="1107" y="1017"/>
                    <a:pt x="1197" y="1017"/>
                    <a:pt x="1298" y="1017"/>
                  </a:cubicBezTo>
                  <a:cubicBezTo>
                    <a:pt x="1265" y="926"/>
                    <a:pt x="1219" y="836"/>
                    <a:pt x="1163" y="757"/>
                  </a:cubicBezTo>
                  <a:cubicBezTo>
                    <a:pt x="1050" y="599"/>
                    <a:pt x="915" y="464"/>
                    <a:pt x="757" y="362"/>
                  </a:cubicBezTo>
                  <a:cubicBezTo>
                    <a:pt x="689" y="306"/>
                    <a:pt x="610" y="249"/>
                    <a:pt x="520" y="204"/>
                  </a:cubicBezTo>
                  <a:cubicBezTo>
                    <a:pt x="441" y="170"/>
                    <a:pt x="362" y="136"/>
                    <a:pt x="283" y="91"/>
                  </a:cubicBezTo>
                  <a:cubicBezTo>
                    <a:pt x="193" y="46"/>
                    <a:pt x="102" y="24"/>
                    <a:pt x="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337200" y="1048775"/>
              <a:ext cx="38100" cy="19775"/>
            </a:xfrm>
            <a:custGeom>
              <a:avLst/>
              <a:gdLst/>
              <a:ahLst/>
              <a:cxnLst/>
              <a:rect l="l" t="t" r="r" b="b"/>
              <a:pathLst>
                <a:path w="1524" h="791" extrusionOk="0">
                  <a:moveTo>
                    <a:pt x="282" y="0"/>
                  </a:moveTo>
                  <a:cubicBezTo>
                    <a:pt x="192" y="11"/>
                    <a:pt x="91" y="34"/>
                    <a:pt x="0" y="68"/>
                  </a:cubicBezTo>
                  <a:cubicBezTo>
                    <a:pt x="57" y="147"/>
                    <a:pt x="136" y="215"/>
                    <a:pt x="215" y="271"/>
                  </a:cubicBezTo>
                  <a:lnTo>
                    <a:pt x="440" y="429"/>
                  </a:lnTo>
                  <a:cubicBezTo>
                    <a:pt x="519" y="485"/>
                    <a:pt x="598" y="531"/>
                    <a:pt x="689" y="576"/>
                  </a:cubicBezTo>
                  <a:cubicBezTo>
                    <a:pt x="858" y="655"/>
                    <a:pt x="1038" y="722"/>
                    <a:pt x="1219" y="756"/>
                  </a:cubicBezTo>
                  <a:cubicBezTo>
                    <a:pt x="1321" y="779"/>
                    <a:pt x="1422" y="790"/>
                    <a:pt x="1524" y="790"/>
                  </a:cubicBezTo>
                  <a:cubicBezTo>
                    <a:pt x="1490" y="700"/>
                    <a:pt x="1433" y="610"/>
                    <a:pt x="1377" y="531"/>
                  </a:cubicBezTo>
                  <a:cubicBezTo>
                    <a:pt x="1321" y="452"/>
                    <a:pt x="1253" y="373"/>
                    <a:pt x="1174" y="316"/>
                  </a:cubicBezTo>
                  <a:cubicBezTo>
                    <a:pt x="1084" y="248"/>
                    <a:pt x="993" y="192"/>
                    <a:pt x="892" y="136"/>
                  </a:cubicBezTo>
                  <a:cubicBezTo>
                    <a:pt x="711" y="45"/>
                    <a:pt x="497" y="0"/>
                    <a:pt x="282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62900" y="1548650"/>
              <a:ext cx="14675" cy="46850"/>
            </a:xfrm>
            <a:custGeom>
              <a:avLst/>
              <a:gdLst/>
              <a:ahLst/>
              <a:cxnLst/>
              <a:rect l="l" t="t" r="r" b="b"/>
              <a:pathLst>
                <a:path w="587" h="1874" extrusionOk="0">
                  <a:moveTo>
                    <a:pt x="294" y="1"/>
                  </a:moveTo>
                  <a:cubicBezTo>
                    <a:pt x="124" y="1"/>
                    <a:pt x="0" y="418"/>
                    <a:pt x="0" y="937"/>
                  </a:cubicBezTo>
                  <a:cubicBezTo>
                    <a:pt x="0" y="1456"/>
                    <a:pt x="124" y="1874"/>
                    <a:pt x="294" y="1874"/>
                  </a:cubicBezTo>
                  <a:cubicBezTo>
                    <a:pt x="463" y="1874"/>
                    <a:pt x="587" y="1456"/>
                    <a:pt x="587" y="937"/>
                  </a:cubicBezTo>
                  <a:cubicBezTo>
                    <a:pt x="587" y="418"/>
                    <a:pt x="452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3275" y="1494200"/>
              <a:ext cx="14975" cy="47150"/>
            </a:xfrm>
            <a:custGeom>
              <a:avLst/>
              <a:gdLst/>
              <a:ahLst/>
              <a:cxnLst/>
              <a:rect l="l" t="t" r="r" b="b"/>
              <a:pathLst>
                <a:path w="599" h="1886" extrusionOk="0">
                  <a:moveTo>
                    <a:pt x="294" y="1"/>
                  </a:moveTo>
                  <a:cubicBezTo>
                    <a:pt x="147" y="1"/>
                    <a:pt x="0" y="418"/>
                    <a:pt x="0" y="937"/>
                  </a:cubicBezTo>
                  <a:cubicBezTo>
                    <a:pt x="0" y="1456"/>
                    <a:pt x="136" y="1885"/>
                    <a:pt x="294" y="1885"/>
                  </a:cubicBezTo>
                  <a:cubicBezTo>
                    <a:pt x="463" y="1885"/>
                    <a:pt x="598" y="1456"/>
                    <a:pt x="598" y="937"/>
                  </a:cubicBezTo>
                  <a:cubicBezTo>
                    <a:pt x="598" y="418"/>
                    <a:pt x="452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21425" y="1566425"/>
              <a:ext cx="14975" cy="47150"/>
            </a:xfrm>
            <a:custGeom>
              <a:avLst/>
              <a:gdLst/>
              <a:ahLst/>
              <a:cxnLst/>
              <a:rect l="l" t="t" r="r" b="b"/>
              <a:pathLst>
                <a:path w="599" h="1886" extrusionOk="0">
                  <a:moveTo>
                    <a:pt x="294" y="1"/>
                  </a:moveTo>
                  <a:cubicBezTo>
                    <a:pt x="136" y="1"/>
                    <a:pt x="0" y="418"/>
                    <a:pt x="0" y="937"/>
                  </a:cubicBezTo>
                  <a:cubicBezTo>
                    <a:pt x="0" y="1456"/>
                    <a:pt x="136" y="1885"/>
                    <a:pt x="294" y="1885"/>
                  </a:cubicBezTo>
                  <a:cubicBezTo>
                    <a:pt x="463" y="1885"/>
                    <a:pt x="598" y="1456"/>
                    <a:pt x="598" y="937"/>
                  </a:cubicBezTo>
                  <a:cubicBezTo>
                    <a:pt x="598" y="418"/>
                    <a:pt x="463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694625" y="1518475"/>
              <a:ext cx="14700" cy="47125"/>
            </a:xfrm>
            <a:custGeom>
              <a:avLst/>
              <a:gdLst/>
              <a:ahLst/>
              <a:cxnLst/>
              <a:rect l="l" t="t" r="r" b="b"/>
              <a:pathLst>
                <a:path w="588" h="1885" extrusionOk="0">
                  <a:moveTo>
                    <a:pt x="294" y="0"/>
                  </a:moveTo>
                  <a:cubicBezTo>
                    <a:pt x="124" y="0"/>
                    <a:pt x="0" y="418"/>
                    <a:pt x="0" y="937"/>
                  </a:cubicBezTo>
                  <a:cubicBezTo>
                    <a:pt x="0" y="1456"/>
                    <a:pt x="136" y="1885"/>
                    <a:pt x="294" y="1885"/>
                  </a:cubicBezTo>
                  <a:cubicBezTo>
                    <a:pt x="452" y="1885"/>
                    <a:pt x="587" y="1456"/>
                    <a:pt x="587" y="937"/>
                  </a:cubicBezTo>
                  <a:cubicBezTo>
                    <a:pt x="587" y="418"/>
                    <a:pt x="463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681375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305" y="0"/>
                  </a:moveTo>
                  <a:cubicBezTo>
                    <a:pt x="135" y="0"/>
                    <a:pt x="0" y="429"/>
                    <a:pt x="0" y="948"/>
                  </a:cubicBezTo>
                  <a:cubicBezTo>
                    <a:pt x="0" y="1467"/>
                    <a:pt x="147" y="1885"/>
                    <a:pt x="305" y="1885"/>
                  </a:cubicBezTo>
                  <a:cubicBezTo>
                    <a:pt x="463" y="1885"/>
                    <a:pt x="598" y="1456"/>
                    <a:pt x="598" y="948"/>
                  </a:cubicBezTo>
                  <a:cubicBezTo>
                    <a:pt x="598" y="429"/>
                    <a:pt x="463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01950" y="1453025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294" y="0"/>
                  </a:moveTo>
                  <a:cubicBezTo>
                    <a:pt x="136" y="0"/>
                    <a:pt x="1" y="418"/>
                    <a:pt x="1" y="937"/>
                  </a:cubicBezTo>
                  <a:cubicBezTo>
                    <a:pt x="1" y="1456"/>
                    <a:pt x="136" y="1885"/>
                    <a:pt x="294" y="1885"/>
                  </a:cubicBezTo>
                  <a:cubicBezTo>
                    <a:pt x="452" y="1885"/>
                    <a:pt x="599" y="1456"/>
                    <a:pt x="599" y="937"/>
                  </a:cubicBezTo>
                  <a:cubicBezTo>
                    <a:pt x="599" y="418"/>
                    <a:pt x="463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826375" y="1566700"/>
              <a:ext cx="14975" cy="47150"/>
            </a:xfrm>
            <a:custGeom>
              <a:avLst/>
              <a:gdLst/>
              <a:ahLst/>
              <a:cxnLst/>
              <a:rect l="l" t="t" r="r" b="b"/>
              <a:pathLst>
                <a:path w="599" h="1886" extrusionOk="0">
                  <a:moveTo>
                    <a:pt x="305" y="1"/>
                  </a:moveTo>
                  <a:cubicBezTo>
                    <a:pt x="136" y="1"/>
                    <a:pt x="0" y="430"/>
                    <a:pt x="0" y="949"/>
                  </a:cubicBezTo>
                  <a:cubicBezTo>
                    <a:pt x="0" y="1468"/>
                    <a:pt x="136" y="1885"/>
                    <a:pt x="305" y="1885"/>
                  </a:cubicBezTo>
                  <a:cubicBezTo>
                    <a:pt x="463" y="1885"/>
                    <a:pt x="598" y="1468"/>
                    <a:pt x="598" y="949"/>
                  </a:cubicBezTo>
                  <a:cubicBezTo>
                    <a:pt x="598" y="430"/>
                    <a:pt x="463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96750" y="1512275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294" y="0"/>
                  </a:moveTo>
                  <a:cubicBezTo>
                    <a:pt x="136" y="0"/>
                    <a:pt x="0" y="429"/>
                    <a:pt x="0" y="948"/>
                  </a:cubicBezTo>
                  <a:cubicBezTo>
                    <a:pt x="0" y="1467"/>
                    <a:pt x="147" y="1884"/>
                    <a:pt x="294" y="1884"/>
                  </a:cubicBezTo>
                  <a:cubicBezTo>
                    <a:pt x="452" y="1884"/>
                    <a:pt x="598" y="1467"/>
                    <a:pt x="598" y="948"/>
                  </a:cubicBezTo>
                  <a:cubicBezTo>
                    <a:pt x="598" y="429"/>
                    <a:pt x="463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89400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294" y="0"/>
                  </a:moveTo>
                  <a:cubicBezTo>
                    <a:pt x="136" y="0"/>
                    <a:pt x="1" y="429"/>
                    <a:pt x="1" y="948"/>
                  </a:cubicBezTo>
                  <a:cubicBezTo>
                    <a:pt x="1" y="1467"/>
                    <a:pt x="136" y="1885"/>
                    <a:pt x="294" y="1885"/>
                  </a:cubicBezTo>
                  <a:cubicBezTo>
                    <a:pt x="464" y="1885"/>
                    <a:pt x="599" y="1467"/>
                    <a:pt x="599" y="948"/>
                  </a:cubicBezTo>
                  <a:cubicBezTo>
                    <a:pt x="599" y="429"/>
                    <a:pt x="464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94400" y="1182175"/>
              <a:ext cx="372975" cy="258900"/>
            </a:xfrm>
            <a:custGeom>
              <a:avLst/>
              <a:gdLst/>
              <a:ahLst/>
              <a:cxnLst/>
              <a:rect l="l" t="t" r="r" b="b"/>
              <a:pathLst>
                <a:path w="14919" h="10356" extrusionOk="0">
                  <a:moveTo>
                    <a:pt x="12546" y="0"/>
                  </a:moveTo>
                  <a:cubicBezTo>
                    <a:pt x="6445" y="0"/>
                    <a:pt x="1684" y="4184"/>
                    <a:pt x="0" y="10315"/>
                  </a:cubicBezTo>
                  <a:cubicBezTo>
                    <a:pt x="289" y="10342"/>
                    <a:pt x="587" y="10355"/>
                    <a:pt x="894" y="10355"/>
                  </a:cubicBezTo>
                  <a:cubicBezTo>
                    <a:pt x="6134" y="10355"/>
                    <a:pt x="13799" y="6483"/>
                    <a:pt x="14918" y="205"/>
                  </a:cubicBezTo>
                  <a:cubicBezTo>
                    <a:pt x="14109" y="67"/>
                    <a:pt x="13317" y="0"/>
                    <a:pt x="12546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07650" y="1139600"/>
              <a:ext cx="433075" cy="297375"/>
            </a:xfrm>
            <a:custGeom>
              <a:avLst/>
              <a:gdLst/>
              <a:ahLst/>
              <a:cxnLst/>
              <a:rect l="l" t="t" r="r" b="b"/>
              <a:pathLst>
                <a:path w="17323" h="11895" extrusionOk="0">
                  <a:moveTo>
                    <a:pt x="17322" y="1"/>
                  </a:moveTo>
                  <a:cubicBezTo>
                    <a:pt x="17322" y="1"/>
                    <a:pt x="16182" y="655"/>
                    <a:pt x="14501" y="1671"/>
                  </a:cubicBezTo>
                  <a:cubicBezTo>
                    <a:pt x="13734" y="2145"/>
                    <a:pt x="12831" y="2686"/>
                    <a:pt x="11883" y="3284"/>
                  </a:cubicBezTo>
                  <a:cubicBezTo>
                    <a:pt x="11477" y="3126"/>
                    <a:pt x="11059" y="2968"/>
                    <a:pt x="10631" y="2822"/>
                  </a:cubicBezTo>
                  <a:cubicBezTo>
                    <a:pt x="10394" y="2743"/>
                    <a:pt x="10157" y="2675"/>
                    <a:pt x="9908" y="2607"/>
                  </a:cubicBezTo>
                  <a:cubicBezTo>
                    <a:pt x="9660" y="2551"/>
                    <a:pt x="9412" y="2506"/>
                    <a:pt x="9164" y="2461"/>
                  </a:cubicBezTo>
                  <a:lnTo>
                    <a:pt x="9164" y="2461"/>
                  </a:lnTo>
                  <a:cubicBezTo>
                    <a:pt x="9401" y="2562"/>
                    <a:pt x="9638" y="2652"/>
                    <a:pt x="9874" y="2743"/>
                  </a:cubicBezTo>
                  <a:cubicBezTo>
                    <a:pt x="10111" y="2833"/>
                    <a:pt x="10326" y="2946"/>
                    <a:pt x="10563" y="3036"/>
                  </a:cubicBezTo>
                  <a:cubicBezTo>
                    <a:pt x="10901" y="3183"/>
                    <a:pt x="11251" y="3329"/>
                    <a:pt x="11601" y="3465"/>
                  </a:cubicBezTo>
                  <a:cubicBezTo>
                    <a:pt x="11003" y="3837"/>
                    <a:pt x="10382" y="4232"/>
                    <a:pt x="9762" y="4638"/>
                  </a:cubicBezTo>
                  <a:cubicBezTo>
                    <a:pt x="9750" y="4605"/>
                    <a:pt x="9717" y="4571"/>
                    <a:pt x="9683" y="4559"/>
                  </a:cubicBezTo>
                  <a:lnTo>
                    <a:pt x="8994" y="4356"/>
                  </a:lnTo>
                  <a:cubicBezTo>
                    <a:pt x="8757" y="4311"/>
                    <a:pt x="8532" y="4266"/>
                    <a:pt x="8295" y="4221"/>
                  </a:cubicBezTo>
                  <a:cubicBezTo>
                    <a:pt x="8069" y="4176"/>
                    <a:pt x="7832" y="4142"/>
                    <a:pt x="7606" y="4108"/>
                  </a:cubicBezTo>
                  <a:cubicBezTo>
                    <a:pt x="7369" y="4063"/>
                    <a:pt x="7144" y="4007"/>
                    <a:pt x="6907" y="3973"/>
                  </a:cubicBezTo>
                  <a:lnTo>
                    <a:pt x="6907" y="3973"/>
                  </a:lnTo>
                  <a:cubicBezTo>
                    <a:pt x="7121" y="4063"/>
                    <a:pt x="7347" y="4153"/>
                    <a:pt x="7573" y="4243"/>
                  </a:cubicBezTo>
                  <a:cubicBezTo>
                    <a:pt x="7787" y="4334"/>
                    <a:pt x="8024" y="4379"/>
                    <a:pt x="8250" y="4447"/>
                  </a:cubicBezTo>
                  <a:cubicBezTo>
                    <a:pt x="8475" y="4503"/>
                    <a:pt x="8701" y="4559"/>
                    <a:pt x="8927" y="4616"/>
                  </a:cubicBezTo>
                  <a:cubicBezTo>
                    <a:pt x="9118" y="4672"/>
                    <a:pt x="9299" y="4740"/>
                    <a:pt x="9480" y="4785"/>
                  </a:cubicBezTo>
                  <a:cubicBezTo>
                    <a:pt x="9480" y="4796"/>
                    <a:pt x="9480" y="4808"/>
                    <a:pt x="9480" y="4819"/>
                  </a:cubicBezTo>
                  <a:cubicBezTo>
                    <a:pt x="9118" y="5056"/>
                    <a:pt x="8757" y="5282"/>
                    <a:pt x="8385" y="5519"/>
                  </a:cubicBezTo>
                  <a:lnTo>
                    <a:pt x="7888" y="5857"/>
                  </a:lnTo>
                  <a:lnTo>
                    <a:pt x="7324" y="5688"/>
                  </a:lnTo>
                  <a:cubicBezTo>
                    <a:pt x="7065" y="5620"/>
                    <a:pt x="6805" y="5575"/>
                    <a:pt x="6546" y="5519"/>
                  </a:cubicBezTo>
                  <a:cubicBezTo>
                    <a:pt x="6027" y="5440"/>
                    <a:pt x="5508" y="5349"/>
                    <a:pt x="4977" y="5293"/>
                  </a:cubicBezTo>
                  <a:lnTo>
                    <a:pt x="4977" y="5293"/>
                  </a:lnTo>
                  <a:cubicBezTo>
                    <a:pt x="5225" y="5383"/>
                    <a:pt x="5485" y="5451"/>
                    <a:pt x="5733" y="5541"/>
                  </a:cubicBezTo>
                  <a:lnTo>
                    <a:pt x="6501" y="5744"/>
                  </a:lnTo>
                  <a:cubicBezTo>
                    <a:pt x="6749" y="5812"/>
                    <a:pt x="6997" y="5880"/>
                    <a:pt x="7257" y="5947"/>
                  </a:cubicBezTo>
                  <a:lnTo>
                    <a:pt x="7606" y="6060"/>
                  </a:lnTo>
                  <a:cubicBezTo>
                    <a:pt x="7324" y="6252"/>
                    <a:pt x="7042" y="6444"/>
                    <a:pt x="6771" y="6624"/>
                  </a:cubicBezTo>
                  <a:cubicBezTo>
                    <a:pt x="6467" y="6828"/>
                    <a:pt x="6173" y="7031"/>
                    <a:pt x="5891" y="7234"/>
                  </a:cubicBezTo>
                  <a:cubicBezTo>
                    <a:pt x="5790" y="7189"/>
                    <a:pt x="5688" y="7144"/>
                    <a:pt x="5586" y="7110"/>
                  </a:cubicBezTo>
                  <a:cubicBezTo>
                    <a:pt x="5372" y="7031"/>
                    <a:pt x="5158" y="6963"/>
                    <a:pt x="4932" y="6895"/>
                  </a:cubicBezTo>
                  <a:cubicBezTo>
                    <a:pt x="4718" y="6828"/>
                    <a:pt x="4481" y="6805"/>
                    <a:pt x="4255" y="6760"/>
                  </a:cubicBezTo>
                  <a:cubicBezTo>
                    <a:pt x="4029" y="6749"/>
                    <a:pt x="3804" y="6737"/>
                    <a:pt x="3567" y="6737"/>
                  </a:cubicBezTo>
                  <a:cubicBezTo>
                    <a:pt x="3792" y="6805"/>
                    <a:pt x="4018" y="6850"/>
                    <a:pt x="4232" y="6907"/>
                  </a:cubicBezTo>
                  <a:cubicBezTo>
                    <a:pt x="4447" y="6963"/>
                    <a:pt x="4650" y="7053"/>
                    <a:pt x="4864" y="7121"/>
                  </a:cubicBezTo>
                  <a:cubicBezTo>
                    <a:pt x="5079" y="7189"/>
                    <a:pt x="5282" y="7279"/>
                    <a:pt x="5485" y="7358"/>
                  </a:cubicBezTo>
                  <a:lnTo>
                    <a:pt x="5632" y="7414"/>
                  </a:lnTo>
                  <a:cubicBezTo>
                    <a:pt x="5485" y="7516"/>
                    <a:pt x="5350" y="7617"/>
                    <a:pt x="5214" y="7719"/>
                  </a:cubicBezTo>
                  <a:cubicBezTo>
                    <a:pt x="4774" y="8024"/>
                    <a:pt x="4379" y="8317"/>
                    <a:pt x="3984" y="8588"/>
                  </a:cubicBezTo>
                  <a:cubicBezTo>
                    <a:pt x="3984" y="8588"/>
                    <a:pt x="3984" y="8577"/>
                    <a:pt x="3995" y="8565"/>
                  </a:cubicBezTo>
                  <a:lnTo>
                    <a:pt x="3995" y="8554"/>
                  </a:lnTo>
                  <a:cubicBezTo>
                    <a:pt x="4007" y="8475"/>
                    <a:pt x="3950" y="8407"/>
                    <a:pt x="3871" y="8407"/>
                  </a:cubicBezTo>
                  <a:lnTo>
                    <a:pt x="3860" y="8407"/>
                  </a:lnTo>
                  <a:cubicBezTo>
                    <a:pt x="3499" y="8396"/>
                    <a:pt x="3149" y="8385"/>
                    <a:pt x="2788" y="8385"/>
                  </a:cubicBezTo>
                  <a:cubicBezTo>
                    <a:pt x="2427" y="8351"/>
                    <a:pt x="2077" y="8340"/>
                    <a:pt x="1705" y="8340"/>
                  </a:cubicBezTo>
                  <a:cubicBezTo>
                    <a:pt x="2055" y="8441"/>
                    <a:pt x="2416" y="8531"/>
                    <a:pt x="2765" y="8599"/>
                  </a:cubicBezTo>
                  <a:cubicBezTo>
                    <a:pt x="3070" y="8644"/>
                    <a:pt x="3386" y="8656"/>
                    <a:pt x="3691" y="8678"/>
                  </a:cubicBezTo>
                  <a:cubicBezTo>
                    <a:pt x="3679" y="8735"/>
                    <a:pt x="3668" y="8780"/>
                    <a:pt x="3657" y="8836"/>
                  </a:cubicBezTo>
                  <a:cubicBezTo>
                    <a:pt x="3251" y="9163"/>
                    <a:pt x="2856" y="9468"/>
                    <a:pt x="2495" y="9750"/>
                  </a:cubicBezTo>
                  <a:cubicBezTo>
                    <a:pt x="2111" y="10066"/>
                    <a:pt x="1750" y="10337"/>
                    <a:pt x="1456" y="10596"/>
                  </a:cubicBezTo>
                  <a:cubicBezTo>
                    <a:pt x="1163" y="10867"/>
                    <a:pt x="892" y="11104"/>
                    <a:pt x="678" y="11296"/>
                  </a:cubicBezTo>
                  <a:lnTo>
                    <a:pt x="1" y="11894"/>
                  </a:lnTo>
                  <a:lnTo>
                    <a:pt x="700" y="11330"/>
                  </a:lnTo>
                  <a:lnTo>
                    <a:pt x="1513" y="10687"/>
                  </a:lnTo>
                  <a:cubicBezTo>
                    <a:pt x="1818" y="10427"/>
                    <a:pt x="2190" y="10168"/>
                    <a:pt x="2585" y="9874"/>
                  </a:cubicBezTo>
                  <a:lnTo>
                    <a:pt x="3600" y="9118"/>
                  </a:lnTo>
                  <a:lnTo>
                    <a:pt x="3600" y="9118"/>
                  </a:lnTo>
                  <a:cubicBezTo>
                    <a:pt x="3510" y="9637"/>
                    <a:pt x="3442" y="10168"/>
                    <a:pt x="3409" y="10698"/>
                  </a:cubicBezTo>
                  <a:cubicBezTo>
                    <a:pt x="3623" y="10100"/>
                    <a:pt x="3792" y="9502"/>
                    <a:pt x="3916" y="8893"/>
                  </a:cubicBezTo>
                  <a:cubicBezTo>
                    <a:pt x="4368" y="8577"/>
                    <a:pt x="4842" y="8249"/>
                    <a:pt x="5327" y="7911"/>
                  </a:cubicBezTo>
                  <a:cubicBezTo>
                    <a:pt x="5508" y="7787"/>
                    <a:pt x="5688" y="7663"/>
                    <a:pt x="5869" y="7538"/>
                  </a:cubicBezTo>
                  <a:lnTo>
                    <a:pt x="5970" y="7584"/>
                  </a:lnTo>
                  <a:cubicBezTo>
                    <a:pt x="5756" y="8261"/>
                    <a:pt x="5586" y="8960"/>
                    <a:pt x="5451" y="9660"/>
                  </a:cubicBezTo>
                  <a:cubicBezTo>
                    <a:pt x="5767" y="8972"/>
                    <a:pt x="6038" y="8261"/>
                    <a:pt x="6264" y="7550"/>
                  </a:cubicBezTo>
                  <a:cubicBezTo>
                    <a:pt x="6275" y="7482"/>
                    <a:pt x="6252" y="7414"/>
                    <a:pt x="6196" y="7392"/>
                  </a:cubicBezTo>
                  <a:lnTo>
                    <a:pt x="6139" y="7358"/>
                  </a:lnTo>
                  <a:cubicBezTo>
                    <a:pt x="6388" y="7189"/>
                    <a:pt x="6636" y="7019"/>
                    <a:pt x="6895" y="6850"/>
                  </a:cubicBezTo>
                  <a:lnTo>
                    <a:pt x="7843" y="6207"/>
                  </a:lnTo>
                  <a:lnTo>
                    <a:pt x="7843" y="6207"/>
                  </a:lnTo>
                  <a:cubicBezTo>
                    <a:pt x="7809" y="6354"/>
                    <a:pt x="7776" y="6512"/>
                    <a:pt x="7730" y="6658"/>
                  </a:cubicBezTo>
                  <a:cubicBezTo>
                    <a:pt x="7674" y="6873"/>
                    <a:pt x="7618" y="7087"/>
                    <a:pt x="7573" y="7302"/>
                  </a:cubicBezTo>
                  <a:cubicBezTo>
                    <a:pt x="7527" y="7516"/>
                    <a:pt x="7494" y="7742"/>
                    <a:pt x="7471" y="7967"/>
                  </a:cubicBezTo>
                  <a:cubicBezTo>
                    <a:pt x="7471" y="8080"/>
                    <a:pt x="7471" y="8193"/>
                    <a:pt x="7460" y="8306"/>
                  </a:cubicBezTo>
                  <a:cubicBezTo>
                    <a:pt x="7448" y="8419"/>
                    <a:pt x="7482" y="8531"/>
                    <a:pt x="7494" y="8633"/>
                  </a:cubicBezTo>
                  <a:lnTo>
                    <a:pt x="7527" y="8306"/>
                  </a:lnTo>
                  <a:cubicBezTo>
                    <a:pt x="7550" y="8193"/>
                    <a:pt x="7561" y="8091"/>
                    <a:pt x="7584" y="7990"/>
                  </a:cubicBezTo>
                  <a:cubicBezTo>
                    <a:pt x="7618" y="7888"/>
                    <a:pt x="7640" y="7775"/>
                    <a:pt x="7674" y="7674"/>
                  </a:cubicBezTo>
                  <a:lnTo>
                    <a:pt x="7764" y="7358"/>
                  </a:lnTo>
                  <a:cubicBezTo>
                    <a:pt x="7843" y="7155"/>
                    <a:pt x="7911" y="6940"/>
                    <a:pt x="7979" y="6726"/>
                  </a:cubicBezTo>
                  <a:cubicBezTo>
                    <a:pt x="8046" y="6523"/>
                    <a:pt x="8103" y="6308"/>
                    <a:pt x="8159" y="6083"/>
                  </a:cubicBezTo>
                  <a:cubicBezTo>
                    <a:pt x="8159" y="6060"/>
                    <a:pt x="8159" y="6026"/>
                    <a:pt x="8148" y="6004"/>
                  </a:cubicBezTo>
                  <a:lnTo>
                    <a:pt x="8532" y="5756"/>
                  </a:lnTo>
                  <a:lnTo>
                    <a:pt x="9423" y="5169"/>
                  </a:lnTo>
                  <a:lnTo>
                    <a:pt x="9423" y="5169"/>
                  </a:lnTo>
                  <a:cubicBezTo>
                    <a:pt x="9333" y="5846"/>
                    <a:pt x="9254" y="6534"/>
                    <a:pt x="9231" y="7234"/>
                  </a:cubicBezTo>
                  <a:cubicBezTo>
                    <a:pt x="9434" y="6489"/>
                    <a:pt x="9592" y="5733"/>
                    <a:pt x="9717" y="4977"/>
                  </a:cubicBezTo>
                  <a:cubicBezTo>
                    <a:pt x="10405" y="4514"/>
                    <a:pt x="11093" y="4063"/>
                    <a:pt x="11759" y="3645"/>
                  </a:cubicBezTo>
                  <a:lnTo>
                    <a:pt x="11782" y="3623"/>
                  </a:lnTo>
                  <a:lnTo>
                    <a:pt x="11782" y="3623"/>
                  </a:lnTo>
                  <a:cubicBezTo>
                    <a:pt x="11646" y="3950"/>
                    <a:pt x="11511" y="4289"/>
                    <a:pt x="11398" y="4605"/>
                  </a:cubicBezTo>
                  <a:cubicBezTo>
                    <a:pt x="11274" y="5022"/>
                    <a:pt x="11161" y="5440"/>
                    <a:pt x="11071" y="5857"/>
                  </a:cubicBezTo>
                  <a:cubicBezTo>
                    <a:pt x="11262" y="5473"/>
                    <a:pt x="11432" y="5079"/>
                    <a:pt x="11590" y="4684"/>
                  </a:cubicBezTo>
                  <a:cubicBezTo>
                    <a:pt x="11782" y="4300"/>
                    <a:pt x="11951" y="3916"/>
                    <a:pt x="12109" y="3521"/>
                  </a:cubicBezTo>
                  <a:cubicBezTo>
                    <a:pt x="12131" y="3487"/>
                    <a:pt x="12131" y="3442"/>
                    <a:pt x="12109" y="3408"/>
                  </a:cubicBezTo>
                  <a:cubicBezTo>
                    <a:pt x="13012" y="2833"/>
                    <a:pt x="13847" y="2280"/>
                    <a:pt x="14580" y="1806"/>
                  </a:cubicBezTo>
                  <a:cubicBezTo>
                    <a:pt x="16227" y="734"/>
                    <a:pt x="17322" y="1"/>
                    <a:pt x="17322" y="1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5916600" y="2764800"/>
              <a:ext cx="106950" cy="184250"/>
            </a:xfrm>
            <a:custGeom>
              <a:avLst/>
              <a:gdLst/>
              <a:ahLst/>
              <a:cxnLst/>
              <a:rect l="l" t="t" r="r" b="b"/>
              <a:pathLst>
                <a:path w="4278" h="7370" extrusionOk="0">
                  <a:moveTo>
                    <a:pt x="2878" y="1"/>
                  </a:moveTo>
                  <a:cubicBezTo>
                    <a:pt x="2980" y="46"/>
                    <a:pt x="1919" y="4684"/>
                    <a:pt x="1" y="6026"/>
                  </a:cubicBezTo>
                  <a:lnTo>
                    <a:pt x="1" y="7369"/>
                  </a:lnTo>
                  <a:cubicBezTo>
                    <a:pt x="1" y="7268"/>
                    <a:pt x="2280" y="6489"/>
                    <a:pt x="4278" y="689"/>
                  </a:cubicBezTo>
                  <a:cubicBezTo>
                    <a:pt x="3995" y="407"/>
                    <a:pt x="3273" y="147"/>
                    <a:pt x="2878" y="1"/>
                  </a:cubicBezTo>
                  <a:close/>
                </a:path>
              </a:pathLst>
            </a:custGeom>
            <a:solidFill>
              <a:srgbClr val="E5E2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5367625" y="2818200"/>
              <a:ext cx="662125" cy="636425"/>
            </a:xfrm>
            <a:custGeom>
              <a:avLst/>
              <a:gdLst/>
              <a:ahLst/>
              <a:cxnLst/>
              <a:rect l="l" t="t" r="r" b="b"/>
              <a:pathLst>
                <a:path w="26485" h="25457" extrusionOk="0">
                  <a:moveTo>
                    <a:pt x="12850" y="0"/>
                  </a:moveTo>
                  <a:cubicBezTo>
                    <a:pt x="12255" y="0"/>
                    <a:pt x="11677" y="43"/>
                    <a:pt x="11138" y="133"/>
                  </a:cubicBezTo>
                  <a:cubicBezTo>
                    <a:pt x="7855" y="674"/>
                    <a:pt x="5395" y="3044"/>
                    <a:pt x="3273" y="5436"/>
                  </a:cubicBezTo>
                  <a:cubicBezTo>
                    <a:pt x="2009" y="6858"/>
                    <a:pt x="1140" y="8562"/>
                    <a:pt x="576" y="10379"/>
                  </a:cubicBezTo>
                  <a:cubicBezTo>
                    <a:pt x="226" y="11507"/>
                    <a:pt x="181" y="12726"/>
                    <a:pt x="136" y="13899"/>
                  </a:cubicBezTo>
                  <a:cubicBezTo>
                    <a:pt x="1" y="17319"/>
                    <a:pt x="1174" y="20828"/>
                    <a:pt x="3894" y="23017"/>
                  </a:cubicBezTo>
                  <a:cubicBezTo>
                    <a:pt x="5831" y="24580"/>
                    <a:pt x="8617" y="25456"/>
                    <a:pt x="11120" y="25456"/>
                  </a:cubicBezTo>
                  <a:cubicBezTo>
                    <a:pt x="11183" y="25456"/>
                    <a:pt x="11245" y="25456"/>
                    <a:pt x="11308" y="25454"/>
                  </a:cubicBezTo>
                  <a:cubicBezTo>
                    <a:pt x="11781" y="25443"/>
                    <a:pt x="12255" y="25387"/>
                    <a:pt x="12718" y="25285"/>
                  </a:cubicBezTo>
                  <a:cubicBezTo>
                    <a:pt x="14275" y="24947"/>
                    <a:pt x="15460" y="24856"/>
                    <a:pt x="16916" y="24236"/>
                  </a:cubicBezTo>
                  <a:cubicBezTo>
                    <a:pt x="17977" y="23773"/>
                    <a:pt x="19263" y="23152"/>
                    <a:pt x="20042" y="22543"/>
                  </a:cubicBezTo>
                  <a:cubicBezTo>
                    <a:pt x="22953" y="20298"/>
                    <a:pt x="24815" y="18447"/>
                    <a:pt x="25559" y="15412"/>
                  </a:cubicBezTo>
                  <a:cubicBezTo>
                    <a:pt x="26485" y="11654"/>
                    <a:pt x="25221" y="7388"/>
                    <a:pt x="22784" y="4443"/>
                  </a:cubicBezTo>
                  <a:cubicBezTo>
                    <a:pt x="21599" y="3022"/>
                    <a:pt x="20143" y="2198"/>
                    <a:pt x="18541" y="1329"/>
                  </a:cubicBezTo>
                  <a:cubicBezTo>
                    <a:pt x="16965" y="472"/>
                    <a:pt x="14812" y="0"/>
                    <a:pt x="12850" y="0"/>
                  </a:cubicBezTo>
                  <a:close/>
                </a:path>
              </a:pathLst>
            </a:custGeom>
            <a:solidFill>
              <a:srgbClr val="A13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5444375" y="3277100"/>
              <a:ext cx="13550" cy="20350"/>
            </a:xfrm>
            <a:custGeom>
              <a:avLst/>
              <a:gdLst/>
              <a:ahLst/>
              <a:cxnLst/>
              <a:rect l="l" t="t" r="r" b="b"/>
              <a:pathLst>
                <a:path w="542" h="814" extrusionOk="0">
                  <a:moveTo>
                    <a:pt x="147" y="1"/>
                  </a:moveTo>
                  <a:cubicBezTo>
                    <a:pt x="102" y="57"/>
                    <a:pt x="68" y="114"/>
                    <a:pt x="45" y="170"/>
                  </a:cubicBezTo>
                  <a:cubicBezTo>
                    <a:pt x="11" y="272"/>
                    <a:pt x="0" y="384"/>
                    <a:pt x="34" y="486"/>
                  </a:cubicBezTo>
                  <a:cubicBezTo>
                    <a:pt x="79" y="599"/>
                    <a:pt x="158" y="689"/>
                    <a:pt x="271" y="757"/>
                  </a:cubicBezTo>
                  <a:cubicBezTo>
                    <a:pt x="327" y="791"/>
                    <a:pt x="384" y="813"/>
                    <a:pt x="451" y="813"/>
                  </a:cubicBezTo>
                  <a:cubicBezTo>
                    <a:pt x="474" y="757"/>
                    <a:pt x="497" y="700"/>
                    <a:pt x="519" y="633"/>
                  </a:cubicBezTo>
                  <a:cubicBezTo>
                    <a:pt x="542" y="542"/>
                    <a:pt x="530" y="441"/>
                    <a:pt x="497" y="362"/>
                  </a:cubicBezTo>
                  <a:cubicBezTo>
                    <a:pt x="463" y="260"/>
                    <a:pt x="395" y="170"/>
                    <a:pt x="316" y="102"/>
                  </a:cubicBezTo>
                  <a:cubicBezTo>
                    <a:pt x="260" y="57"/>
                    <a:pt x="203" y="23"/>
                    <a:pt x="147" y="1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5423775" y="3246625"/>
              <a:ext cx="12425" cy="23175"/>
            </a:xfrm>
            <a:custGeom>
              <a:avLst/>
              <a:gdLst/>
              <a:ahLst/>
              <a:cxnLst/>
              <a:rect l="l" t="t" r="r" b="b"/>
              <a:pathLst>
                <a:path w="497" h="927" extrusionOk="0">
                  <a:moveTo>
                    <a:pt x="305" y="1"/>
                  </a:moveTo>
                  <a:cubicBezTo>
                    <a:pt x="249" y="35"/>
                    <a:pt x="192" y="80"/>
                    <a:pt x="147" y="125"/>
                  </a:cubicBezTo>
                  <a:cubicBezTo>
                    <a:pt x="68" y="215"/>
                    <a:pt x="23" y="317"/>
                    <a:pt x="12" y="430"/>
                  </a:cubicBezTo>
                  <a:cubicBezTo>
                    <a:pt x="0" y="543"/>
                    <a:pt x="12" y="655"/>
                    <a:pt x="68" y="757"/>
                  </a:cubicBezTo>
                  <a:cubicBezTo>
                    <a:pt x="79" y="802"/>
                    <a:pt x="102" y="836"/>
                    <a:pt x="136" y="870"/>
                  </a:cubicBezTo>
                  <a:cubicBezTo>
                    <a:pt x="136" y="881"/>
                    <a:pt x="158" y="881"/>
                    <a:pt x="158" y="904"/>
                  </a:cubicBezTo>
                  <a:cubicBezTo>
                    <a:pt x="158" y="904"/>
                    <a:pt x="158" y="915"/>
                    <a:pt x="158" y="915"/>
                  </a:cubicBezTo>
                  <a:lnTo>
                    <a:pt x="181" y="926"/>
                  </a:lnTo>
                  <a:cubicBezTo>
                    <a:pt x="181" y="926"/>
                    <a:pt x="215" y="915"/>
                    <a:pt x="226" y="904"/>
                  </a:cubicBezTo>
                  <a:cubicBezTo>
                    <a:pt x="271" y="870"/>
                    <a:pt x="305" y="847"/>
                    <a:pt x="339" y="802"/>
                  </a:cubicBezTo>
                  <a:cubicBezTo>
                    <a:pt x="418" y="723"/>
                    <a:pt x="463" y="610"/>
                    <a:pt x="486" y="497"/>
                  </a:cubicBezTo>
                  <a:cubicBezTo>
                    <a:pt x="497" y="385"/>
                    <a:pt x="474" y="272"/>
                    <a:pt x="418" y="170"/>
                  </a:cubicBezTo>
                  <a:cubicBezTo>
                    <a:pt x="395" y="103"/>
                    <a:pt x="350" y="57"/>
                    <a:pt x="305" y="1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5934675" y="3001500"/>
              <a:ext cx="11850" cy="22875"/>
            </a:xfrm>
            <a:custGeom>
              <a:avLst/>
              <a:gdLst/>
              <a:ahLst/>
              <a:cxnLst/>
              <a:rect l="l" t="t" r="r" b="b"/>
              <a:pathLst>
                <a:path w="474" h="915" extrusionOk="0">
                  <a:moveTo>
                    <a:pt x="158" y="0"/>
                  </a:moveTo>
                  <a:cubicBezTo>
                    <a:pt x="113" y="45"/>
                    <a:pt x="79" y="102"/>
                    <a:pt x="45" y="158"/>
                  </a:cubicBezTo>
                  <a:cubicBezTo>
                    <a:pt x="23" y="203"/>
                    <a:pt x="11" y="260"/>
                    <a:pt x="0" y="316"/>
                  </a:cubicBezTo>
                  <a:cubicBezTo>
                    <a:pt x="0" y="372"/>
                    <a:pt x="0" y="429"/>
                    <a:pt x="0" y="485"/>
                  </a:cubicBezTo>
                  <a:cubicBezTo>
                    <a:pt x="11" y="587"/>
                    <a:pt x="56" y="688"/>
                    <a:pt x="124" y="767"/>
                  </a:cubicBezTo>
                  <a:cubicBezTo>
                    <a:pt x="158" y="824"/>
                    <a:pt x="203" y="869"/>
                    <a:pt x="260" y="914"/>
                  </a:cubicBezTo>
                  <a:cubicBezTo>
                    <a:pt x="316" y="869"/>
                    <a:pt x="361" y="813"/>
                    <a:pt x="395" y="756"/>
                  </a:cubicBezTo>
                  <a:cubicBezTo>
                    <a:pt x="451" y="655"/>
                    <a:pt x="474" y="530"/>
                    <a:pt x="474" y="406"/>
                  </a:cubicBezTo>
                  <a:cubicBezTo>
                    <a:pt x="451" y="293"/>
                    <a:pt x="395" y="192"/>
                    <a:pt x="316" y="113"/>
                  </a:cubicBezTo>
                  <a:cubicBezTo>
                    <a:pt x="271" y="68"/>
                    <a:pt x="214" y="23"/>
                    <a:pt x="158" y="0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951300" y="3026875"/>
              <a:ext cx="12150" cy="26550"/>
            </a:xfrm>
            <a:custGeom>
              <a:avLst/>
              <a:gdLst/>
              <a:ahLst/>
              <a:cxnLst/>
              <a:rect l="l" t="t" r="r" b="b"/>
              <a:pathLst>
                <a:path w="486" h="1062" extrusionOk="0">
                  <a:moveTo>
                    <a:pt x="204" y="1"/>
                  </a:moveTo>
                  <a:cubicBezTo>
                    <a:pt x="159" y="46"/>
                    <a:pt x="114" y="113"/>
                    <a:pt x="91" y="181"/>
                  </a:cubicBezTo>
                  <a:cubicBezTo>
                    <a:pt x="57" y="226"/>
                    <a:pt x="35" y="294"/>
                    <a:pt x="23" y="350"/>
                  </a:cubicBezTo>
                  <a:cubicBezTo>
                    <a:pt x="12" y="418"/>
                    <a:pt x="12" y="486"/>
                    <a:pt x="12" y="554"/>
                  </a:cubicBezTo>
                  <a:cubicBezTo>
                    <a:pt x="1" y="666"/>
                    <a:pt x="35" y="779"/>
                    <a:pt x="91" y="892"/>
                  </a:cubicBezTo>
                  <a:cubicBezTo>
                    <a:pt x="125" y="949"/>
                    <a:pt x="159" y="1016"/>
                    <a:pt x="215" y="1061"/>
                  </a:cubicBezTo>
                  <a:cubicBezTo>
                    <a:pt x="272" y="1027"/>
                    <a:pt x="328" y="971"/>
                    <a:pt x="362" y="915"/>
                  </a:cubicBezTo>
                  <a:cubicBezTo>
                    <a:pt x="441" y="791"/>
                    <a:pt x="486" y="655"/>
                    <a:pt x="486" y="508"/>
                  </a:cubicBezTo>
                  <a:cubicBezTo>
                    <a:pt x="475" y="305"/>
                    <a:pt x="373" y="125"/>
                    <a:pt x="204" y="1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5513750" y="3334375"/>
              <a:ext cx="15825" cy="13550"/>
            </a:xfrm>
            <a:custGeom>
              <a:avLst/>
              <a:gdLst/>
              <a:ahLst/>
              <a:cxnLst/>
              <a:rect l="l" t="t" r="r" b="b"/>
              <a:pathLst>
                <a:path w="633" h="542" extrusionOk="0">
                  <a:moveTo>
                    <a:pt x="362" y="0"/>
                  </a:moveTo>
                  <a:cubicBezTo>
                    <a:pt x="125" y="0"/>
                    <a:pt x="1" y="294"/>
                    <a:pt x="170" y="463"/>
                  </a:cubicBezTo>
                  <a:cubicBezTo>
                    <a:pt x="224" y="517"/>
                    <a:pt x="291" y="541"/>
                    <a:pt x="357" y="541"/>
                  </a:cubicBezTo>
                  <a:cubicBezTo>
                    <a:pt x="497" y="541"/>
                    <a:pt x="633" y="432"/>
                    <a:pt x="633" y="271"/>
                  </a:cubicBezTo>
                  <a:cubicBezTo>
                    <a:pt x="633" y="124"/>
                    <a:pt x="520" y="0"/>
                    <a:pt x="362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539425" y="3377250"/>
              <a:ext cx="15825" cy="13550"/>
            </a:xfrm>
            <a:custGeom>
              <a:avLst/>
              <a:gdLst/>
              <a:ahLst/>
              <a:cxnLst/>
              <a:rect l="l" t="t" r="r" b="b"/>
              <a:pathLst>
                <a:path w="633" h="542" extrusionOk="0">
                  <a:moveTo>
                    <a:pt x="362" y="1"/>
                  </a:moveTo>
                  <a:cubicBezTo>
                    <a:pt x="125" y="1"/>
                    <a:pt x="1" y="294"/>
                    <a:pt x="170" y="463"/>
                  </a:cubicBezTo>
                  <a:cubicBezTo>
                    <a:pt x="228" y="517"/>
                    <a:pt x="296" y="541"/>
                    <a:pt x="362" y="541"/>
                  </a:cubicBezTo>
                  <a:cubicBezTo>
                    <a:pt x="502" y="541"/>
                    <a:pt x="633" y="433"/>
                    <a:pt x="633" y="271"/>
                  </a:cubicBezTo>
                  <a:cubicBezTo>
                    <a:pt x="633" y="125"/>
                    <a:pt x="520" y="1"/>
                    <a:pt x="362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556650" y="3342825"/>
              <a:ext cx="15825" cy="13625"/>
            </a:xfrm>
            <a:custGeom>
              <a:avLst/>
              <a:gdLst/>
              <a:ahLst/>
              <a:cxnLst/>
              <a:rect l="l" t="t" r="r" b="b"/>
              <a:pathLst>
                <a:path w="633" h="545" extrusionOk="0">
                  <a:moveTo>
                    <a:pt x="361" y="1"/>
                  </a:moveTo>
                  <a:cubicBezTo>
                    <a:pt x="124" y="1"/>
                    <a:pt x="0" y="294"/>
                    <a:pt x="169" y="464"/>
                  </a:cubicBezTo>
                  <a:cubicBezTo>
                    <a:pt x="225" y="519"/>
                    <a:pt x="294" y="544"/>
                    <a:pt x="361" y="544"/>
                  </a:cubicBezTo>
                  <a:cubicBezTo>
                    <a:pt x="500" y="544"/>
                    <a:pt x="632" y="439"/>
                    <a:pt x="632" y="272"/>
                  </a:cubicBezTo>
                  <a:cubicBezTo>
                    <a:pt x="632" y="125"/>
                    <a:pt x="508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5582325" y="3394175"/>
              <a:ext cx="15800" cy="13725"/>
            </a:xfrm>
            <a:custGeom>
              <a:avLst/>
              <a:gdLst/>
              <a:ahLst/>
              <a:cxnLst/>
              <a:rect l="l" t="t" r="r" b="b"/>
              <a:pathLst>
                <a:path w="632" h="549" extrusionOk="0">
                  <a:moveTo>
                    <a:pt x="361" y="1"/>
                  </a:moveTo>
                  <a:cubicBezTo>
                    <a:pt x="113" y="1"/>
                    <a:pt x="0" y="294"/>
                    <a:pt x="169" y="463"/>
                  </a:cubicBezTo>
                  <a:cubicBezTo>
                    <a:pt x="225" y="523"/>
                    <a:pt x="294" y="549"/>
                    <a:pt x="361" y="549"/>
                  </a:cubicBezTo>
                  <a:cubicBezTo>
                    <a:pt x="500" y="549"/>
                    <a:pt x="632" y="438"/>
                    <a:pt x="632" y="271"/>
                  </a:cubicBezTo>
                  <a:cubicBezTo>
                    <a:pt x="632" y="125"/>
                    <a:pt x="508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5625200" y="3342825"/>
              <a:ext cx="15825" cy="13625"/>
            </a:xfrm>
            <a:custGeom>
              <a:avLst/>
              <a:gdLst/>
              <a:ahLst/>
              <a:cxnLst/>
              <a:rect l="l" t="t" r="r" b="b"/>
              <a:pathLst>
                <a:path w="633" h="545" extrusionOk="0">
                  <a:moveTo>
                    <a:pt x="361" y="1"/>
                  </a:moveTo>
                  <a:cubicBezTo>
                    <a:pt x="124" y="1"/>
                    <a:pt x="0" y="294"/>
                    <a:pt x="170" y="464"/>
                  </a:cubicBezTo>
                  <a:cubicBezTo>
                    <a:pt x="225" y="519"/>
                    <a:pt x="294" y="544"/>
                    <a:pt x="361" y="544"/>
                  </a:cubicBezTo>
                  <a:cubicBezTo>
                    <a:pt x="500" y="544"/>
                    <a:pt x="632" y="439"/>
                    <a:pt x="632" y="272"/>
                  </a:cubicBezTo>
                  <a:cubicBezTo>
                    <a:pt x="632" y="125"/>
                    <a:pt x="508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5453950" y="3342825"/>
              <a:ext cx="15825" cy="13625"/>
            </a:xfrm>
            <a:custGeom>
              <a:avLst/>
              <a:gdLst/>
              <a:ahLst/>
              <a:cxnLst/>
              <a:rect l="l" t="t" r="r" b="b"/>
              <a:pathLst>
                <a:path w="633" h="545" extrusionOk="0">
                  <a:moveTo>
                    <a:pt x="362" y="1"/>
                  </a:moveTo>
                  <a:cubicBezTo>
                    <a:pt x="114" y="1"/>
                    <a:pt x="1" y="294"/>
                    <a:pt x="170" y="464"/>
                  </a:cubicBezTo>
                  <a:cubicBezTo>
                    <a:pt x="226" y="519"/>
                    <a:pt x="294" y="544"/>
                    <a:pt x="362" y="544"/>
                  </a:cubicBezTo>
                  <a:cubicBezTo>
                    <a:pt x="500" y="544"/>
                    <a:pt x="633" y="439"/>
                    <a:pt x="633" y="272"/>
                  </a:cubicBezTo>
                  <a:cubicBezTo>
                    <a:pt x="633" y="125"/>
                    <a:pt x="509" y="1"/>
                    <a:pt x="362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5830575" y="2880475"/>
              <a:ext cx="15825" cy="13825"/>
            </a:xfrm>
            <a:custGeom>
              <a:avLst/>
              <a:gdLst/>
              <a:ahLst/>
              <a:cxnLst/>
              <a:rect l="l" t="t" r="r" b="b"/>
              <a:pathLst>
                <a:path w="633" h="553" extrusionOk="0">
                  <a:moveTo>
                    <a:pt x="361" y="0"/>
                  </a:moveTo>
                  <a:cubicBezTo>
                    <a:pt x="124" y="0"/>
                    <a:pt x="0" y="294"/>
                    <a:pt x="169" y="474"/>
                  </a:cubicBezTo>
                  <a:cubicBezTo>
                    <a:pt x="224" y="528"/>
                    <a:pt x="290" y="552"/>
                    <a:pt x="356" y="552"/>
                  </a:cubicBezTo>
                  <a:cubicBezTo>
                    <a:pt x="496" y="552"/>
                    <a:pt x="632" y="443"/>
                    <a:pt x="632" y="282"/>
                  </a:cubicBezTo>
                  <a:cubicBezTo>
                    <a:pt x="632" y="124"/>
                    <a:pt x="519" y="0"/>
                    <a:pt x="361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847775" y="2932075"/>
              <a:ext cx="15825" cy="13575"/>
            </a:xfrm>
            <a:custGeom>
              <a:avLst/>
              <a:gdLst/>
              <a:ahLst/>
              <a:cxnLst/>
              <a:rect l="l" t="t" r="r" b="b"/>
              <a:pathLst>
                <a:path w="633" h="543" extrusionOk="0">
                  <a:moveTo>
                    <a:pt x="380" y="0"/>
                  </a:moveTo>
                  <a:cubicBezTo>
                    <a:pt x="374" y="0"/>
                    <a:pt x="368" y="1"/>
                    <a:pt x="362" y="1"/>
                  </a:cubicBezTo>
                  <a:cubicBezTo>
                    <a:pt x="125" y="1"/>
                    <a:pt x="0" y="283"/>
                    <a:pt x="170" y="464"/>
                  </a:cubicBezTo>
                  <a:cubicBezTo>
                    <a:pt x="224" y="518"/>
                    <a:pt x="291" y="542"/>
                    <a:pt x="357" y="542"/>
                  </a:cubicBezTo>
                  <a:cubicBezTo>
                    <a:pt x="497" y="542"/>
                    <a:pt x="632" y="433"/>
                    <a:pt x="632" y="272"/>
                  </a:cubicBezTo>
                  <a:cubicBezTo>
                    <a:pt x="632" y="121"/>
                    <a:pt x="519" y="0"/>
                    <a:pt x="380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978100" y="3137875"/>
              <a:ext cx="14275" cy="13575"/>
            </a:xfrm>
            <a:custGeom>
              <a:avLst/>
              <a:gdLst/>
              <a:ahLst/>
              <a:cxnLst/>
              <a:rect l="l" t="t" r="r" b="b"/>
              <a:pathLst>
                <a:path w="571" h="543" extrusionOk="0">
                  <a:moveTo>
                    <a:pt x="283" y="1"/>
                  </a:moveTo>
                  <a:cubicBezTo>
                    <a:pt x="153" y="1"/>
                    <a:pt x="23" y="86"/>
                    <a:pt x="12" y="255"/>
                  </a:cubicBezTo>
                  <a:cubicBezTo>
                    <a:pt x="1" y="447"/>
                    <a:pt x="145" y="543"/>
                    <a:pt x="287" y="543"/>
                  </a:cubicBezTo>
                  <a:cubicBezTo>
                    <a:pt x="430" y="543"/>
                    <a:pt x="571" y="447"/>
                    <a:pt x="554" y="255"/>
                  </a:cubicBezTo>
                  <a:cubicBezTo>
                    <a:pt x="542" y="86"/>
                    <a:pt x="413" y="1"/>
                    <a:pt x="283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873525" y="3154675"/>
              <a:ext cx="15750" cy="13550"/>
            </a:xfrm>
            <a:custGeom>
              <a:avLst/>
              <a:gdLst/>
              <a:ahLst/>
              <a:cxnLst/>
              <a:rect l="l" t="t" r="r" b="b"/>
              <a:pathLst>
                <a:path w="630" h="542" extrusionOk="0">
                  <a:moveTo>
                    <a:pt x="345" y="0"/>
                  </a:moveTo>
                  <a:cubicBezTo>
                    <a:pt x="106" y="0"/>
                    <a:pt x="1" y="286"/>
                    <a:pt x="167" y="463"/>
                  </a:cubicBezTo>
                  <a:cubicBezTo>
                    <a:pt x="221" y="517"/>
                    <a:pt x="288" y="541"/>
                    <a:pt x="354" y="541"/>
                  </a:cubicBezTo>
                  <a:cubicBezTo>
                    <a:pt x="494" y="541"/>
                    <a:pt x="629" y="432"/>
                    <a:pt x="629" y="271"/>
                  </a:cubicBezTo>
                  <a:cubicBezTo>
                    <a:pt x="629" y="113"/>
                    <a:pt x="505" y="0"/>
                    <a:pt x="358" y="0"/>
                  </a:cubicBezTo>
                  <a:cubicBezTo>
                    <a:pt x="354" y="0"/>
                    <a:pt x="349" y="0"/>
                    <a:pt x="345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745100" y="3394175"/>
              <a:ext cx="15800" cy="13600"/>
            </a:xfrm>
            <a:custGeom>
              <a:avLst/>
              <a:gdLst/>
              <a:ahLst/>
              <a:cxnLst/>
              <a:rect l="l" t="t" r="r" b="b"/>
              <a:pathLst>
                <a:path w="632" h="544" extrusionOk="0">
                  <a:moveTo>
                    <a:pt x="361" y="1"/>
                  </a:moveTo>
                  <a:cubicBezTo>
                    <a:pt x="113" y="1"/>
                    <a:pt x="0" y="294"/>
                    <a:pt x="169" y="463"/>
                  </a:cubicBezTo>
                  <a:cubicBezTo>
                    <a:pt x="225" y="519"/>
                    <a:pt x="294" y="544"/>
                    <a:pt x="361" y="544"/>
                  </a:cubicBezTo>
                  <a:cubicBezTo>
                    <a:pt x="499" y="544"/>
                    <a:pt x="632" y="438"/>
                    <a:pt x="632" y="271"/>
                  </a:cubicBezTo>
                  <a:cubicBezTo>
                    <a:pt x="632" y="125"/>
                    <a:pt x="508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935650" y="3222950"/>
              <a:ext cx="13700" cy="13550"/>
            </a:xfrm>
            <a:custGeom>
              <a:avLst/>
              <a:gdLst/>
              <a:ahLst/>
              <a:cxnLst/>
              <a:rect l="l" t="t" r="r" b="b"/>
              <a:pathLst>
                <a:path w="548" h="542" extrusionOk="0">
                  <a:moveTo>
                    <a:pt x="269" y="0"/>
                  </a:moveTo>
                  <a:cubicBezTo>
                    <a:pt x="133" y="0"/>
                    <a:pt x="1" y="90"/>
                    <a:pt x="6" y="271"/>
                  </a:cubicBezTo>
                  <a:cubicBezTo>
                    <a:pt x="6" y="451"/>
                    <a:pt x="142" y="542"/>
                    <a:pt x="277" y="542"/>
                  </a:cubicBezTo>
                  <a:cubicBezTo>
                    <a:pt x="412" y="542"/>
                    <a:pt x="548" y="451"/>
                    <a:pt x="548" y="271"/>
                  </a:cubicBezTo>
                  <a:cubicBezTo>
                    <a:pt x="542" y="90"/>
                    <a:pt x="404" y="0"/>
                    <a:pt x="269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5704475" y="3369150"/>
              <a:ext cx="13550" cy="12500"/>
            </a:xfrm>
            <a:custGeom>
              <a:avLst/>
              <a:gdLst/>
              <a:ahLst/>
              <a:cxnLst/>
              <a:rect l="l" t="t" r="r" b="b"/>
              <a:pathLst>
                <a:path w="542" h="500" extrusionOk="0">
                  <a:moveTo>
                    <a:pt x="271" y="0"/>
                  </a:moveTo>
                  <a:cubicBezTo>
                    <a:pt x="141" y="0"/>
                    <a:pt x="11" y="82"/>
                    <a:pt x="0" y="246"/>
                  </a:cubicBezTo>
                  <a:cubicBezTo>
                    <a:pt x="11" y="415"/>
                    <a:pt x="141" y="499"/>
                    <a:pt x="271" y="499"/>
                  </a:cubicBezTo>
                  <a:cubicBezTo>
                    <a:pt x="401" y="499"/>
                    <a:pt x="530" y="415"/>
                    <a:pt x="542" y="246"/>
                  </a:cubicBezTo>
                  <a:cubicBezTo>
                    <a:pt x="530" y="82"/>
                    <a:pt x="401" y="0"/>
                    <a:pt x="271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5796150" y="2914875"/>
              <a:ext cx="16100" cy="13550"/>
            </a:xfrm>
            <a:custGeom>
              <a:avLst/>
              <a:gdLst/>
              <a:ahLst/>
              <a:cxnLst/>
              <a:rect l="l" t="t" r="r" b="b"/>
              <a:pathLst>
                <a:path w="644" h="542" extrusionOk="0">
                  <a:moveTo>
                    <a:pt x="373" y="1"/>
                  </a:moveTo>
                  <a:cubicBezTo>
                    <a:pt x="125" y="1"/>
                    <a:pt x="0" y="294"/>
                    <a:pt x="181" y="463"/>
                  </a:cubicBezTo>
                  <a:cubicBezTo>
                    <a:pt x="235" y="518"/>
                    <a:pt x="302" y="542"/>
                    <a:pt x="368" y="542"/>
                  </a:cubicBezTo>
                  <a:cubicBezTo>
                    <a:pt x="508" y="542"/>
                    <a:pt x="644" y="433"/>
                    <a:pt x="644" y="272"/>
                  </a:cubicBezTo>
                  <a:cubicBezTo>
                    <a:pt x="644" y="125"/>
                    <a:pt x="520" y="1"/>
                    <a:pt x="373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5616450" y="2854800"/>
              <a:ext cx="15825" cy="13600"/>
            </a:xfrm>
            <a:custGeom>
              <a:avLst/>
              <a:gdLst/>
              <a:ahLst/>
              <a:cxnLst/>
              <a:rect l="l" t="t" r="r" b="b"/>
              <a:pathLst>
                <a:path w="633" h="544" extrusionOk="0">
                  <a:moveTo>
                    <a:pt x="373" y="0"/>
                  </a:moveTo>
                  <a:cubicBezTo>
                    <a:pt x="125" y="0"/>
                    <a:pt x="0" y="294"/>
                    <a:pt x="170" y="463"/>
                  </a:cubicBezTo>
                  <a:cubicBezTo>
                    <a:pt x="225" y="518"/>
                    <a:pt x="294" y="544"/>
                    <a:pt x="362" y="544"/>
                  </a:cubicBezTo>
                  <a:cubicBezTo>
                    <a:pt x="500" y="544"/>
                    <a:pt x="632" y="438"/>
                    <a:pt x="632" y="271"/>
                  </a:cubicBezTo>
                  <a:cubicBezTo>
                    <a:pt x="632" y="124"/>
                    <a:pt x="520" y="0"/>
                    <a:pt x="373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6741200" y="3904500"/>
              <a:ext cx="83250" cy="83525"/>
            </a:xfrm>
            <a:custGeom>
              <a:avLst/>
              <a:gdLst/>
              <a:ahLst/>
              <a:cxnLst/>
              <a:rect l="l" t="t" r="r" b="b"/>
              <a:pathLst>
                <a:path w="3330" h="3341" extrusionOk="0">
                  <a:moveTo>
                    <a:pt x="305" y="1"/>
                  </a:moveTo>
                  <a:cubicBezTo>
                    <a:pt x="215" y="125"/>
                    <a:pt x="147" y="226"/>
                    <a:pt x="1" y="260"/>
                  </a:cubicBezTo>
                  <a:cubicBezTo>
                    <a:pt x="937" y="1140"/>
                    <a:pt x="1219" y="1772"/>
                    <a:pt x="1885" y="2393"/>
                  </a:cubicBezTo>
                  <a:cubicBezTo>
                    <a:pt x="2133" y="2619"/>
                    <a:pt x="2664" y="2946"/>
                    <a:pt x="2664" y="3341"/>
                  </a:cubicBezTo>
                  <a:lnTo>
                    <a:pt x="3329" y="2856"/>
                  </a:lnTo>
                  <a:cubicBezTo>
                    <a:pt x="2167" y="2066"/>
                    <a:pt x="1253" y="1084"/>
                    <a:pt x="305" y="1"/>
                  </a:cubicBezTo>
                  <a:close/>
                </a:path>
              </a:pathLst>
            </a:custGeom>
            <a:solidFill>
              <a:srgbClr val="A5B5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350475" y="3781800"/>
              <a:ext cx="412475" cy="137400"/>
            </a:xfrm>
            <a:custGeom>
              <a:avLst/>
              <a:gdLst/>
              <a:ahLst/>
              <a:cxnLst/>
              <a:rect l="l" t="t" r="r" b="b"/>
              <a:pathLst>
                <a:path w="16499" h="5496" extrusionOk="0">
                  <a:moveTo>
                    <a:pt x="5101" y="1"/>
                  </a:moveTo>
                  <a:cubicBezTo>
                    <a:pt x="4898" y="1"/>
                    <a:pt x="4695" y="4"/>
                    <a:pt x="4492" y="11"/>
                  </a:cubicBezTo>
                  <a:cubicBezTo>
                    <a:pt x="2833" y="79"/>
                    <a:pt x="599" y="677"/>
                    <a:pt x="1" y="2505"/>
                  </a:cubicBezTo>
                  <a:cubicBezTo>
                    <a:pt x="568" y="1938"/>
                    <a:pt x="1346" y="1624"/>
                    <a:pt x="2152" y="1624"/>
                  </a:cubicBezTo>
                  <a:cubicBezTo>
                    <a:pt x="2179" y="1624"/>
                    <a:pt x="2207" y="1624"/>
                    <a:pt x="2235" y="1625"/>
                  </a:cubicBezTo>
                  <a:cubicBezTo>
                    <a:pt x="3646" y="1693"/>
                    <a:pt x="5034" y="2415"/>
                    <a:pt x="6388" y="2708"/>
                  </a:cubicBezTo>
                  <a:cubicBezTo>
                    <a:pt x="7708" y="3013"/>
                    <a:pt x="8961" y="3555"/>
                    <a:pt x="10281" y="3859"/>
                  </a:cubicBezTo>
                  <a:cubicBezTo>
                    <a:pt x="11477" y="4119"/>
                    <a:pt x="12797" y="4412"/>
                    <a:pt x="13993" y="4875"/>
                  </a:cubicBezTo>
                  <a:cubicBezTo>
                    <a:pt x="14716" y="5134"/>
                    <a:pt x="15596" y="5462"/>
                    <a:pt x="16374" y="5462"/>
                  </a:cubicBezTo>
                  <a:lnTo>
                    <a:pt x="16498" y="5495"/>
                  </a:lnTo>
                  <a:cubicBezTo>
                    <a:pt x="16498" y="5462"/>
                    <a:pt x="16476" y="5428"/>
                    <a:pt x="16476" y="5394"/>
                  </a:cubicBezTo>
                  <a:cubicBezTo>
                    <a:pt x="15528" y="2776"/>
                    <a:pt x="12910" y="1230"/>
                    <a:pt x="10371" y="643"/>
                  </a:cubicBezTo>
                  <a:cubicBezTo>
                    <a:pt x="8650" y="259"/>
                    <a:pt x="6874" y="1"/>
                    <a:pt x="5101" y="1"/>
                  </a:cubicBezTo>
                  <a:close/>
                </a:path>
              </a:pathLst>
            </a:custGeom>
            <a:solidFill>
              <a:srgbClr val="96BD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6389125" y="3806325"/>
              <a:ext cx="371850" cy="108925"/>
            </a:xfrm>
            <a:custGeom>
              <a:avLst/>
              <a:gdLst/>
              <a:ahLst/>
              <a:cxnLst/>
              <a:rect l="l" t="t" r="r" b="b"/>
              <a:pathLst>
                <a:path w="14874" h="4357" extrusionOk="0">
                  <a:moveTo>
                    <a:pt x="2427" y="1"/>
                  </a:moveTo>
                  <a:cubicBezTo>
                    <a:pt x="2055" y="35"/>
                    <a:pt x="1716" y="68"/>
                    <a:pt x="1411" y="102"/>
                  </a:cubicBezTo>
                  <a:cubicBezTo>
                    <a:pt x="1152" y="136"/>
                    <a:pt x="904" y="193"/>
                    <a:pt x="655" y="272"/>
                  </a:cubicBezTo>
                  <a:lnTo>
                    <a:pt x="1" y="452"/>
                  </a:lnTo>
                  <a:lnTo>
                    <a:pt x="667" y="317"/>
                  </a:lnTo>
                  <a:cubicBezTo>
                    <a:pt x="915" y="249"/>
                    <a:pt x="1174" y="215"/>
                    <a:pt x="1434" y="204"/>
                  </a:cubicBezTo>
                  <a:lnTo>
                    <a:pt x="2427" y="147"/>
                  </a:lnTo>
                  <a:lnTo>
                    <a:pt x="3612" y="215"/>
                  </a:lnTo>
                  <a:cubicBezTo>
                    <a:pt x="4029" y="272"/>
                    <a:pt x="4469" y="351"/>
                    <a:pt x="4921" y="418"/>
                  </a:cubicBezTo>
                  <a:cubicBezTo>
                    <a:pt x="5372" y="520"/>
                    <a:pt x="5835" y="599"/>
                    <a:pt x="6297" y="734"/>
                  </a:cubicBezTo>
                  <a:cubicBezTo>
                    <a:pt x="6771" y="881"/>
                    <a:pt x="7245" y="994"/>
                    <a:pt x="7708" y="1163"/>
                  </a:cubicBezTo>
                  <a:cubicBezTo>
                    <a:pt x="8656" y="1456"/>
                    <a:pt x="9581" y="1772"/>
                    <a:pt x="10450" y="2100"/>
                  </a:cubicBezTo>
                  <a:cubicBezTo>
                    <a:pt x="10868" y="2280"/>
                    <a:pt x="11319" y="2393"/>
                    <a:pt x="11691" y="2585"/>
                  </a:cubicBezTo>
                  <a:lnTo>
                    <a:pt x="12763" y="3093"/>
                  </a:lnTo>
                  <a:cubicBezTo>
                    <a:pt x="13068" y="3228"/>
                    <a:pt x="13361" y="3386"/>
                    <a:pt x="13643" y="3555"/>
                  </a:cubicBezTo>
                  <a:cubicBezTo>
                    <a:pt x="13903" y="3713"/>
                    <a:pt x="14129" y="3849"/>
                    <a:pt x="14309" y="3973"/>
                  </a:cubicBezTo>
                  <a:cubicBezTo>
                    <a:pt x="14501" y="4086"/>
                    <a:pt x="14693" y="4210"/>
                    <a:pt x="14873" y="4356"/>
                  </a:cubicBezTo>
                  <a:cubicBezTo>
                    <a:pt x="14704" y="4198"/>
                    <a:pt x="14524" y="4063"/>
                    <a:pt x="14343" y="3928"/>
                  </a:cubicBezTo>
                  <a:cubicBezTo>
                    <a:pt x="14163" y="3792"/>
                    <a:pt x="13948" y="3646"/>
                    <a:pt x="13700" y="3476"/>
                  </a:cubicBezTo>
                  <a:cubicBezTo>
                    <a:pt x="13429" y="3273"/>
                    <a:pt x="13136" y="3104"/>
                    <a:pt x="12842" y="2946"/>
                  </a:cubicBezTo>
                  <a:lnTo>
                    <a:pt x="11770" y="2393"/>
                  </a:lnTo>
                  <a:cubicBezTo>
                    <a:pt x="11364" y="2201"/>
                    <a:pt x="10958" y="2021"/>
                    <a:pt x="10540" y="1874"/>
                  </a:cubicBezTo>
                  <a:cubicBezTo>
                    <a:pt x="9671" y="1535"/>
                    <a:pt x="8746" y="1197"/>
                    <a:pt x="7798" y="892"/>
                  </a:cubicBezTo>
                  <a:cubicBezTo>
                    <a:pt x="7324" y="734"/>
                    <a:pt x="6862" y="610"/>
                    <a:pt x="6376" y="486"/>
                  </a:cubicBezTo>
                  <a:cubicBezTo>
                    <a:pt x="5891" y="362"/>
                    <a:pt x="5417" y="283"/>
                    <a:pt x="4966" y="181"/>
                  </a:cubicBezTo>
                  <a:cubicBezTo>
                    <a:pt x="4503" y="114"/>
                    <a:pt x="4052" y="57"/>
                    <a:pt x="3634" y="23"/>
                  </a:cubicBezTo>
                  <a:lnTo>
                    <a:pt x="2427" y="1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509600" y="3788000"/>
              <a:ext cx="35575" cy="31900"/>
            </a:xfrm>
            <a:custGeom>
              <a:avLst/>
              <a:gdLst/>
              <a:ahLst/>
              <a:cxnLst/>
              <a:rect l="l" t="t" r="r" b="b"/>
              <a:pathLst>
                <a:path w="1423" h="1276" extrusionOk="0">
                  <a:moveTo>
                    <a:pt x="12" y="0"/>
                  </a:moveTo>
                  <a:lnTo>
                    <a:pt x="0" y="23"/>
                  </a:lnTo>
                  <a:cubicBezTo>
                    <a:pt x="0" y="23"/>
                    <a:pt x="79" y="102"/>
                    <a:pt x="215" y="226"/>
                  </a:cubicBezTo>
                  <a:cubicBezTo>
                    <a:pt x="361" y="361"/>
                    <a:pt x="553" y="486"/>
                    <a:pt x="745" y="643"/>
                  </a:cubicBezTo>
                  <a:cubicBezTo>
                    <a:pt x="824" y="711"/>
                    <a:pt x="903" y="790"/>
                    <a:pt x="982" y="869"/>
                  </a:cubicBezTo>
                  <a:cubicBezTo>
                    <a:pt x="1061" y="937"/>
                    <a:pt x="1129" y="1005"/>
                    <a:pt x="1185" y="1061"/>
                  </a:cubicBezTo>
                  <a:cubicBezTo>
                    <a:pt x="1219" y="1084"/>
                    <a:pt x="1241" y="1106"/>
                    <a:pt x="1264" y="1140"/>
                  </a:cubicBezTo>
                  <a:cubicBezTo>
                    <a:pt x="1287" y="1163"/>
                    <a:pt x="1309" y="1185"/>
                    <a:pt x="1332" y="1208"/>
                  </a:cubicBezTo>
                  <a:cubicBezTo>
                    <a:pt x="1366" y="1253"/>
                    <a:pt x="1388" y="1275"/>
                    <a:pt x="1388" y="1275"/>
                  </a:cubicBezTo>
                  <a:lnTo>
                    <a:pt x="1422" y="1275"/>
                  </a:lnTo>
                  <a:cubicBezTo>
                    <a:pt x="1422" y="1242"/>
                    <a:pt x="1422" y="1219"/>
                    <a:pt x="1422" y="1185"/>
                  </a:cubicBezTo>
                  <a:cubicBezTo>
                    <a:pt x="1422" y="1106"/>
                    <a:pt x="1399" y="1027"/>
                    <a:pt x="1366" y="948"/>
                  </a:cubicBezTo>
                  <a:cubicBezTo>
                    <a:pt x="1320" y="847"/>
                    <a:pt x="1264" y="745"/>
                    <a:pt x="1174" y="666"/>
                  </a:cubicBezTo>
                  <a:cubicBezTo>
                    <a:pt x="1084" y="587"/>
                    <a:pt x="971" y="519"/>
                    <a:pt x="869" y="463"/>
                  </a:cubicBezTo>
                  <a:cubicBezTo>
                    <a:pt x="643" y="339"/>
                    <a:pt x="429" y="237"/>
                    <a:pt x="271" y="158"/>
                  </a:cubicBezTo>
                  <a:cubicBezTo>
                    <a:pt x="113" y="68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463900" y="3816775"/>
              <a:ext cx="60675" cy="9325"/>
            </a:xfrm>
            <a:custGeom>
              <a:avLst/>
              <a:gdLst/>
              <a:ahLst/>
              <a:cxnLst/>
              <a:rect l="l" t="t" r="r" b="b"/>
              <a:pathLst>
                <a:path w="2427" h="373" extrusionOk="0">
                  <a:moveTo>
                    <a:pt x="2302" y="0"/>
                  </a:moveTo>
                  <a:cubicBezTo>
                    <a:pt x="2234" y="0"/>
                    <a:pt x="2133" y="0"/>
                    <a:pt x="2020" y="23"/>
                  </a:cubicBezTo>
                  <a:cubicBezTo>
                    <a:pt x="1907" y="34"/>
                    <a:pt x="1772" y="34"/>
                    <a:pt x="1636" y="68"/>
                  </a:cubicBezTo>
                  <a:cubicBezTo>
                    <a:pt x="1501" y="102"/>
                    <a:pt x="1354" y="124"/>
                    <a:pt x="1208" y="147"/>
                  </a:cubicBezTo>
                  <a:cubicBezTo>
                    <a:pt x="1033" y="169"/>
                    <a:pt x="853" y="181"/>
                    <a:pt x="675" y="181"/>
                  </a:cubicBezTo>
                  <a:cubicBezTo>
                    <a:pt x="577" y="181"/>
                    <a:pt x="480" y="178"/>
                    <a:pt x="384" y="170"/>
                  </a:cubicBezTo>
                  <a:cubicBezTo>
                    <a:pt x="282" y="170"/>
                    <a:pt x="192" y="158"/>
                    <a:pt x="102" y="136"/>
                  </a:cubicBezTo>
                  <a:cubicBezTo>
                    <a:pt x="34" y="113"/>
                    <a:pt x="0" y="113"/>
                    <a:pt x="0" y="113"/>
                  </a:cubicBezTo>
                  <a:lnTo>
                    <a:pt x="0" y="147"/>
                  </a:lnTo>
                  <a:lnTo>
                    <a:pt x="102" y="181"/>
                  </a:lnTo>
                  <a:cubicBezTo>
                    <a:pt x="181" y="215"/>
                    <a:pt x="271" y="249"/>
                    <a:pt x="361" y="271"/>
                  </a:cubicBezTo>
                  <a:cubicBezTo>
                    <a:pt x="643" y="339"/>
                    <a:pt x="937" y="373"/>
                    <a:pt x="1230" y="373"/>
                  </a:cubicBezTo>
                  <a:cubicBezTo>
                    <a:pt x="1377" y="373"/>
                    <a:pt x="1535" y="373"/>
                    <a:pt x="1693" y="350"/>
                  </a:cubicBezTo>
                  <a:cubicBezTo>
                    <a:pt x="1828" y="328"/>
                    <a:pt x="1952" y="294"/>
                    <a:pt x="2076" y="237"/>
                  </a:cubicBezTo>
                  <a:cubicBezTo>
                    <a:pt x="2201" y="181"/>
                    <a:pt x="2325" y="113"/>
                    <a:pt x="2426" y="23"/>
                  </a:cubicBezTo>
                  <a:lnTo>
                    <a:pt x="2415" y="0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442175" y="3793350"/>
              <a:ext cx="16950" cy="15550"/>
            </a:xfrm>
            <a:custGeom>
              <a:avLst/>
              <a:gdLst/>
              <a:ahLst/>
              <a:cxnLst/>
              <a:rect l="l" t="t" r="r" b="b"/>
              <a:pathLst>
                <a:path w="678" h="622" extrusionOk="0">
                  <a:moveTo>
                    <a:pt x="0" y="1"/>
                  </a:moveTo>
                  <a:lnTo>
                    <a:pt x="0" y="1"/>
                  </a:lnTo>
                  <a:cubicBezTo>
                    <a:pt x="102" y="80"/>
                    <a:pt x="203" y="181"/>
                    <a:pt x="294" y="283"/>
                  </a:cubicBezTo>
                  <a:cubicBezTo>
                    <a:pt x="350" y="350"/>
                    <a:pt x="384" y="418"/>
                    <a:pt x="407" y="497"/>
                  </a:cubicBezTo>
                  <a:cubicBezTo>
                    <a:pt x="407" y="508"/>
                    <a:pt x="407" y="565"/>
                    <a:pt x="407" y="576"/>
                  </a:cubicBezTo>
                  <a:lnTo>
                    <a:pt x="407" y="621"/>
                  </a:lnTo>
                  <a:lnTo>
                    <a:pt x="677" y="565"/>
                  </a:lnTo>
                  <a:lnTo>
                    <a:pt x="666" y="531"/>
                  </a:lnTo>
                  <a:cubicBezTo>
                    <a:pt x="655" y="497"/>
                    <a:pt x="644" y="463"/>
                    <a:pt x="632" y="429"/>
                  </a:cubicBezTo>
                  <a:cubicBezTo>
                    <a:pt x="565" y="328"/>
                    <a:pt x="486" y="249"/>
                    <a:pt x="395" y="181"/>
                  </a:cubicBezTo>
                  <a:cubicBezTo>
                    <a:pt x="271" y="102"/>
                    <a:pt x="136" y="46"/>
                    <a:pt x="0" y="1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551350" y="3833425"/>
              <a:ext cx="46000" cy="19800"/>
            </a:xfrm>
            <a:custGeom>
              <a:avLst/>
              <a:gdLst/>
              <a:ahLst/>
              <a:cxnLst/>
              <a:rect l="l" t="t" r="r" b="b"/>
              <a:pathLst>
                <a:path w="1840" h="792" extrusionOk="0">
                  <a:moveTo>
                    <a:pt x="1614" y="0"/>
                  </a:moveTo>
                  <a:lnTo>
                    <a:pt x="1569" y="68"/>
                  </a:lnTo>
                  <a:cubicBezTo>
                    <a:pt x="1535" y="124"/>
                    <a:pt x="1490" y="181"/>
                    <a:pt x="1445" y="226"/>
                  </a:cubicBezTo>
                  <a:cubicBezTo>
                    <a:pt x="1377" y="293"/>
                    <a:pt x="1309" y="350"/>
                    <a:pt x="1219" y="395"/>
                  </a:cubicBezTo>
                  <a:cubicBezTo>
                    <a:pt x="1129" y="451"/>
                    <a:pt x="1027" y="508"/>
                    <a:pt x="926" y="553"/>
                  </a:cubicBezTo>
                  <a:cubicBezTo>
                    <a:pt x="621" y="666"/>
                    <a:pt x="316" y="745"/>
                    <a:pt x="0" y="790"/>
                  </a:cubicBezTo>
                  <a:cubicBezTo>
                    <a:pt x="34" y="791"/>
                    <a:pt x="68" y="792"/>
                    <a:pt x="102" y="792"/>
                  </a:cubicBezTo>
                  <a:cubicBezTo>
                    <a:pt x="395" y="792"/>
                    <a:pt x="687" y="749"/>
                    <a:pt x="971" y="688"/>
                  </a:cubicBezTo>
                  <a:cubicBezTo>
                    <a:pt x="1084" y="655"/>
                    <a:pt x="1196" y="609"/>
                    <a:pt x="1309" y="564"/>
                  </a:cubicBezTo>
                  <a:cubicBezTo>
                    <a:pt x="1422" y="519"/>
                    <a:pt x="1524" y="463"/>
                    <a:pt x="1614" y="395"/>
                  </a:cubicBezTo>
                  <a:cubicBezTo>
                    <a:pt x="1670" y="350"/>
                    <a:pt x="1727" y="293"/>
                    <a:pt x="1783" y="237"/>
                  </a:cubicBezTo>
                  <a:lnTo>
                    <a:pt x="1840" y="169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585200" y="3836225"/>
              <a:ext cx="18925" cy="19225"/>
            </a:xfrm>
            <a:custGeom>
              <a:avLst/>
              <a:gdLst/>
              <a:ahLst/>
              <a:cxnLst/>
              <a:rect l="l" t="t" r="r" b="b"/>
              <a:pathLst>
                <a:path w="757" h="769" extrusionOk="0">
                  <a:moveTo>
                    <a:pt x="497" y="1"/>
                  </a:moveTo>
                  <a:cubicBezTo>
                    <a:pt x="497" y="1"/>
                    <a:pt x="486" y="57"/>
                    <a:pt x="452" y="148"/>
                  </a:cubicBezTo>
                  <a:cubicBezTo>
                    <a:pt x="429" y="249"/>
                    <a:pt x="384" y="339"/>
                    <a:pt x="328" y="430"/>
                  </a:cubicBezTo>
                  <a:cubicBezTo>
                    <a:pt x="271" y="520"/>
                    <a:pt x="204" y="599"/>
                    <a:pt x="113" y="667"/>
                  </a:cubicBezTo>
                  <a:lnTo>
                    <a:pt x="0" y="768"/>
                  </a:lnTo>
                  <a:lnTo>
                    <a:pt x="136" y="700"/>
                  </a:lnTo>
                  <a:cubicBezTo>
                    <a:pt x="249" y="655"/>
                    <a:pt x="350" y="599"/>
                    <a:pt x="429" y="520"/>
                  </a:cubicBezTo>
                  <a:cubicBezTo>
                    <a:pt x="519" y="441"/>
                    <a:pt x="598" y="339"/>
                    <a:pt x="677" y="238"/>
                  </a:cubicBezTo>
                  <a:lnTo>
                    <a:pt x="756" y="114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6610300" y="3818750"/>
              <a:ext cx="9900" cy="23725"/>
            </a:xfrm>
            <a:custGeom>
              <a:avLst/>
              <a:gdLst/>
              <a:ahLst/>
              <a:cxnLst/>
              <a:rect l="l" t="t" r="r" b="b"/>
              <a:pathLst>
                <a:path w="396" h="949" extrusionOk="0">
                  <a:moveTo>
                    <a:pt x="1" y="0"/>
                  </a:moveTo>
                  <a:lnTo>
                    <a:pt x="1" y="0"/>
                  </a:lnTo>
                  <a:cubicBezTo>
                    <a:pt x="57" y="147"/>
                    <a:pt x="114" y="305"/>
                    <a:pt x="147" y="463"/>
                  </a:cubicBezTo>
                  <a:cubicBezTo>
                    <a:pt x="159" y="564"/>
                    <a:pt x="159" y="666"/>
                    <a:pt x="147" y="768"/>
                  </a:cubicBezTo>
                  <a:lnTo>
                    <a:pt x="114" y="926"/>
                  </a:lnTo>
                  <a:lnTo>
                    <a:pt x="396" y="948"/>
                  </a:lnTo>
                  <a:cubicBezTo>
                    <a:pt x="396" y="948"/>
                    <a:pt x="384" y="880"/>
                    <a:pt x="384" y="790"/>
                  </a:cubicBezTo>
                  <a:cubicBezTo>
                    <a:pt x="373" y="666"/>
                    <a:pt x="339" y="542"/>
                    <a:pt x="283" y="418"/>
                  </a:cubicBezTo>
                  <a:cubicBezTo>
                    <a:pt x="204" y="271"/>
                    <a:pt x="102" y="136"/>
                    <a:pt x="1" y="0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6610575" y="3805200"/>
              <a:ext cx="22600" cy="42900"/>
            </a:xfrm>
            <a:custGeom>
              <a:avLst/>
              <a:gdLst/>
              <a:ahLst/>
              <a:cxnLst/>
              <a:rect l="l" t="t" r="r" b="b"/>
              <a:pathLst>
                <a:path w="904" h="1716" extrusionOk="0">
                  <a:moveTo>
                    <a:pt x="1" y="1"/>
                  </a:moveTo>
                  <a:cubicBezTo>
                    <a:pt x="1" y="1"/>
                    <a:pt x="80" y="91"/>
                    <a:pt x="204" y="226"/>
                  </a:cubicBezTo>
                  <a:cubicBezTo>
                    <a:pt x="261" y="305"/>
                    <a:pt x="328" y="384"/>
                    <a:pt x="385" y="475"/>
                  </a:cubicBezTo>
                  <a:cubicBezTo>
                    <a:pt x="441" y="576"/>
                    <a:pt x="497" y="678"/>
                    <a:pt x="554" y="791"/>
                  </a:cubicBezTo>
                  <a:cubicBezTo>
                    <a:pt x="588" y="892"/>
                    <a:pt x="622" y="994"/>
                    <a:pt x="644" y="1106"/>
                  </a:cubicBezTo>
                  <a:cubicBezTo>
                    <a:pt x="655" y="1208"/>
                    <a:pt x="655" y="1298"/>
                    <a:pt x="655" y="1389"/>
                  </a:cubicBezTo>
                  <a:cubicBezTo>
                    <a:pt x="644" y="1468"/>
                    <a:pt x="633" y="1535"/>
                    <a:pt x="622" y="1603"/>
                  </a:cubicBezTo>
                  <a:cubicBezTo>
                    <a:pt x="599" y="1659"/>
                    <a:pt x="599" y="1693"/>
                    <a:pt x="599" y="1693"/>
                  </a:cubicBezTo>
                  <a:lnTo>
                    <a:pt x="892" y="1716"/>
                  </a:lnTo>
                  <a:cubicBezTo>
                    <a:pt x="892" y="1693"/>
                    <a:pt x="892" y="1659"/>
                    <a:pt x="892" y="1637"/>
                  </a:cubicBezTo>
                  <a:cubicBezTo>
                    <a:pt x="904" y="1558"/>
                    <a:pt x="904" y="1479"/>
                    <a:pt x="892" y="1411"/>
                  </a:cubicBezTo>
                  <a:cubicBezTo>
                    <a:pt x="892" y="1287"/>
                    <a:pt x="870" y="1174"/>
                    <a:pt x="836" y="1073"/>
                  </a:cubicBezTo>
                  <a:cubicBezTo>
                    <a:pt x="791" y="948"/>
                    <a:pt x="734" y="836"/>
                    <a:pt x="678" y="723"/>
                  </a:cubicBezTo>
                  <a:cubicBezTo>
                    <a:pt x="610" y="621"/>
                    <a:pt x="531" y="520"/>
                    <a:pt x="452" y="429"/>
                  </a:cubicBezTo>
                  <a:cubicBezTo>
                    <a:pt x="385" y="350"/>
                    <a:pt x="306" y="271"/>
                    <a:pt x="238" y="192"/>
                  </a:cubicBezTo>
                  <a:cubicBezTo>
                    <a:pt x="91" y="6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568825" y="3814500"/>
              <a:ext cx="14425" cy="16675"/>
            </a:xfrm>
            <a:custGeom>
              <a:avLst/>
              <a:gdLst/>
              <a:ahLst/>
              <a:cxnLst/>
              <a:rect l="l" t="t" r="r" b="b"/>
              <a:pathLst>
                <a:path w="577" h="667" extrusionOk="0">
                  <a:moveTo>
                    <a:pt x="1" y="1"/>
                  </a:moveTo>
                  <a:lnTo>
                    <a:pt x="1" y="1"/>
                  </a:lnTo>
                  <a:cubicBezTo>
                    <a:pt x="91" y="103"/>
                    <a:pt x="170" y="204"/>
                    <a:pt x="238" y="317"/>
                  </a:cubicBezTo>
                  <a:cubicBezTo>
                    <a:pt x="249" y="351"/>
                    <a:pt x="272" y="396"/>
                    <a:pt x="283" y="430"/>
                  </a:cubicBezTo>
                  <a:cubicBezTo>
                    <a:pt x="294" y="464"/>
                    <a:pt x="294" y="509"/>
                    <a:pt x="294" y="543"/>
                  </a:cubicBezTo>
                  <a:lnTo>
                    <a:pt x="294" y="667"/>
                  </a:lnTo>
                  <a:lnTo>
                    <a:pt x="576" y="622"/>
                  </a:lnTo>
                  <a:cubicBezTo>
                    <a:pt x="576" y="622"/>
                    <a:pt x="554" y="565"/>
                    <a:pt x="520" y="497"/>
                  </a:cubicBezTo>
                  <a:cubicBezTo>
                    <a:pt x="509" y="452"/>
                    <a:pt x="486" y="407"/>
                    <a:pt x="464" y="373"/>
                  </a:cubicBezTo>
                  <a:cubicBezTo>
                    <a:pt x="430" y="328"/>
                    <a:pt x="385" y="272"/>
                    <a:pt x="351" y="227"/>
                  </a:cubicBezTo>
                  <a:cubicBezTo>
                    <a:pt x="238" y="136"/>
                    <a:pt x="125" y="69"/>
                    <a:pt x="1" y="1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6653750" y="3839625"/>
              <a:ext cx="11025" cy="22800"/>
            </a:xfrm>
            <a:custGeom>
              <a:avLst/>
              <a:gdLst/>
              <a:ahLst/>
              <a:cxnLst/>
              <a:rect l="l" t="t" r="r" b="b"/>
              <a:pathLst>
                <a:path w="441" h="912" extrusionOk="0">
                  <a:moveTo>
                    <a:pt x="183" y="745"/>
                  </a:moveTo>
                  <a:lnTo>
                    <a:pt x="183" y="745"/>
                  </a:lnTo>
                  <a:cubicBezTo>
                    <a:pt x="181" y="751"/>
                    <a:pt x="182" y="754"/>
                    <a:pt x="182" y="754"/>
                  </a:cubicBezTo>
                  <a:cubicBezTo>
                    <a:pt x="184" y="754"/>
                    <a:pt x="186" y="747"/>
                    <a:pt x="183" y="745"/>
                  </a:cubicBezTo>
                  <a:close/>
                  <a:moveTo>
                    <a:pt x="0" y="0"/>
                  </a:moveTo>
                  <a:lnTo>
                    <a:pt x="79" y="113"/>
                  </a:lnTo>
                  <a:cubicBezTo>
                    <a:pt x="136" y="203"/>
                    <a:pt x="170" y="294"/>
                    <a:pt x="181" y="395"/>
                  </a:cubicBezTo>
                  <a:cubicBezTo>
                    <a:pt x="192" y="497"/>
                    <a:pt x="192" y="587"/>
                    <a:pt x="192" y="689"/>
                  </a:cubicBezTo>
                  <a:cubicBezTo>
                    <a:pt x="181" y="711"/>
                    <a:pt x="181" y="722"/>
                    <a:pt x="181" y="745"/>
                  </a:cubicBezTo>
                  <a:cubicBezTo>
                    <a:pt x="182" y="745"/>
                    <a:pt x="182" y="745"/>
                    <a:pt x="183" y="745"/>
                  </a:cubicBezTo>
                  <a:lnTo>
                    <a:pt x="183" y="745"/>
                  </a:lnTo>
                  <a:cubicBezTo>
                    <a:pt x="184" y="739"/>
                    <a:pt x="187" y="728"/>
                    <a:pt x="192" y="711"/>
                  </a:cubicBezTo>
                  <a:cubicBezTo>
                    <a:pt x="204" y="677"/>
                    <a:pt x="249" y="643"/>
                    <a:pt x="283" y="643"/>
                  </a:cubicBezTo>
                  <a:cubicBezTo>
                    <a:pt x="313" y="643"/>
                    <a:pt x="335" y="653"/>
                    <a:pt x="355" y="663"/>
                  </a:cubicBezTo>
                  <a:lnTo>
                    <a:pt x="355" y="663"/>
                  </a:lnTo>
                  <a:lnTo>
                    <a:pt x="237" y="869"/>
                  </a:lnTo>
                  <a:cubicBezTo>
                    <a:pt x="237" y="880"/>
                    <a:pt x="237" y="880"/>
                    <a:pt x="237" y="880"/>
                  </a:cubicBezTo>
                  <a:cubicBezTo>
                    <a:pt x="249" y="892"/>
                    <a:pt x="237" y="903"/>
                    <a:pt x="260" y="903"/>
                  </a:cubicBezTo>
                  <a:cubicBezTo>
                    <a:pt x="271" y="909"/>
                    <a:pt x="283" y="911"/>
                    <a:pt x="294" y="911"/>
                  </a:cubicBezTo>
                  <a:cubicBezTo>
                    <a:pt x="305" y="911"/>
                    <a:pt x="316" y="909"/>
                    <a:pt x="328" y="903"/>
                  </a:cubicBezTo>
                  <a:cubicBezTo>
                    <a:pt x="384" y="892"/>
                    <a:pt x="418" y="858"/>
                    <a:pt x="429" y="824"/>
                  </a:cubicBezTo>
                  <a:cubicBezTo>
                    <a:pt x="441" y="745"/>
                    <a:pt x="441" y="756"/>
                    <a:pt x="429" y="745"/>
                  </a:cubicBezTo>
                  <a:cubicBezTo>
                    <a:pt x="418" y="722"/>
                    <a:pt x="418" y="700"/>
                    <a:pt x="418" y="677"/>
                  </a:cubicBezTo>
                  <a:cubicBezTo>
                    <a:pt x="395" y="564"/>
                    <a:pt x="362" y="452"/>
                    <a:pt x="316" y="350"/>
                  </a:cubicBezTo>
                  <a:cubicBezTo>
                    <a:pt x="260" y="249"/>
                    <a:pt x="192" y="158"/>
                    <a:pt x="113" y="7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6654600" y="3862750"/>
              <a:ext cx="23150" cy="7925"/>
            </a:xfrm>
            <a:custGeom>
              <a:avLst/>
              <a:gdLst/>
              <a:ahLst/>
              <a:cxnLst/>
              <a:rect l="l" t="t" r="r" b="b"/>
              <a:pathLst>
                <a:path w="926" h="317" extrusionOk="0">
                  <a:moveTo>
                    <a:pt x="802" y="1"/>
                  </a:moveTo>
                  <a:lnTo>
                    <a:pt x="689" y="80"/>
                  </a:lnTo>
                  <a:cubicBezTo>
                    <a:pt x="610" y="125"/>
                    <a:pt x="519" y="159"/>
                    <a:pt x="429" y="170"/>
                  </a:cubicBezTo>
                  <a:cubicBezTo>
                    <a:pt x="226" y="215"/>
                    <a:pt x="0" y="238"/>
                    <a:pt x="0" y="238"/>
                  </a:cubicBezTo>
                  <a:cubicBezTo>
                    <a:pt x="0" y="238"/>
                    <a:pt x="215" y="283"/>
                    <a:pt x="440" y="317"/>
                  </a:cubicBezTo>
                  <a:cubicBezTo>
                    <a:pt x="553" y="317"/>
                    <a:pt x="666" y="317"/>
                    <a:pt x="779" y="283"/>
                  </a:cubicBezTo>
                  <a:lnTo>
                    <a:pt x="926" y="24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692400" y="3861900"/>
              <a:ext cx="7075" cy="13300"/>
            </a:xfrm>
            <a:custGeom>
              <a:avLst/>
              <a:gdLst/>
              <a:ahLst/>
              <a:cxnLst/>
              <a:rect l="l" t="t" r="r" b="b"/>
              <a:pathLst>
                <a:path w="283" h="532" extrusionOk="0">
                  <a:moveTo>
                    <a:pt x="46" y="1"/>
                  </a:moveTo>
                  <a:lnTo>
                    <a:pt x="46" y="1"/>
                  </a:lnTo>
                  <a:cubicBezTo>
                    <a:pt x="68" y="80"/>
                    <a:pt x="79" y="170"/>
                    <a:pt x="79" y="249"/>
                  </a:cubicBezTo>
                  <a:cubicBezTo>
                    <a:pt x="68" y="305"/>
                    <a:pt x="57" y="351"/>
                    <a:pt x="34" y="407"/>
                  </a:cubicBezTo>
                  <a:lnTo>
                    <a:pt x="0" y="486"/>
                  </a:lnTo>
                  <a:lnTo>
                    <a:pt x="283" y="531"/>
                  </a:lnTo>
                  <a:cubicBezTo>
                    <a:pt x="283" y="531"/>
                    <a:pt x="271" y="497"/>
                    <a:pt x="271" y="441"/>
                  </a:cubicBezTo>
                  <a:cubicBezTo>
                    <a:pt x="260" y="373"/>
                    <a:pt x="237" y="294"/>
                    <a:pt x="215" y="226"/>
                  </a:cubicBezTo>
                  <a:cubicBezTo>
                    <a:pt x="170" y="136"/>
                    <a:pt x="113" y="57"/>
                    <a:pt x="46" y="1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733300" y="3967700"/>
              <a:ext cx="140525" cy="98225"/>
            </a:xfrm>
            <a:custGeom>
              <a:avLst/>
              <a:gdLst/>
              <a:ahLst/>
              <a:cxnLst/>
              <a:rect l="l" t="t" r="r" b="b"/>
              <a:pathLst>
                <a:path w="5621" h="3929" extrusionOk="0">
                  <a:moveTo>
                    <a:pt x="3590" y="86"/>
                  </a:moveTo>
                  <a:cubicBezTo>
                    <a:pt x="3425" y="86"/>
                    <a:pt x="3265" y="128"/>
                    <a:pt x="3104" y="260"/>
                  </a:cubicBezTo>
                  <a:cubicBezTo>
                    <a:pt x="2856" y="486"/>
                    <a:pt x="2799" y="914"/>
                    <a:pt x="2483" y="1140"/>
                  </a:cubicBezTo>
                  <a:cubicBezTo>
                    <a:pt x="2352" y="1224"/>
                    <a:pt x="2215" y="1239"/>
                    <a:pt x="2077" y="1239"/>
                  </a:cubicBezTo>
                  <a:cubicBezTo>
                    <a:pt x="2006" y="1239"/>
                    <a:pt x="1935" y="1235"/>
                    <a:pt x="1864" y="1235"/>
                  </a:cubicBezTo>
                  <a:cubicBezTo>
                    <a:pt x="1741" y="1235"/>
                    <a:pt x="1619" y="1246"/>
                    <a:pt x="1501" y="1309"/>
                  </a:cubicBezTo>
                  <a:cubicBezTo>
                    <a:pt x="1163" y="1467"/>
                    <a:pt x="1095" y="1840"/>
                    <a:pt x="745" y="1964"/>
                  </a:cubicBezTo>
                  <a:cubicBezTo>
                    <a:pt x="531" y="2065"/>
                    <a:pt x="91" y="2156"/>
                    <a:pt x="1" y="2223"/>
                  </a:cubicBezTo>
                  <a:lnTo>
                    <a:pt x="621" y="3893"/>
                  </a:lnTo>
                  <a:cubicBezTo>
                    <a:pt x="626" y="3918"/>
                    <a:pt x="632" y="3929"/>
                    <a:pt x="638" y="3929"/>
                  </a:cubicBezTo>
                  <a:cubicBezTo>
                    <a:pt x="675" y="3929"/>
                    <a:pt x="736" y="3563"/>
                    <a:pt x="813" y="3476"/>
                  </a:cubicBezTo>
                  <a:cubicBezTo>
                    <a:pt x="1039" y="3273"/>
                    <a:pt x="1411" y="3374"/>
                    <a:pt x="1659" y="3216"/>
                  </a:cubicBezTo>
                  <a:cubicBezTo>
                    <a:pt x="1964" y="3013"/>
                    <a:pt x="2461" y="2900"/>
                    <a:pt x="2675" y="2573"/>
                  </a:cubicBezTo>
                  <a:cubicBezTo>
                    <a:pt x="2743" y="2472"/>
                    <a:pt x="2731" y="2246"/>
                    <a:pt x="2822" y="2167"/>
                  </a:cubicBezTo>
                  <a:cubicBezTo>
                    <a:pt x="2867" y="2128"/>
                    <a:pt x="2929" y="2116"/>
                    <a:pt x="2999" y="2116"/>
                  </a:cubicBezTo>
                  <a:cubicBezTo>
                    <a:pt x="3105" y="2116"/>
                    <a:pt x="3230" y="2143"/>
                    <a:pt x="3346" y="2143"/>
                  </a:cubicBezTo>
                  <a:cubicBezTo>
                    <a:pt x="3418" y="2143"/>
                    <a:pt x="3486" y="2133"/>
                    <a:pt x="3544" y="2099"/>
                  </a:cubicBezTo>
                  <a:cubicBezTo>
                    <a:pt x="3928" y="1896"/>
                    <a:pt x="3826" y="1501"/>
                    <a:pt x="4052" y="1275"/>
                  </a:cubicBezTo>
                  <a:cubicBezTo>
                    <a:pt x="4242" y="1060"/>
                    <a:pt x="4550" y="1039"/>
                    <a:pt x="4867" y="1039"/>
                  </a:cubicBezTo>
                  <a:cubicBezTo>
                    <a:pt x="4944" y="1039"/>
                    <a:pt x="5021" y="1041"/>
                    <a:pt x="5097" y="1041"/>
                  </a:cubicBezTo>
                  <a:cubicBezTo>
                    <a:pt x="5285" y="1041"/>
                    <a:pt x="5467" y="1033"/>
                    <a:pt x="5620" y="982"/>
                  </a:cubicBezTo>
                  <a:cubicBezTo>
                    <a:pt x="5406" y="0"/>
                    <a:pt x="4808" y="294"/>
                    <a:pt x="4086" y="158"/>
                  </a:cubicBezTo>
                  <a:cubicBezTo>
                    <a:pt x="3914" y="125"/>
                    <a:pt x="3750" y="86"/>
                    <a:pt x="3590" y="86"/>
                  </a:cubicBezTo>
                  <a:close/>
                </a:path>
              </a:pathLst>
            </a:custGeom>
            <a:solidFill>
              <a:srgbClr val="9E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103075" y="3892225"/>
              <a:ext cx="700775" cy="615750"/>
            </a:xfrm>
            <a:custGeom>
              <a:avLst/>
              <a:gdLst/>
              <a:ahLst/>
              <a:cxnLst/>
              <a:rect l="l" t="t" r="r" b="b"/>
              <a:pathLst>
                <a:path w="28031" h="24630" extrusionOk="0">
                  <a:moveTo>
                    <a:pt x="15615" y="0"/>
                  </a:moveTo>
                  <a:cubicBezTo>
                    <a:pt x="10035" y="0"/>
                    <a:pt x="4847" y="3322"/>
                    <a:pt x="2077" y="8402"/>
                  </a:cubicBezTo>
                  <a:cubicBezTo>
                    <a:pt x="757" y="10952"/>
                    <a:pt x="1" y="13389"/>
                    <a:pt x="633" y="16267"/>
                  </a:cubicBezTo>
                  <a:cubicBezTo>
                    <a:pt x="1061" y="18264"/>
                    <a:pt x="2348" y="20487"/>
                    <a:pt x="4018" y="22112"/>
                  </a:cubicBezTo>
                  <a:cubicBezTo>
                    <a:pt x="5158" y="23229"/>
                    <a:pt x="6478" y="24064"/>
                    <a:pt x="7821" y="24346"/>
                  </a:cubicBezTo>
                  <a:cubicBezTo>
                    <a:pt x="8744" y="24541"/>
                    <a:pt x="9666" y="24629"/>
                    <a:pt x="10585" y="24629"/>
                  </a:cubicBezTo>
                  <a:cubicBezTo>
                    <a:pt x="11902" y="24629"/>
                    <a:pt x="13215" y="24449"/>
                    <a:pt x="14523" y="24143"/>
                  </a:cubicBezTo>
                  <a:cubicBezTo>
                    <a:pt x="17660" y="23432"/>
                    <a:pt x="20177" y="22699"/>
                    <a:pt x="22885" y="20871"/>
                  </a:cubicBezTo>
                  <a:cubicBezTo>
                    <a:pt x="25266" y="19156"/>
                    <a:pt x="27591" y="16402"/>
                    <a:pt x="27782" y="13186"/>
                  </a:cubicBezTo>
                  <a:cubicBezTo>
                    <a:pt x="28031" y="7612"/>
                    <a:pt x="23889" y="1507"/>
                    <a:pt x="18608" y="322"/>
                  </a:cubicBezTo>
                  <a:cubicBezTo>
                    <a:pt x="17606" y="105"/>
                    <a:pt x="16604" y="0"/>
                    <a:pt x="15615" y="0"/>
                  </a:cubicBezTo>
                  <a:close/>
                </a:path>
              </a:pathLst>
            </a:custGeom>
            <a:solidFill>
              <a:srgbClr val="FF79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729925" y="3988575"/>
              <a:ext cx="77600" cy="92550"/>
            </a:xfrm>
            <a:custGeom>
              <a:avLst/>
              <a:gdLst/>
              <a:ahLst/>
              <a:cxnLst/>
              <a:rect l="l" t="t" r="r" b="b"/>
              <a:pathLst>
                <a:path w="3104" h="3702" extrusionOk="0">
                  <a:moveTo>
                    <a:pt x="0" y="0"/>
                  </a:moveTo>
                  <a:lnTo>
                    <a:pt x="474" y="959"/>
                  </a:lnTo>
                  <a:cubicBezTo>
                    <a:pt x="643" y="1275"/>
                    <a:pt x="835" y="1580"/>
                    <a:pt x="1050" y="1873"/>
                  </a:cubicBezTo>
                  <a:cubicBezTo>
                    <a:pt x="1253" y="2144"/>
                    <a:pt x="1433" y="2449"/>
                    <a:pt x="1557" y="2765"/>
                  </a:cubicBezTo>
                  <a:cubicBezTo>
                    <a:pt x="1557" y="2686"/>
                    <a:pt x="1569" y="2596"/>
                    <a:pt x="1557" y="2505"/>
                  </a:cubicBezTo>
                  <a:cubicBezTo>
                    <a:pt x="1535" y="2415"/>
                    <a:pt x="1524" y="2325"/>
                    <a:pt x="1501" y="2235"/>
                  </a:cubicBezTo>
                  <a:cubicBezTo>
                    <a:pt x="1481" y="2175"/>
                    <a:pt x="1461" y="2115"/>
                    <a:pt x="1440" y="2055"/>
                  </a:cubicBezTo>
                  <a:lnTo>
                    <a:pt x="1440" y="2055"/>
                  </a:lnTo>
                  <a:cubicBezTo>
                    <a:pt x="1537" y="2182"/>
                    <a:pt x="1630" y="2307"/>
                    <a:pt x="1749" y="2426"/>
                  </a:cubicBezTo>
                  <a:cubicBezTo>
                    <a:pt x="1896" y="2584"/>
                    <a:pt x="2054" y="2754"/>
                    <a:pt x="2223" y="2900"/>
                  </a:cubicBezTo>
                  <a:lnTo>
                    <a:pt x="3103" y="3702"/>
                  </a:lnTo>
                  <a:lnTo>
                    <a:pt x="2641" y="2630"/>
                  </a:lnTo>
                  <a:cubicBezTo>
                    <a:pt x="2539" y="2426"/>
                    <a:pt x="2460" y="2212"/>
                    <a:pt x="2359" y="2009"/>
                  </a:cubicBezTo>
                  <a:cubicBezTo>
                    <a:pt x="2234" y="1828"/>
                    <a:pt x="2110" y="1648"/>
                    <a:pt x="1986" y="1467"/>
                  </a:cubicBezTo>
                  <a:cubicBezTo>
                    <a:pt x="1715" y="1140"/>
                    <a:pt x="1411" y="835"/>
                    <a:pt x="1095" y="542"/>
                  </a:cubicBezTo>
                  <a:lnTo>
                    <a:pt x="1095" y="542"/>
                  </a:lnTo>
                  <a:cubicBezTo>
                    <a:pt x="1206" y="764"/>
                    <a:pt x="1321" y="987"/>
                    <a:pt x="1438" y="1203"/>
                  </a:cubicBezTo>
                  <a:lnTo>
                    <a:pt x="1438" y="1203"/>
                  </a:lnTo>
                  <a:lnTo>
                    <a:pt x="1354" y="1106"/>
                  </a:lnTo>
                  <a:lnTo>
                    <a:pt x="824" y="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6768275" y="3995050"/>
              <a:ext cx="29375" cy="47425"/>
            </a:xfrm>
            <a:custGeom>
              <a:avLst/>
              <a:gdLst/>
              <a:ahLst/>
              <a:cxnLst/>
              <a:rect l="l" t="t" r="r" b="b"/>
              <a:pathLst>
                <a:path w="1175" h="1897" extrusionOk="0">
                  <a:moveTo>
                    <a:pt x="1" y="1"/>
                  </a:moveTo>
                  <a:cubicBezTo>
                    <a:pt x="12" y="125"/>
                    <a:pt x="46" y="249"/>
                    <a:pt x="102" y="373"/>
                  </a:cubicBezTo>
                  <a:cubicBezTo>
                    <a:pt x="136" y="486"/>
                    <a:pt x="193" y="588"/>
                    <a:pt x="249" y="700"/>
                  </a:cubicBezTo>
                  <a:cubicBezTo>
                    <a:pt x="306" y="813"/>
                    <a:pt x="385" y="926"/>
                    <a:pt x="441" y="1039"/>
                  </a:cubicBezTo>
                  <a:lnTo>
                    <a:pt x="543" y="1197"/>
                  </a:lnTo>
                  <a:cubicBezTo>
                    <a:pt x="576" y="1253"/>
                    <a:pt x="610" y="1287"/>
                    <a:pt x="644" y="1355"/>
                  </a:cubicBezTo>
                  <a:cubicBezTo>
                    <a:pt x="712" y="1457"/>
                    <a:pt x="779" y="1558"/>
                    <a:pt x="858" y="1648"/>
                  </a:cubicBezTo>
                  <a:cubicBezTo>
                    <a:pt x="937" y="1761"/>
                    <a:pt x="1050" y="1840"/>
                    <a:pt x="1174" y="1897"/>
                  </a:cubicBezTo>
                  <a:cubicBezTo>
                    <a:pt x="1174" y="1885"/>
                    <a:pt x="1152" y="1739"/>
                    <a:pt x="1152" y="1524"/>
                  </a:cubicBezTo>
                  <a:cubicBezTo>
                    <a:pt x="1141" y="1400"/>
                    <a:pt x="1129" y="1276"/>
                    <a:pt x="1095" y="1163"/>
                  </a:cubicBezTo>
                  <a:cubicBezTo>
                    <a:pt x="1084" y="1084"/>
                    <a:pt x="1062" y="1016"/>
                    <a:pt x="1028" y="949"/>
                  </a:cubicBezTo>
                  <a:lnTo>
                    <a:pt x="915" y="746"/>
                  </a:lnTo>
                  <a:cubicBezTo>
                    <a:pt x="768" y="509"/>
                    <a:pt x="576" y="317"/>
                    <a:pt x="339" y="170"/>
                  </a:cubicBezTo>
                  <a:cubicBezTo>
                    <a:pt x="238" y="91"/>
                    <a:pt x="114" y="35"/>
                    <a:pt x="1" y="1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6786050" y="3988575"/>
              <a:ext cx="23725" cy="44300"/>
            </a:xfrm>
            <a:custGeom>
              <a:avLst/>
              <a:gdLst/>
              <a:ahLst/>
              <a:cxnLst/>
              <a:rect l="l" t="t" r="r" b="b"/>
              <a:pathLst>
                <a:path w="949" h="1772" extrusionOk="0">
                  <a:moveTo>
                    <a:pt x="23" y="0"/>
                  </a:moveTo>
                  <a:cubicBezTo>
                    <a:pt x="1" y="113"/>
                    <a:pt x="1" y="226"/>
                    <a:pt x="23" y="339"/>
                  </a:cubicBezTo>
                  <a:cubicBezTo>
                    <a:pt x="57" y="576"/>
                    <a:pt x="136" y="790"/>
                    <a:pt x="249" y="1005"/>
                  </a:cubicBezTo>
                  <a:cubicBezTo>
                    <a:pt x="339" y="1208"/>
                    <a:pt x="475" y="1388"/>
                    <a:pt x="633" y="1558"/>
                  </a:cubicBezTo>
                  <a:cubicBezTo>
                    <a:pt x="712" y="1637"/>
                    <a:pt x="813" y="1716"/>
                    <a:pt x="915" y="1772"/>
                  </a:cubicBezTo>
                  <a:cubicBezTo>
                    <a:pt x="937" y="1659"/>
                    <a:pt x="949" y="1546"/>
                    <a:pt x="937" y="1433"/>
                  </a:cubicBezTo>
                  <a:cubicBezTo>
                    <a:pt x="915" y="1196"/>
                    <a:pt x="847" y="959"/>
                    <a:pt x="746" y="734"/>
                  </a:cubicBezTo>
                  <a:cubicBezTo>
                    <a:pt x="633" y="531"/>
                    <a:pt x="486" y="350"/>
                    <a:pt x="305" y="192"/>
                  </a:cubicBezTo>
                  <a:cubicBezTo>
                    <a:pt x="226" y="113"/>
                    <a:pt x="125" y="45"/>
                    <a:pt x="23" y="0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791975" y="3955850"/>
              <a:ext cx="49125" cy="97625"/>
            </a:xfrm>
            <a:custGeom>
              <a:avLst/>
              <a:gdLst/>
              <a:ahLst/>
              <a:cxnLst/>
              <a:rect l="l" t="t" r="r" b="b"/>
              <a:pathLst>
                <a:path w="1965" h="3905" extrusionOk="0">
                  <a:moveTo>
                    <a:pt x="1" y="0"/>
                  </a:moveTo>
                  <a:lnTo>
                    <a:pt x="238" y="655"/>
                  </a:lnTo>
                  <a:cubicBezTo>
                    <a:pt x="271" y="770"/>
                    <a:pt x="317" y="880"/>
                    <a:pt x="370" y="989"/>
                  </a:cubicBezTo>
                  <a:lnTo>
                    <a:pt x="370" y="989"/>
                  </a:lnTo>
                  <a:lnTo>
                    <a:pt x="362" y="982"/>
                  </a:lnTo>
                  <a:lnTo>
                    <a:pt x="170" y="779"/>
                  </a:lnTo>
                  <a:lnTo>
                    <a:pt x="170" y="779"/>
                  </a:lnTo>
                  <a:cubicBezTo>
                    <a:pt x="204" y="869"/>
                    <a:pt x="204" y="948"/>
                    <a:pt x="260" y="1027"/>
                  </a:cubicBezTo>
                  <a:cubicBezTo>
                    <a:pt x="305" y="1117"/>
                    <a:pt x="351" y="1196"/>
                    <a:pt x="407" y="1275"/>
                  </a:cubicBezTo>
                  <a:cubicBezTo>
                    <a:pt x="520" y="1433"/>
                    <a:pt x="633" y="1569"/>
                    <a:pt x="723" y="1716"/>
                  </a:cubicBezTo>
                  <a:cubicBezTo>
                    <a:pt x="802" y="1874"/>
                    <a:pt x="892" y="2032"/>
                    <a:pt x="971" y="2189"/>
                  </a:cubicBezTo>
                  <a:cubicBezTo>
                    <a:pt x="1061" y="2359"/>
                    <a:pt x="1152" y="2517"/>
                    <a:pt x="1242" y="2675"/>
                  </a:cubicBezTo>
                  <a:lnTo>
                    <a:pt x="1964" y="3905"/>
                  </a:lnTo>
                  <a:lnTo>
                    <a:pt x="1693" y="2494"/>
                  </a:lnTo>
                  <a:lnTo>
                    <a:pt x="1637" y="2178"/>
                  </a:lnTo>
                  <a:cubicBezTo>
                    <a:pt x="1603" y="2088"/>
                    <a:pt x="1569" y="1998"/>
                    <a:pt x="1524" y="1896"/>
                  </a:cubicBezTo>
                  <a:cubicBezTo>
                    <a:pt x="1445" y="1727"/>
                    <a:pt x="1355" y="1546"/>
                    <a:pt x="1242" y="1388"/>
                  </a:cubicBezTo>
                  <a:lnTo>
                    <a:pt x="1221" y="1355"/>
                  </a:lnTo>
                  <a:lnTo>
                    <a:pt x="1221" y="1355"/>
                  </a:lnTo>
                  <a:cubicBezTo>
                    <a:pt x="1346" y="1440"/>
                    <a:pt x="1479" y="1533"/>
                    <a:pt x="1603" y="1637"/>
                  </a:cubicBezTo>
                  <a:cubicBezTo>
                    <a:pt x="1660" y="1682"/>
                    <a:pt x="1727" y="1738"/>
                    <a:pt x="1795" y="1795"/>
                  </a:cubicBezTo>
                  <a:cubicBezTo>
                    <a:pt x="1840" y="1862"/>
                    <a:pt x="1919" y="1919"/>
                    <a:pt x="1896" y="2009"/>
                  </a:cubicBezTo>
                  <a:cubicBezTo>
                    <a:pt x="1953" y="1930"/>
                    <a:pt x="1908" y="1817"/>
                    <a:pt x="1874" y="1738"/>
                  </a:cubicBezTo>
                  <a:cubicBezTo>
                    <a:pt x="1840" y="1659"/>
                    <a:pt x="1784" y="1580"/>
                    <a:pt x="1739" y="1501"/>
                  </a:cubicBezTo>
                  <a:cubicBezTo>
                    <a:pt x="1637" y="1354"/>
                    <a:pt x="1524" y="1219"/>
                    <a:pt x="1400" y="1084"/>
                  </a:cubicBezTo>
                  <a:cubicBezTo>
                    <a:pt x="1276" y="948"/>
                    <a:pt x="1152" y="824"/>
                    <a:pt x="1028" y="700"/>
                  </a:cubicBezTo>
                  <a:cubicBezTo>
                    <a:pt x="892" y="576"/>
                    <a:pt x="745" y="452"/>
                    <a:pt x="576" y="35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6831475" y="3967125"/>
              <a:ext cx="19200" cy="35300"/>
            </a:xfrm>
            <a:custGeom>
              <a:avLst/>
              <a:gdLst/>
              <a:ahLst/>
              <a:cxnLst/>
              <a:rect l="l" t="t" r="r" b="b"/>
              <a:pathLst>
                <a:path w="768" h="1412" extrusionOk="0">
                  <a:moveTo>
                    <a:pt x="46" y="1"/>
                  </a:moveTo>
                  <a:cubicBezTo>
                    <a:pt x="12" y="91"/>
                    <a:pt x="1" y="193"/>
                    <a:pt x="1" y="294"/>
                  </a:cubicBezTo>
                  <a:cubicBezTo>
                    <a:pt x="12" y="475"/>
                    <a:pt x="57" y="655"/>
                    <a:pt x="147" y="824"/>
                  </a:cubicBezTo>
                  <a:cubicBezTo>
                    <a:pt x="226" y="971"/>
                    <a:pt x="328" y="1107"/>
                    <a:pt x="452" y="1219"/>
                  </a:cubicBezTo>
                  <a:cubicBezTo>
                    <a:pt x="565" y="1321"/>
                    <a:pt x="655" y="1411"/>
                    <a:pt x="655" y="1411"/>
                  </a:cubicBezTo>
                  <a:cubicBezTo>
                    <a:pt x="723" y="1321"/>
                    <a:pt x="757" y="1231"/>
                    <a:pt x="757" y="1129"/>
                  </a:cubicBezTo>
                  <a:cubicBezTo>
                    <a:pt x="768" y="926"/>
                    <a:pt x="723" y="734"/>
                    <a:pt x="632" y="565"/>
                  </a:cubicBezTo>
                  <a:cubicBezTo>
                    <a:pt x="553" y="407"/>
                    <a:pt x="429" y="272"/>
                    <a:pt x="283" y="159"/>
                  </a:cubicBezTo>
                  <a:cubicBezTo>
                    <a:pt x="215" y="102"/>
                    <a:pt x="136" y="46"/>
                    <a:pt x="46" y="1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6850650" y="3970225"/>
              <a:ext cx="16950" cy="28525"/>
            </a:xfrm>
            <a:custGeom>
              <a:avLst/>
              <a:gdLst/>
              <a:ahLst/>
              <a:cxnLst/>
              <a:rect l="l" t="t" r="r" b="b"/>
              <a:pathLst>
                <a:path w="678" h="1141" extrusionOk="0">
                  <a:moveTo>
                    <a:pt x="35" y="1"/>
                  </a:moveTo>
                  <a:cubicBezTo>
                    <a:pt x="1" y="80"/>
                    <a:pt x="1" y="159"/>
                    <a:pt x="1" y="249"/>
                  </a:cubicBezTo>
                  <a:cubicBezTo>
                    <a:pt x="1" y="396"/>
                    <a:pt x="35" y="531"/>
                    <a:pt x="91" y="667"/>
                  </a:cubicBezTo>
                  <a:cubicBezTo>
                    <a:pt x="148" y="779"/>
                    <a:pt x="238" y="892"/>
                    <a:pt x="339" y="983"/>
                  </a:cubicBezTo>
                  <a:cubicBezTo>
                    <a:pt x="396" y="1039"/>
                    <a:pt x="464" y="1095"/>
                    <a:pt x="531" y="1141"/>
                  </a:cubicBezTo>
                  <a:cubicBezTo>
                    <a:pt x="588" y="1073"/>
                    <a:pt x="621" y="994"/>
                    <a:pt x="644" y="904"/>
                  </a:cubicBezTo>
                  <a:cubicBezTo>
                    <a:pt x="678" y="746"/>
                    <a:pt x="667" y="576"/>
                    <a:pt x="599" y="418"/>
                  </a:cubicBezTo>
                  <a:cubicBezTo>
                    <a:pt x="520" y="283"/>
                    <a:pt x="407" y="159"/>
                    <a:pt x="272" y="80"/>
                  </a:cubicBezTo>
                  <a:cubicBezTo>
                    <a:pt x="193" y="46"/>
                    <a:pt x="114" y="12"/>
                    <a:pt x="35" y="1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6218450" y="4041600"/>
              <a:ext cx="11875" cy="18075"/>
            </a:xfrm>
            <a:custGeom>
              <a:avLst/>
              <a:gdLst/>
              <a:ahLst/>
              <a:cxnLst/>
              <a:rect l="l" t="t" r="r" b="b"/>
              <a:pathLst>
                <a:path w="475" h="723" extrusionOk="0">
                  <a:moveTo>
                    <a:pt x="238" y="1"/>
                  </a:moveTo>
                  <a:cubicBezTo>
                    <a:pt x="102" y="1"/>
                    <a:pt x="1" y="159"/>
                    <a:pt x="1" y="362"/>
                  </a:cubicBezTo>
                  <a:cubicBezTo>
                    <a:pt x="1" y="554"/>
                    <a:pt x="102" y="723"/>
                    <a:pt x="238" y="723"/>
                  </a:cubicBezTo>
                  <a:cubicBezTo>
                    <a:pt x="373" y="723"/>
                    <a:pt x="475" y="554"/>
                    <a:pt x="475" y="362"/>
                  </a:cubicBezTo>
                  <a:cubicBezTo>
                    <a:pt x="475" y="159"/>
                    <a:pt x="373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6227775" y="4029175"/>
              <a:ext cx="17275" cy="14150"/>
            </a:xfrm>
            <a:custGeom>
              <a:avLst/>
              <a:gdLst/>
              <a:ahLst/>
              <a:cxnLst/>
              <a:rect l="l" t="t" r="r" b="b"/>
              <a:pathLst>
                <a:path w="691" h="566" extrusionOk="0">
                  <a:moveTo>
                    <a:pt x="404" y="0"/>
                  </a:moveTo>
                  <a:cubicBezTo>
                    <a:pt x="397" y="0"/>
                    <a:pt x="391" y="1"/>
                    <a:pt x="384" y="1"/>
                  </a:cubicBezTo>
                  <a:cubicBezTo>
                    <a:pt x="124" y="1"/>
                    <a:pt x="0" y="328"/>
                    <a:pt x="203" y="498"/>
                  </a:cubicBezTo>
                  <a:cubicBezTo>
                    <a:pt x="257" y="545"/>
                    <a:pt x="320" y="566"/>
                    <a:pt x="381" y="566"/>
                  </a:cubicBezTo>
                  <a:cubicBezTo>
                    <a:pt x="539" y="566"/>
                    <a:pt x="690" y="428"/>
                    <a:pt x="666" y="249"/>
                  </a:cubicBezTo>
                  <a:cubicBezTo>
                    <a:pt x="655" y="110"/>
                    <a:pt x="542" y="0"/>
                    <a:pt x="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6253150" y="4007750"/>
              <a:ext cx="22600" cy="21475"/>
            </a:xfrm>
            <a:custGeom>
              <a:avLst/>
              <a:gdLst/>
              <a:ahLst/>
              <a:cxnLst/>
              <a:rect l="l" t="t" r="r" b="b"/>
              <a:pathLst>
                <a:path w="904" h="859" extrusionOk="0">
                  <a:moveTo>
                    <a:pt x="452" y="1"/>
                  </a:moveTo>
                  <a:cubicBezTo>
                    <a:pt x="204" y="1"/>
                    <a:pt x="1" y="192"/>
                    <a:pt x="1" y="429"/>
                  </a:cubicBezTo>
                  <a:cubicBezTo>
                    <a:pt x="1" y="666"/>
                    <a:pt x="204" y="858"/>
                    <a:pt x="452" y="858"/>
                  </a:cubicBezTo>
                  <a:cubicBezTo>
                    <a:pt x="701" y="858"/>
                    <a:pt x="904" y="666"/>
                    <a:pt x="904" y="429"/>
                  </a:cubicBezTo>
                  <a:cubicBezTo>
                    <a:pt x="904" y="192"/>
                    <a:pt x="701" y="1"/>
                    <a:pt x="4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6253150" y="4041600"/>
              <a:ext cx="22600" cy="18075"/>
            </a:xfrm>
            <a:custGeom>
              <a:avLst/>
              <a:gdLst/>
              <a:ahLst/>
              <a:cxnLst/>
              <a:rect l="l" t="t" r="r" b="b"/>
              <a:pathLst>
                <a:path w="904" h="723" extrusionOk="0">
                  <a:moveTo>
                    <a:pt x="452" y="1"/>
                  </a:moveTo>
                  <a:cubicBezTo>
                    <a:pt x="204" y="1"/>
                    <a:pt x="1" y="159"/>
                    <a:pt x="1" y="362"/>
                  </a:cubicBezTo>
                  <a:cubicBezTo>
                    <a:pt x="1" y="554"/>
                    <a:pt x="204" y="723"/>
                    <a:pt x="452" y="723"/>
                  </a:cubicBezTo>
                  <a:cubicBezTo>
                    <a:pt x="701" y="723"/>
                    <a:pt x="904" y="554"/>
                    <a:pt x="904" y="362"/>
                  </a:cubicBezTo>
                  <a:cubicBezTo>
                    <a:pt x="904" y="159"/>
                    <a:pt x="712" y="1"/>
                    <a:pt x="4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6289275" y="4018475"/>
              <a:ext cx="7075" cy="10750"/>
            </a:xfrm>
            <a:custGeom>
              <a:avLst/>
              <a:gdLst/>
              <a:ahLst/>
              <a:cxnLst/>
              <a:rect l="l" t="t" r="r" b="b"/>
              <a:pathLst>
                <a:path w="283" h="430" extrusionOk="0">
                  <a:moveTo>
                    <a:pt x="147" y="0"/>
                  </a:moveTo>
                  <a:cubicBezTo>
                    <a:pt x="68" y="0"/>
                    <a:pt x="0" y="91"/>
                    <a:pt x="0" y="215"/>
                  </a:cubicBezTo>
                  <a:cubicBezTo>
                    <a:pt x="0" y="328"/>
                    <a:pt x="68" y="429"/>
                    <a:pt x="147" y="429"/>
                  </a:cubicBezTo>
                  <a:cubicBezTo>
                    <a:pt x="215" y="429"/>
                    <a:pt x="282" y="328"/>
                    <a:pt x="282" y="215"/>
                  </a:cubicBezTo>
                  <a:cubicBezTo>
                    <a:pt x="282" y="91"/>
                    <a:pt x="215" y="0"/>
                    <a:pt x="1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6308175" y="3984900"/>
              <a:ext cx="15825" cy="22875"/>
            </a:xfrm>
            <a:custGeom>
              <a:avLst/>
              <a:gdLst/>
              <a:ahLst/>
              <a:cxnLst/>
              <a:rect l="l" t="t" r="r" b="b"/>
              <a:pathLst>
                <a:path w="633" h="915" extrusionOk="0">
                  <a:moveTo>
                    <a:pt x="316" y="1"/>
                  </a:moveTo>
                  <a:cubicBezTo>
                    <a:pt x="136" y="1"/>
                    <a:pt x="0" y="204"/>
                    <a:pt x="0" y="452"/>
                  </a:cubicBezTo>
                  <a:cubicBezTo>
                    <a:pt x="0" y="712"/>
                    <a:pt x="136" y="915"/>
                    <a:pt x="316" y="915"/>
                  </a:cubicBezTo>
                  <a:cubicBezTo>
                    <a:pt x="486" y="915"/>
                    <a:pt x="632" y="712"/>
                    <a:pt x="632" y="452"/>
                  </a:cubicBezTo>
                  <a:cubicBezTo>
                    <a:pt x="632" y="204"/>
                    <a:pt x="486" y="1"/>
                    <a:pt x="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6332425" y="3969950"/>
              <a:ext cx="26825" cy="31350"/>
            </a:xfrm>
            <a:custGeom>
              <a:avLst/>
              <a:gdLst/>
              <a:ahLst/>
              <a:cxnLst/>
              <a:rect l="l" t="t" r="r" b="b"/>
              <a:pathLst>
                <a:path w="1073" h="1254" extrusionOk="0">
                  <a:moveTo>
                    <a:pt x="531" y="1"/>
                  </a:moveTo>
                  <a:cubicBezTo>
                    <a:pt x="238" y="1"/>
                    <a:pt x="1" y="283"/>
                    <a:pt x="1" y="621"/>
                  </a:cubicBezTo>
                  <a:cubicBezTo>
                    <a:pt x="1" y="971"/>
                    <a:pt x="238" y="1253"/>
                    <a:pt x="531" y="1253"/>
                  </a:cubicBezTo>
                  <a:cubicBezTo>
                    <a:pt x="836" y="1253"/>
                    <a:pt x="1073" y="971"/>
                    <a:pt x="1073" y="621"/>
                  </a:cubicBezTo>
                  <a:cubicBezTo>
                    <a:pt x="1073" y="283"/>
                    <a:pt x="836" y="1"/>
                    <a:pt x="5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6326500" y="4023825"/>
              <a:ext cx="19225" cy="16550"/>
            </a:xfrm>
            <a:custGeom>
              <a:avLst/>
              <a:gdLst/>
              <a:ahLst/>
              <a:cxnLst/>
              <a:rect l="l" t="t" r="r" b="b"/>
              <a:pathLst>
                <a:path w="769" h="662" extrusionOk="0">
                  <a:moveTo>
                    <a:pt x="441" y="1"/>
                  </a:moveTo>
                  <a:cubicBezTo>
                    <a:pt x="147" y="1"/>
                    <a:pt x="1" y="351"/>
                    <a:pt x="193" y="554"/>
                  </a:cubicBezTo>
                  <a:cubicBezTo>
                    <a:pt x="263" y="628"/>
                    <a:pt x="351" y="662"/>
                    <a:pt x="437" y="662"/>
                  </a:cubicBezTo>
                  <a:cubicBezTo>
                    <a:pt x="599" y="662"/>
                    <a:pt x="753" y="542"/>
                    <a:pt x="768" y="351"/>
                  </a:cubicBezTo>
                  <a:cubicBezTo>
                    <a:pt x="768" y="159"/>
                    <a:pt x="621" y="1"/>
                    <a:pt x="4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6277975" y="3978975"/>
              <a:ext cx="18650" cy="15875"/>
            </a:xfrm>
            <a:custGeom>
              <a:avLst/>
              <a:gdLst/>
              <a:ahLst/>
              <a:cxnLst/>
              <a:rect l="l" t="t" r="r" b="b"/>
              <a:pathLst>
                <a:path w="746" h="635" extrusionOk="0">
                  <a:moveTo>
                    <a:pt x="418" y="1"/>
                  </a:moveTo>
                  <a:cubicBezTo>
                    <a:pt x="148" y="1"/>
                    <a:pt x="1" y="328"/>
                    <a:pt x="181" y="531"/>
                  </a:cubicBezTo>
                  <a:cubicBezTo>
                    <a:pt x="249" y="603"/>
                    <a:pt x="335" y="635"/>
                    <a:pt x="419" y="635"/>
                  </a:cubicBezTo>
                  <a:cubicBezTo>
                    <a:pt x="573" y="635"/>
                    <a:pt x="720" y="526"/>
                    <a:pt x="734" y="350"/>
                  </a:cubicBezTo>
                  <a:cubicBezTo>
                    <a:pt x="746" y="170"/>
                    <a:pt x="599" y="12"/>
                    <a:pt x="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6200400" y="4087300"/>
              <a:ext cx="11875" cy="8200"/>
            </a:xfrm>
            <a:custGeom>
              <a:avLst/>
              <a:gdLst/>
              <a:ahLst/>
              <a:cxnLst/>
              <a:rect l="l" t="t" r="r" b="b"/>
              <a:pathLst>
                <a:path w="475" h="328" extrusionOk="0">
                  <a:moveTo>
                    <a:pt x="238" y="1"/>
                  </a:moveTo>
                  <a:cubicBezTo>
                    <a:pt x="102" y="1"/>
                    <a:pt x="1" y="68"/>
                    <a:pt x="1" y="170"/>
                  </a:cubicBezTo>
                  <a:cubicBezTo>
                    <a:pt x="1" y="260"/>
                    <a:pt x="114" y="328"/>
                    <a:pt x="238" y="328"/>
                  </a:cubicBezTo>
                  <a:cubicBezTo>
                    <a:pt x="373" y="328"/>
                    <a:pt x="475" y="260"/>
                    <a:pt x="475" y="170"/>
                  </a:cubicBezTo>
                  <a:cubicBezTo>
                    <a:pt x="475" y="80"/>
                    <a:pt x="373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6221850" y="4076850"/>
              <a:ext cx="16350" cy="13200"/>
            </a:xfrm>
            <a:custGeom>
              <a:avLst/>
              <a:gdLst/>
              <a:ahLst/>
              <a:cxnLst/>
              <a:rect l="l" t="t" r="r" b="b"/>
              <a:pathLst>
                <a:path w="654" h="528" extrusionOk="0">
                  <a:moveTo>
                    <a:pt x="384" y="0"/>
                  </a:moveTo>
                  <a:cubicBezTo>
                    <a:pt x="377" y="0"/>
                    <a:pt x="369" y="1"/>
                    <a:pt x="361" y="1"/>
                  </a:cubicBezTo>
                  <a:cubicBezTo>
                    <a:pt x="113" y="1"/>
                    <a:pt x="0" y="306"/>
                    <a:pt x="192" y="464"/>
                  </a:cubicBezTo>
                  <a:cubicBezTo>
                    <a:pt x="245" y="508"/>
                    <a:pt x="306" y="527"/>
                    <a:pt x="364" y="527"/>
                  </a:cubicBezTo>
                  <a:cubicBezTo>
                    <a:pt x="515" y="527"/>
                    <a:pt x="654" y="395"/>
                    <a:pt x="621" y="216"/>
                  </a:cubicBezTo>
                  <a:cubicBezTo>
                    <a:pt x="610" y="88"/>
                    <a:pt x="509" y="0"/>
                    <a:pt x="3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6212250" y="4117775"/>
              <a:ext cx="12150" cy="9050"/>
            </a:xfrm>
            <a:custGeom>
              <a:avLst/>
              <a:gdLst/>
              <a:ahLst/>
              <a:cxnLst/>
              <a:rect l="l" t="t" r="r" b="b"/>
              <a:pathLst>
                <a:path w="486" h="362" extrusionOk="0">
                  <a:moveTo>
                    <a:pt x="238" y="0"/>
                  </a:moveTo>
                  <a:cubicBezTo>
                    <a:pt x="102" y="0"/>
                    <a:pt x="1" y="79"/>
                    <a:pt x="1" y="181"/>
                  </a:cubicBezTo>
                  <a:cubicBezTo>
                    <a:pt x="1" y="283"/>
                    <a:pt x="102" y="362"/>
                    <a:pt x="238" y="362"/>
                  </a:cubicBezTo>
                  <a:cubicBezTo>
                    <a:pt x="373" y="362"/>
                    <a:pt x="486" y="283"/>
                    <a:pt x="486" y="181"/>
                  </a:cubicBezTo>
                  <a:cubicBezTo>
                    <a:pt x="486" y="79"/>
                    <a:pt x="37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6192225" y="4146550"/>
              <a:ext cx="8200" cy="7050"/>
            </a:xfrm>
            <a:custGeom>
              <a:avLst/>
              <a:gdLst/>
              <a:ahLst/>
              <a:cxnLst/>
              <a:rect l="l" t="t" r="r" b="b"/>
              <a:pathLst>
                <a:path w="328" h="282" extrusionOk="0">
                  <a:moveTo>
                    <a:pt x="192" y="0"/>
                  </a:moveTo>
                  <a:cubicBezTo>
                    <a:pt x="57" y="0"/>
                    <a:pt x="1" y="158"/>
                    <a:pt x="91" y="237"/>
                  </a:cubicBezTo>
                  <a:cubicBezTo>
                    <a:pt x="121" y="268"/>
                    <a:pt x="158" y="282"/>
                    <a:pt x="194" y="282"/>
                  </a:cubicBezTo>
                  <a:cubicBezTo>
                    <a:pt x="264" y="282"/>
                    <a:pt x="328" y="229"/>
                    <a:pt x="328" y="147"/>
                  </a:cubicBezTo>
                  <a:cubicBezTo>
                    <a:pt x="328" y="68"/>
                    <a:pt x="271" y="0"/>
                    <a:pt x="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6250900" y="4095500"/>
              <a:ext cx="16675" cy="14100"/>
            </a:xfrm>
            <a:custGeom>
              <a:avLst/>
              <a:gdLst/>
              <a:ahLst/>
              <a:cxnLst/>
              <a:rect l="l" t="t" r="r" b="b"/>
              <a:pathLst>
                <a:path w="667" h="564" extrusionOk="0">
                  <a:moveTo>
                    <a:pt x="384" y="0"/>
                  </a:moveTo>
                  <a:cubicBezTo>
                    <a:pt x="125" y="0"/>
                    <a:pt x="1" y="305"/>
                    <a:pt x="181" y="485"/>
                  </a:cubicBezTo>
                  <a:cubicBezTo>
                    <a:pt x="238" y="539"/>
                    <a:pt x="308" y="563"/>
                    <a:pt x="377" y="563"/>
                  </a:cubicBezTo>
                  <a:cubicBezTo>
                    <a:pt x="524" y="563"/>
                    <a:pt x="666" y="452"/>
                    <a:pt x="666" y="282"/>
                  </a:cubicBezTo>
                  <a:cubicBezTo>
                    <a:pt x="666" y="124"/>
                    <a:pt x="542" y="0"/>
                    <a:pt x="3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6176150" y="4113550"/>
              <a:ext cx="6225" cy="4250"/>
            </a:xfrm>
            <a:custGeom>
              <a:avLst/>
              <a:gdLst/>
              <a:ahLst/>
              <a:cxnLst/>
              <a:rect l="l" t="t" r="r" b="b"/>
              <a:pathLst>
                <a:path w="249" h="170" extrusionOk="0">
                  <a:moveTo>
                    <a:pt x="124" y="0"/>
                  </a:moveTo>
                  <a:cubicBezTo>
                    <a:pt x="57" y="0"/>
                    <a:pt x="0" y="45"/>
                    <a:pt x="0" y="90"/>
                  </a:cubicBezTo>
                  <a:cubicBezTo>
                    <a:pt x="0" y="136"/>
                    <a:pt x="57" y="169"/>
                    <a:pt x="124" y="169"/>
                  </a:cubicBezTo>
                  <a:cubicBezTo>
                    <a:pt x="192" y="169"/>
                    <a:pt x="249" y="136"/>
                    <a:pt x="249" y="90"/>
                  </a:cubicBezTo>
                  <a:cubicBezTo>
                    <a:pt x="249" y="45"/>
                    <a:pt x="192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6304500" y="4066150"/>
              <a:ext cx="24850" cy="21250"/>
            </a:xfrm>
            <a:custGeom>
              <a:avLst/>
              <a:gdLst/>
              <a:ahLst/>
              <a:cxnLst/>
              <a:rect l="l" t="t" r="r" b="b"/>
              <a:pathLst>
                <a:path w="994" h="850" extrusionOk="0">
                  <a:moveTo>
                    <a:pt x="565" y="0"/>
                  </a:moveTo>
                  <a:cubicBezTo>
                    <a:pt x="192" y="0"/>
                    <a:pt x="1" y="452"/>
                    <a:pt x="271" y="723"/>
                  </a:cubicBezTo>
                  <a:cubicBezTo>
                    <a:pt x="355" y="810"/>
                    <a:pt x="460" y="849"/>
                    <a:pt x="564" y="849"/>
                  </a:cubicBezTo>
                  <a:cubicBezTo>
                    <a:pt x="782" y="849"/>
                    <a:pt x="994" y="678"/>
                    <a:pt x="994" y="418"/>
                  </a:cubicBezTo>
                  <a:cubicBezTo>
                    <a:pt x="994" y="192"/>
                    <a:pt x="802" y="0"/>
                    <a:pt x="5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6283350" y="4059375"/>
              <a:ext cx="13275" cy="11325"/>
            </a:xfrm>
            <a:custGeom>
              <a:avLst/>
              <a:gdLst/>
              <a:ahLst/>
              <a:cxnLst/>
              <a:rect l="l" t="t" r="r" b="b"/>
              <a:pathLst>
                <a:path w="531" h="453" extrusionOk="0">
                  <a:moveTo>
                    <a:pt x="294" y="1"/>
                  </a:moveTo>
                  <a:cubicBezTo>
                    <a:pt x="102" y="1"/>
                    <a:pt x="0" y="226"/>
                    <a:pt x="124" y="373"/>
                  </a:cubicBezTo>
                  <a:cubicBezTo>
                    <a:pt x="171" y="428"/>
                    <a:pt x="234" y="453"/>
                    <a:pt x="295" y="453"/>
                  </a:cubicBezTo>
                  <a:cubicBezTo>
                    <a:pt x="398" y="453"/>
                    <a:pt x="498" y="384"/>
                    <a:pt x="519" y="271"/>
                  </a:cubicBezTo>
                  <a:cubicBezTo>
                    <a:pt x="531" y="136"/>
                    <a:pt x="429" y="12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6367125" y="4050350"/>
              <a:ext cx="9050" cy="5100"/>
            </a:xfrm>
            <a:custGeom>
              <a:avLst/>
              <a:gdLst/>
              <a:ahLst/>
              <a:cxnLst/>
              <a:rect l="l" t="t" r="r" b="b"/>
              <a:pathLst>
                <a:path w="362" h="204" extrusionOk="0">
                  <a:moveTo>
                    <a:pt x="181" y="1"/>
                  </a:moveTo>
                  <a:cubicBezTo>
                    <a:pt x="80" y="1"/>
                    <a:pt x="1" y="46"/>
                    <a:pt x="1" y="102"/>
                  </a:cubicBezTo>
                  <a:cubicBezTo>
                    <a:pt x="1" y="159"/>
                    <a:pt x="80" y="204"/>
                    <a:pt x="181" y="204"/>
                  </a:cubicBezTo>
                  <a:cubicBezTo>
                    <a:pt x="283" y="204"/>
                    <a:pt x="362" y="159"/>
                    <a:pt x="362" y="102"/>
                  </a:cubicBezTo>
                  <a:cubicBezTo>
                    <a:pt x="362" y="46"/>
                    <a:pt x="272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6389125" y="4011975"/>
              <a:ext cx="10200" cy="17250"/>
            </a:xfrm>
            <a:custGeom>
              <a:avLst/>
              <a:gdLst/>
              <a:ahLst/>
              <a:cxnLst/>
              <a:rect l="l" t="t" r="r" b="b"/>
              <a:pathLst>
                <a:path w="408" h="690" extrusionOk="0">
                  <a:moveTo>
                    <a:pt x="204" y="1"/>
                  </a:moveTo>
                  <a:cubicBezTo>
                    <a:pt x="91" y="1"/>
                    <a:pt x="1" y="148"/>
                    <a:pt x="1" y="339"/>
                  </a:cubicBezTo>
                  <a:cubicBezTo>
                    <a:pt x="1" y="531"/>
                    <a:pt x="91" y="689"/>
                    <a:pt x="204" y="689"/>
                  </a:cubicBezTo>
                  <a:cubicBezTo>
                    <a:pt x="317" y="689"/>
                    <a:pt x="407" y="531"/>
                    <a:pt x="407" y="339"/>
                  </a:cubicBezTo>
                  <a:cubicBezTo>
                    <a:pt x="407" y="148"/>
                    <a:pt x="317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6389125" y="3939775"/>
              <a:ext cx="10200" cy="15525"/>
            </a:xfrm>
            <a:custGeom>
              <a:avLst/>
              <a:gdLst/>
              <a:ahLst/>
              <a:cxnLst/>
              <a:rect l="l" t="t" r="r" b="b"/>
              <a:pathLst>
                <a:path w="408" h="621" extrusionOk="0">
                  <a:moveTo>
                    <a:pt x="204" y="0"/>
                  </a:moveTo>
                  <a:cubicBezTo>
                    <a:pt x="91" y="0"/>
                    <a:pt x="1" y="136"/>
                    <a:pt x="1" y="305"/>
                  </a:cubicBezTo>
                  <a:cubicBezTo>
                    <a:pt x="1" y="485"/>
                    <a:pt x="91" y="621"/>
                    <a:pt x="204" y="621"/>
                  </a:cubicBezTo>
                  <a:cubicBezTo>
                    <a:pt x="317" y="621"/>
                    <a:pt x="407" y="485"/>
                    <a:pt x="407" y="305"/>
                  </a:cubicBezTo>
                  <a:cubicBezTo>
                    <a:pt x="407" y="136"/>
                    <a:pt x="317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6210275" y="4226950"/>
              <a:ext cx="487800" cy="453250"/>
            </a:xfrm>
            <a:custGeom>
              <a:avLst/>
              <a:gdLst/>
              <a:ahLst/>
              <a:cxnLst/>
              <a:rect l="l" t="t" r="r" b="b"/>
              <a:pathLst>
                <a:path w="19512" h="18130" extrusionOk="0">
                  <a:moveTo>
                    <a:pt x="14896" y="0"/>
                  </a:moveTo>
                  <a:lnTo>
                    <a:pt x="14896" y="0"/>
                  </a:lnTo>
                  <a:cubicBezTo>
                    <a:pt x="13451" y="1591"/>
                    <a:pt x="1411" y="14941"/>
                    <a:pt x="1" y="16419"/>
                  </a:cubicBezTo>
                  <a:cubicBezTo>
                    <a:pt x="88" y="16397"/>
                    <a:pt x="147" y="16385"/>
                    <a:pt x="166" y="16385"/>
                  </a:cubicBezTo>
                  <a:cubicBezTo>
                    <a:pt x="176" y="16385"/>
                    <a:pt x="175" y="16388"/>
                    <a:pt x="159" y="16396"/>
                  </a:cubicBezTo>
                  <a:cubicBezTo>
                    <a:pt x="11" y="16477"/>
                    <a:pt x="2909" y="18129"/>
                    <a:pt x="6585" y="18129"/>
                  </a:cubicBezTo>
                  <a:cubicBezTo>
                    <a:pt x="9068" y="18129"/>
                    <a:pt x="11906" y="17375"/>
                    <a:pt x="14399" y="14873"/>
                  </a:cubicBezTo>
                  <a:cubicBezTo>
                    <a:pt x="19511" y="9739"/>
                    <a:pt x="16205" y="2415"/>
                    <a:pt x="14896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6208025" y="4223000"/>
              <a:ext cx="571575" cy="550975"/>
            </a:xfrm>
            <a:custGeom>
              <a:avLst/>
              <a:gdLst/>
              <a:ahLst/>
              <a:cxnLst/>
              <a:rect l="l" t="t" r="r" b="b"/>
              <a:pathLst>
                <a:path w="22863" h="22039" extrusionOk="0">
                  <a:moveTo>
                    <a:pt x="14986" y="158"/>
                  </a:moveTo>
                  <a:cubicBezTo>
                    <a:pt x="16306" y="2573"/>
                    <a:pt x="19601" y="9897"/>
                    <a:pt x="14501" y="15031"/>
                  </a:cubicBezTo>
                  <a:cubicBezTo>
                    <a:pt x="8306" y="21237"/>
                    <a:pt x="0" y="16690"/>
                    <a:pt x="249" y="16554"/>
                  </a:cubicBezTo>
                  <a:cubicBezTo>
                    <a:pt x="294" y="16532"/>
                    <a:pt x="237" y="16543"/>
                    <a:pt x="113" y="16577"/>
                  </a:cubicBezTo>
                  <a:cubicBezTo>
                    <a:pt x="68" y="16633"/>
                    <a:pt x="23" y="16667"/>
                    <a:pt x="12" y="16690"/>
                  </a:cubicBezTo>
                  <a:cubicBezTo>
                    <a:pt x="12" y="16690"/>
                    <a:pt x="7843" y="22038"/>
                    <a:pt x="13801" y="16712"/>
                  </a:cubicBezTo>
                  <a:cubicBezTo>
                    <a:pt x="22862" y="8610"/>
                    <a:pt x="15144" y="0"/>
                    <a:pt x="15144" y="0"/>
                  </a:cubicBezTo>
                  <a:close/>
                </a:path>
              </a:pathLst>
            </a:custGeom>
            <a:solidFill>
              <a:srgbClr val="C798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6414525" y="4339225"/>
              <a:ext cx="91700" cy="106650"/>
            </a:xfrm>
            <a:custGeom>
              <a:avLst/>
              <a:gdLst/>
              <a:ahLst/>
              <a:cxnLst/>
              <a:rect l="l" t="t" r="r" b="b"/>
              <a:pathLst>
                <a:path w="3668" h="4266" extrusionOk="0">
                  <a:moveTo>
                    <a:pt x="3668" y="1"/>
                  </a:moveTo>
                  <a:cubicBezTo>
                    <a:pt x="3420" y="170"/>
                    <a:pt x="3183" y="350"/>
                    <a:pt x="2957" y="542"/>
                  </a:cubicBezTo>
                  <a:cubicBezTo>
                    <a:pt x="2720" y="734"/>
                    <a:pt x="2494" y="937"/>
                    <a:pt x="2291" y="1163"/>
                  </a:cubicBezTo>
                  <a:cubicBezTo>
                    <a:pt x="2065" y="1411"/>
                    <a:pt x="1817" y="1682"/>
                    <a:pt x="1603" y="1953"/>
                  </a:cubicBezTo>
                  <a:cubicBezTo>
                    <a:pt x="1400" y="2223"/>
                    <a:pt x="1174" y="2494"/>
                    <a:pt x="993" y="2765"/>
                  </a:cubicBezTo>
                  <a:cubicBezTo>
                    <a:pt x="802" y="3036"/>
                    <a:pt x="610" y="3284"/>
                    <a:pt x="474" y="3510"/>
                  </a:cubicBezTo>
                  <a:cubicBezTo>
                    <a:pt x="294" y="3747"/>
                    <a:pt x="147" y="4006"/>
                    <a:pt x="0" y="4266"/>
                  </a:cubicBezTo>
                  <a:cubicBezTo>
                    <a:pt x="249" y="4097"/>
                    <a:pt x="486" y="3916"/>
                    <a:pt x="700" y="3713"/>
                  </a:cubicBezTo>
                  <a:cubicBezTo>
                    <a:pt x="937" y="3521"/>
                    <a:pt x="1151" y="3318"/>
                    <a:pt x="1355" y="3092"/>
                  </a:cubicBezTo>
                  <a:cubicBezTo>
                    <a:pt x="1580" y="2844"/>
                    <a:pt x="1817" y="2573"/>
                    <a:pt x="2043" y="2302"/>
                  </a:cubicBezTo>
                  <a:cubicBezTo>
                    <a:pt x="2257" y="2020"/>
                    <a:pt x="2472" y="1750"/>
                    <a:pt x="2664" y="1479"/>
                  </a:cubicBezTo>
                  <a:cubicBezTo>
                    <a:pt x="2765" y="1355"/>
                    <a:pt x="2844" y="1208"/>
                    <a:pt x="2934" y="1095"/>
                  </a:cubicBezTo>
                  <a:cubicBezTo>
                    <a:pt x="3025" y="982"/>
                    <a:pt x="3115" y="858"/>
                    <a:pt x="3183" y="757"/>
                  </a:cubicBezTo>
                  <a:cubicBezTo>
                    <a:pt x="3363" y="520"/>
                    <a:pt x="3521" y="260"/>
                    <a:pt x="36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6506500" y="4324275"/>
              <a:ext cx="30775" cy="39225"/>
            </a:xfrm>
            <a:custGeom>
              <a:avLst/>
              <a:gdLst/>
              <a:ahLst/>
              <a:cxnLst/>
              <a:rect l="l" t="t" r="r" b="b"/>
              <a:pathLst>
                <a:path w="1231" h="1569" extrusionOk="0">
                  <a:moveTo>
                    <a:pt x="1230" y="0"/>
                  </a:moveTo>
                  <a:lnTo>
                    <a:pt x="1230" y="0"/>
                  </a:lnTo>
                  <a:cubicBezTo>
                    <a:pt x="1117" y="34"/>
                    <a:pt x="1016" y="91"/>
                    <a:pt x="914" y="158"/>
                  </a:cubicBezTo>
                  <a:cubicBezTo>
                    <a:pt x="722" y="283"/>
                    <a:pt x="553" y="452"/>
                    <a:pt x="418" y="655"/>
                  </a:cubicBezTo>
                  <a:cubicBezTo>
                    <a:pt x="350" y="745"/>
                    <a:pt x="293" y="835"/>
                    <a:pt x="248" y="937"/>
                  </a:cubicBezTo>
                  <a:cubicBezTo>
                    <a:pt x="192" y="1050"/>
                    <a:pt x="147" y="1140"/>
                    <a:pt x="102" y="1242"/>
                  </a:cubicBezTo>
                  <a:cubicBezTo>
                    <a:pt x="57" y="1343"/>
                    <a:pt x="23" y="1456"/>
                    <a:pt x="0" y="1569"/>
                  </a:cubicBezTo>
                  <a:cubicBezTo>
                    <a:pt x="113" y="1546"/>
                    <a:pt x="226" y="1513"/>
                    <a:pt x="339" y="1456"/>
                  </a:cubicBezTo>
                  <a:cubicBezTo>
                    <a:pt x="519" y="1388"/>
                    <a:pt x="711" y="1185"/>
                    <a:pt x="880" y="971"/>
                  </a:cubicBezTo>
                  <a:cubicBezTo>
                    <a:pt x="1004" y="779"/>
                    <a:pt x="1106" y="565"/>
                    <a:pt x="1174" y="350"/>
                  </a:cubicBezTo>
                  <a:cubicBezTo>
                    <a:pt x="1208" y="237"/>
                    <a:pt x="1230" y="113"/>
                    <a:pt x="12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5441250" y="3796750"/>
              <a:ext cx="317400" cy="319650"/>
            </a:xfrm>
            <a:custGeom>
              <a:avLst/>
              <a:gdLst/>
              <a:ahLst/>
              <a:cxnLst/>
              <a:rect l="l" t="t" r="r" b="b"/>
              <a:pathLst>
                <a:path w="12696" h="12786" extrusionOk="0">
                  <a:moveTo>
                    <a:pt x="1" y="0"/>
                  </a:moveTo>
                  <a:lnTo>
                    <a:pt x="1" y="0"/>
                  </a:lnTo>
                  <a:cubicBezTo>
                    <a:pt x="472" y="5187"/>
                    <a:pt x="5881" y="12786"/>
                    <a:pt x="12592" y="12786"/>
                  </a:cubicBezTo>
                  <a:cubicBezTo>
                    <a:pt x="12626" y="12786"/>
                    <a:pt x="12661" y="12785"/>
                    <a:pt x="12696" y="12785"/>
                  </a:cubicBezTo>
                  <a:cubicBezTo>
                    <a:pt x="12549" y="5462"/>
                    <a:pt x="7133" y="587"/>
                    <a:pt x="1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5446050" y="3809150"/>
              <a:ext cx="372975" cy="370425"/>
            </a:xfrm>
            <a:custGeom>
              <a:avLst/>
              <a:gdLst/>
              <a:ahLst/>
              <a:cxnLst/>
              <a:rect l="l" t="t" r="r" b="b"/>
              <a:pathLst>
                <a:path w="14919" h="14817" extrusionOk="0">
                  <a:moveTo>
                    <a:pt x="1" y="1"/>
                  </a:moveTo>
                  <a:cubicBezTo>
                    <a:pt x="1" y="1"/>
                    <a:pt x="249" y="226"/>
                    <a:pt x="689" y="599"/>
                  </a:cubicBezTo>
                  <a:cubicBezTo>
                    <a:pt x="904" y="790"/>
                    <a:pt x="1163" y="1016"/>
                    <a:pt x="1468" y="1276"/>
                  </a:cubicBezTo>
                  <a:cubicBezTo>
                    <a:pt x="1772" y="1535"/>
                    <a:pt x="2100" y="1840"/>
                    <a:pt x="2461" y="2178"/>
                  </a:cubicBezTo>
                  <a:lnTo>
                    <a:pt x="3386" y="3036"/>
                  </a:lnTo>
                  <a:cubicBezTo>
                    <a:pt x="2867" y="3036"/>
                    <a:pt x="2337" y="3070"/>
                    <a:pt x="1806" y="3138"/>
                  </a:cubicBezTo>
                  <a:cubicBezTo>
                    <a:pt x="2427" y="3239"/>
                    <a:pt x="3059" y="3296"/>
                    <a:pt x="3691" y="3307"/>
                  </a:cubicBezTo>
                  <a:cubicBezTo>
                    <a:pt x="4074" y="3691"/>
                    <a:pt x="4481" y="4085"/>
                    <a:pt x="4909" y="4503"/>
                  </a:cubicBezTo>
                  <a:cubicBezTo>
                    <a:pt x="5067" y="4650"/>
                    <a:pt x="5214" y="4808"/>
                    <a:pt x="5372" y="4966"/>
                  </a:cubicBezTo>
                  <a:cubicBezTo>
                    <a:pt x="5372" y="4999"/>
                    <a:pt x="5361" y="5033"/>
                    <a:pt x="5349" y="5067"/>
                  </a:cubicBezTo>
                  <a:cubicBezTo>
                    <a:pt x="4711" y="4996"/>
                    <a:pt x="4073" y="4953"/>
                    <a:pt x="3434" y="4953"/>
                  </a:cubicBezTo>
                  <a:cubicBezTo>
                    <a:pt x="3362" y="4953"/>
                    <a:pt x="3289" y="4953"/>
                    <a:pt x="3217" y="4954"/>
                  </a:cubicBezTo>
                  <a:cubicBezTo>
                    <a:pt x="3950" y="5135"/>
                    <a:pt x="4695" y="5270"/>
                    <a:pt x="5440" y="5361"/>
                  </a:cubicBezTo>
                  <a:cubicBezTo>
                    <a:pt x="5507" y="5361"/>
                    <a:pt x="5575" y="5315"/>
                    <a:pt x="5586" y="5259"/>
                  </a:cubicBezTo>
                  <a:cubicBezTo>
                    <a:pt x="5586" y="5236"/>
                    <a:pt x="5598" y="5214"/>
                    <a:pt x="5609" y="5191"/>
                  </a:cubicBezTo>
                  <a:cubicBezTo>
                    <a:pt x="5823" y="5394"/>
                    <a:pt x="6038" y="5620"/>
                    <a:pt x="6252" y="5846"/>
                  </a:cubicBezTo>
                  <a:cubicBezTo>
                    <a:pt x="6512" y="6105"/>
                    <a:pt x="6783" y="6387"/>
                    <a:pt x="7053" y="6658"/>
                  </a:cubicBezTo>
                  <a:cubicBezTo>
                    <a:pt x="6895" y="6647"/>
                    <a:pt x="6749" y="6636"/>
                    <a:pt x="6591" y="6636"/>
                  </a:cubicBezTo>
                  <a:cubicBezTo>
                    <a:pt x="6376" y="6613"/>
                    <a:pt x="6151" y="6602"/>
                    <a:pt x="5925" y="6591"/>
                  </a:cubicBezTo>
                  <a:cubicBezTo>
                    <a:pt x="5711" y="6591"/>
                    <a:pt x="5485" y="6591"/>
                    <a:pt x="5259" y="6613"/>
                  </a:cubicBezTo>
                  <a:cubicBezTo>
                    <a:pt x="5146" y="6624"/>
                    <a:pt x="5034" y="6647"/>
                    <a:pt x="4921" y="6658"/>
                  </a:cubicBezTo>
                  <a:cubicBezTo>
                    <a:pt x="4808" y="6681"/>
                    <a:pt x="4706" y="6726"/>
                    <a:pt x="4605" y="6760"/>
                  </a:cubicBezTo>
                  <a:lnTo>
                    <a:pt x="4932" y="6726"/>
                  </a:lnTo>
                  <a:lnTo>
                    <a:pt x="5259" y="6726"/>
                  </a:lnTo>
                  <a:cubicBezTo>
                    <a:pt x="5372" y="6726"/>
                    <a:pt x="5474" y="6749"/>
                    <a:pt x="5586" y="6749"/>
                  </a:cubicBezTo>
                  <a:lnTo>
                    <a:pt x="5914" y="6794"/>
                  </a:lnTo>
                  <a:cubicBezTo>
                    <a:pt x="6128" y="6828"/>
                    <a:pt x="6342" y="6850"/>
                    <a:pt x="6568" y="6884"/>
                  </a:cubicBezTo>
                  <a:cubicBezTo>
                    <a:pt x="6794" y="6906"/>
                    <a:pt x="7020" y="6929"/>
                    <a:pt x="7234" y="6940"/>
                  </a:cubicBezTo>
                  <a:cubicBezTo>
                    <a:pt x="7268" y="6940"/>
                    <a:pt x="7290" y="6929"/>
                    <a:pt x="7302" y="6918"/>
                  </a:cubicBezTo>
                  <a:lnTo>
                    <a:pt x="7629" y="7234"/>
                  </a:lnTo>
                  <a:cubicBezTo>
                    <a:pt x="7877" y="7493"/>
                    <a:pt x="8125" y="7753"/>
                    <a:pt x="8374" y="8001"/>
                  </a:cubicBezTo>
                  <a:cubicBezTo>
                    <a:pt x="7685" y="8046"/>
                    <a:pt x="6997" y="8103"/>
                    <a:pt x="6309" y="8204"/>
                  </a:cubicBezTo>
                  <a:cubicBezTo>
                    <a:pt x="6844" y="8251"/>
                    <a:pt x="7384" y="8271"/>
                    <a:pt x="7922" y="8271"/>
                  </a:cubicBezTo>
                  <a:cubicBezTo>
                    <a:pt x="8156" y="8271"/>
                    <a:pt x="8390" y="8267"/>
                    <a:pt x="8622" y="8261"/>
                  </a:cubicBezTo>
                  <a:cubicBezTo>
                    <a:pt x="9197" y="8859"/>
                    <a:pt x="9762" y="9445"/>
                    <a:pt x="10315" y="10021"/>
                  </a:cubicBezTo>
                  <a:lnTo>
                    <a:pt x="10337" y="10043"/>
                  </a:lnTo>
                  <a:cubicBezTo>
                    <a:pt x="9987" y="9976"/>
                    <a:pt x="9637" y="9897"/>
                    <a:pt x="9288" y="9852"/>
                  </a:cubicBezTo>
                  <a:cubicBezTo>
                    <a:pt x="8870" y="9807"/>
                    <a:pt x="8430" y="9773"/>
                    <a:pt x="8001" y="9761"/>
                  </a:cubicBezTo>
                  <a:lnTo>
                    <a:pt x="8001" y="9761"/>
                  </a:lnTo>
                  <a:cubicBezTo>
                    <a:pt x="8419" y="9874"/>
                    <a:pt x="8836" y="9965"/>
                    <a:pt x="9254" y="10055"/>
                  </a:cubicBezTo>
                  <a:cubicBezTo>
                    <a:pt x="9671" y="10168"/>
                    <a:pt x="10078" y="10258"/>
                    <a:pt x="10495" y="10348"/>
                  </a:cubicBezTo>
                  <a:cubicBezTo>
                    <a:pt x="10504" y="10351"/>
                    <a:pt x="10513" y="10353"/>
                    <a:pt x="10522" y="10353"/>
                  </a:cubicBezTo>
                  <a:cubicBezTo>
                    <a:pt x="10547" y="10353"/>
                    <a:pt x="10572" y="10342"/>
                    <a:pt x="10597" y="10326"/>
                  </a:cubicBezTo>
                  <a:cubicBezTo>
                    <a:pt x="11330" y="11093"/>
                    <a:pt x="12030" y="11826"/>
                    <a:pt x="12628" y="12447"/>
                  </a:cubicBezTo>
                  <a:cubicBezTo>
                    <a:pt x="13993" y="13880"/>
                    <a:pt x="14918" y="14817"/>
                    <a:pt x="14918" y="14817"/>
                  </a:cubicBezTo>
                  <a:cubicBezTo>
                    <a:pt x="14918" y="14817"/>
                    <a:pt x="14061" y="13812"/>
                    <a:pt x="12741" y="12345"/>
                  </a:cubicBezTo>
                  <a:cubicBezTo>
                    <a:pt x="12143" y="11668"/>
                    <a:pt x="11443" y="10890"/>
                    <a:pt x="10687" y="10066"/>
                  </a:cubicBezTo>
                  <a:cubicBezTo>
                    <a:pt x="10755" y="9637"/>
                    <a:pt x="10834" y="9197"/>
                    <a:pt x="10901" y="8757"/>
                  </a:cubicBezTo>
                  <a:cubicBezTo>
                    <a:pt x="10935" y="8509"/>
                    <a:pt x="10958" y="8261"/>
                    <a:pt x="10980" y="8001"/>
                  </a:cubicBezTo>
                  <a:lnTo>
                    <a:pt x="10980" y="7245"/>
                  </a:lnTo>
                  <a:cubicBezTo>
                    <a:pt x="10924" y="7493"/>
                    <a:pt x="10890" y="7742"/>
                    <a:pt x="10845" y="7978"/>
                  </a:cubicBezTo>
                  <a:cubicBezTo>
                    <a:pt x="10800" y="8227"/>
                    <a:pt x="10732" y="8475"/>
                    <a:pt x="10676" y="8712"/>
                  </a:cubicBezTo>
                  <a:cubicBezTo>
                    <a:pt x="10597" y="9073"/>
                    <a:pt x="10518" y="9445"/>
                    <a:pt x="10450" y="9818"/>
                  </a:cubicBezTo>
                  <a:cubicBezTo>
                    <a:pt x="9976" y="9299"/>
                    <a:pt x="9468" y="8768"/>
                    <a:pt x="8949" y="8227"/>
                  </a:cubicBezTo>
                  <a:cubicBezTo>
                    <a:pt x="8983" y="8204"/>
                    <a:pt x="9006" y="8170"/>
                    <a:pt x="9017" y="8136"/>
                  </a:cubicBezTo>
                  <a:lnTo>
                    <a:pt x="9085" y="7426"/>
                  </a:lnTo>
                  <a:lnTo>
                    <a:pt x="9085" y="6715"/>
                  </a:lnTo>
                  <a:cubicBezTo>
                    <a:pt x="9085" y="6489"/>
                    <a:pt x="9085" y="6252"/>
                    <a:pt x="9073" y="6015"/>
                  </a:cubicBezTo>
                  <a:cubicBezTo>
                    <a:pt x="9051" y="5778"/>
                    <a:pt x="9073" y="5541"/>
                    <a:pt x="9073" y="5304"/>
                  </a:cubicBezTo>
                  <a:lnTo>
                    <a:pt x="9073" y="5304"/>
                  </a:lnTo>
                  <a:cubicBezTo>
                    <a:pt x="9017" y="5541"/>
                    <a:pt x="8972" y="5767"/>
                    <a:pt x="8927" y="6015"/>
                  </a:cubicBezTo>
                  <a:cubicBezTo>
                    <a:pt x="8881" y="6252"/>
                    <a:pt x="8870" y="6478"/>
                    <a:pt x="8859" y="6715"/>
                  </a:cubicBezTo>
                  <a:cubicBezTo>
                    <a:pt x="8836" y="6952"/>
                    <a:pt x="8825" y="7189"/>
                    <a:pt x="8802" y="7426"/>
                  </a:cubicBezTo>
                  <a:cubicBezTo>
                    <a:pt x="8780" y="7617"/>
                    <a:pt x="8757" y="7809"/>
                    <a:pt x="8746" y="8001"/>
                  </a:cubicBezTo>
                  <a:lnTo>
                    <a:pt x="8712" y="8001"/>
                  </a:lnTo>
                  <a:cubicBezTo>
                    <a:pt x="8419" y="7685"/>
                    <a:pt x="8114" y="7369"/>
                    <a:pt x="7821" y="7053"/>
                  </a:cubicBezTo>
                  <a:lnTo>
                    <a:pt x="7392" y="6636"/>
                  </a:lnTo>
                  <a:cubicBezTo>
                    <a:pt x="7414" y="6433"/>
                    <a:pt x="7437" y="6241"/>
                    <a:pt x="7460" y="6038"/>
                  </a:cubicBezTo>
                  <a:cubicBezTo>
                    <a:pt x="7471" y="5778"/>
                    <a:pt x="7482" y="5507"/>
                    <a:pt x="7482" y="5248"/>
                  </a:cubicBezTo>
                  <a:cubicBezTo>
                    <a:pt x="7460" y="4717"/>
                    <a:pt x="7460" y="4187"/>
                    <a:pt x="7414" y="3657"/>
                  </a:cubicBezTo>
                  <a:cubicBezTo>
                    <a:pt x="7369" y="3927"/>
                    <a:pt x="7347" y="4187"/>
                    <a:pt x="7313" y="4447"/>
                  </a:cubicBezTo>
                  <a:lnTo>
                    <a:pt x="7245" y="5236"/>
                  </a:lnTo>
                  <a:cubicBezTo>
                    <a:pt x="7234" y="5496"/>
                    <a:pt x="7211" y="5756"/>
                    <a:pt x="7189" y="6015"/>
                  </a:cubicBezTo>
                  <a:cubicBezTo>
                    <a:pt x="7178" y="6139"/>
                    <a:pt x="7166" y="6263"/>
                    <a:pt x="7144" y="6387"/>
                  </a:cubicBezTo>
                  <a:cubicBezTo>
                    <a:pt x="6907" y="6150"/>
                    <a:pt x="6670" y="5902"/>
                    <a:pt x="6433" y="5677"/>
                  </a:cubicBezTo>
                  <a:cubicBezTo>
                    <a:pt x="6173" y="5406"/>
                    <a:pt x="5925" y="5157"/>
                    <a:pt x="5665" y="4909"/>
                  </a:cubicBezTo>
                  <a:cubicBezTo>
                    <a:pt x="5688" y="4808"/>
                    <a:pt x="5711" y="4706"/>
                    <a:pt x="5733" y="4593"/>
                  </a:cubicBezTo>
                  <a:cubicBezTo>
                    <a:pt x="5767" y="4368"/>
                    <a:pt x="5801" y="4142"/>
                    <a:pt x="5823" y="3916"/>
                  </a:cubicBezTo>
                  <a:cubicBezTo>
                    <a:pt x="5846" y="3691"/>
                    <a:pt x="5835" y="3454"/>
                    <a:pt x="5823" y="3228"/>
                  </a:cubicBezTo>
                  <a:cubicBezTo>
                    <a:pt x="5790" y="3002"/>
                    <a:pt x="5767" y="2765"/>
                    <a:pt x="5722" y="2551"/>
                  </a:cubicBezTo>
                  <a:cubicBezTo>
                    <a:pt x="5699" y="2776"/>
                    <a:pt x="5688" y="3002"/>
                    <a:pt x="5677" y="3228"/>
                  </a:cubicBezTo>
                  <a:cubicBezTo>
                    <a:pt x="5665" y="3442"/>
                    <a:pt x="5609" y="3668"/>
                    <a:pt x="5586" y="3882"/>
                  </a:cubicBezTo>
                  <a:cubicBezTo>
                    <a:pt x="5564" y="4108"/>
                    <a:pt x="5496" y="4322"/>
                    <a:pt x="5462" y="4548"/>
                  </a:cubicBezTo>
                  <a:lnTo>
                    <a:pt x="5428" y="4684"/>
                  </a:lnTo>
                  <a:cubicBezTo>
                    <a:pt x="5304" y="4571"/>
                    <a:pt x="5180" y="4447"/>
                    <a:pt x="5067" y="4334"/>
                  </a:cubicBezTo>
                  <a:cubicBezTo>
                    <a:pt x="4706" y="3973"/>
                    <a:pt x="4345" y="3634"/>
                    <a:pt x="3995" y="3307"/>
                  </a:cubicBezTo>
                  <a:lnTo>
                    <a:pt x="4041" y="3307"/>
                  </a:lnTo>
                  <a:cubicBezTo>
                    <a:pt x="4108" y="3296"/>
                    <a:pt x="4153" y="3239"/>
                    <a:pt x="4153" y="3171"/>
                  </a:cubicBezTo>
                  <a:lnTo>
                    <a:pt x="4153" y="3149"/>
                  </a:lnTo>
                  <a:cubicBezTo>
                    <a:pt x="4097" y="2799"/>
                    <a:pt x="4041" y="2438"/>
                    <a:pt x="3973" y="2099"/>
                  </a:cubicBezTo>
                  <a:cubicBezTo>
                    <a:pt x="3939" y="1738"/>
                    <a:pt x="3894" y="1389"/>
                    <a:pt x="3815" y="1027"/>
                  </a:cubicBezTo>
                  <a:cubicBezTo>
                    <a:pt x="3781" y="1377"/>
                    <a:pt x="3758" y="1750"/>
                    <a:pt x="3758" y="2111"/>
                  </a:cubicBezTo>
                  <a:cubicBezTo>
                    <a:pt x="3781" y="2415"/>
                    <a:pt x="3815" y="2731"/>
                    <a:pt x="3860" y="3036"/>
                  </a:cubicBezTo>
                  <a:lnTo>
                    <a:pt x="3691" y="3036"/>
                  </a:lnTo>
                  <a:cubicBezTo>
                    <a:pt x="3296" y="2686"/>
                    <a:pt x="2912" y="2359"/>
                    <a:pt x="2574" y="2054"/>
                  </a:cubicBezTo>
                  <a:cubicBezTo>
                    <a:pt x="2201" y="1738"/>
                    <a:pt x="1863" y="1434"/>
                    <a:pt x="1535" y="1197"/>
                  </a:cubicBezTo>
                  <a:cubicBezTo>
                    <a:pt x="1219" y="948"/>
                    <a:pt x="949" y="734"/>
                    <a:pt x="712" y="5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5327000" y="3967125"/>
              <a:ext cx="400900" cy="207375"/>
            </a:xfrm>
            <a:custGeom>
              <a:avLst/>
              <a:gdLst/>
              <a:ahLst/>
              <a:cxnLst/>
              <a:rect l="l" t="t" r="r" b="b"/>
              <a:pathLst>
                <a:path w="16036" h="8295" extrusionOk="0">
                  <a:moveTo>
                    <a:pt x="9414" y="0"/>
                  </a:moveTo>
                  <a:cubicBezTo>
                    <a:pt x="9066" y="0"/>
                    <a:pt x="8702" y="36"/>
                    <a:pt x="8317" y="114"/>
                  </a:cubicBezTo>
                  <a:cubicBezTo>
                    <a:pt x="5214" y="576"/>
                    <a:pt x="3239" y="3499"/>
                    <a:pt x="384" y="4650"/>
                  </a:cubicBezTo>
                  <a:lnTo>
                    <a:pt x="1" y="4830"/>
                  </a:lnTo>
                  <a:lnTo>
                    <a:pt x="621" y="4954"/>
                  </a:lnTo>
                  <a:cubicBezTo>
                    <a:pt x="3206" y="5609"/>
                    <a:pt x="5372" y="7979"/>
                    <a:pt x="7945" y="8238"/>
                  </a:cubicBezTo>
                  <a:cubicBezTo>
                    <a:pt x="8220" y="8276"/>
                    <a:pt x="8489" y="8294"/>
                    <a:pt x="8754" y="8294"/>
                  </a:cubicBezTo>
                  <a:cubicBezTo>
                    <a:pt x="11798" y="8294"/>
                    <a:pt x="14146" y="5899"/>
                    <a:pt x="16036" y="3781"/>
                  </a:cubicBezTo>
                  <a:cubicBezTo>
                    <a:pt x="13862" y="2228"/>
                    <a:pt x="12160" y="0"/>
                    <a:pt x="9414" y="0"/>
                  </a:cubicBez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5409375" y="4034550"/>
              <a:ext cx="312875" cy="99900"/>
            </a:xfrm>
            <a:custGeom>
              <a:avLst/>
              <a:gdLst/>
              <a:ahLst/>
              <a:cxnLst/>
              <a:rect l="l" t="t" r="r" b="b"/>
              <a:pathLst>
                <a:path w="12515" h="3996" extrusionOk="0">
                  <a:moveTo>
                    <a:pt x="2348" y="1"/>
                  </a:moveTo>
                  <a:cubicBezTo>
                    <a:pt x="2856" y="328"/>
                    <a:pt x="3386" y="610"/>
                    <a:pt x="3883" y="926"/>
                  </a:cubicBezTo>
                  <a:cubicBezTo>
                    <a:pt x="4007" y="1016"/>
                    <a:pt x="4131" y="1095"/>
                    <a:pt x="4255" y="1174"/>
                  </a:cubicBezTo>
                  <a:cubicBezTo>
                    <a:pt x="4368" y="1264"/>
                    <a:pt x="4481" y="1355"/>
                    <a:pt x="4593" y="1445"/>
                  </a:cubicBezTo>
                  <a:cubicBezTo>
                    <a:pt x="4706" y="1535"/>
                    <a:pt x="4819" y="1637"/>
                    <a:pt x="4921" y="1738"/>
                  </a:cubicBezTo>
                  <a:cubicBezTo>
                    <a:pt x="4943" y="1750"/>
                    <a:pt x="4955" y="1772"/>
                    <a:pt x="4977" y="1795"/>
                  </a:cubicBezTo>
                  <a:cubicBezTo>
                    <a:pt x="4627" y="1817"/>
                    <a:pt x="4278" y="1851"/>
                    <a:pt x="3950" y="1885"/>
                  </a:cubicBezTo>
                  <a:cubicBezTo>
                    <a:pt x="3217" y="1964"/>
                    <a:pt x="2528" y="2043"/>
                    <a:pt x="1953" y="2111"/>
                  </a:cubicBezTo>
                  <a:cubicBezTo>
                    <a:pt x="1366" y="2167"/>
                    <a:pt x="870" y="2246"/>
                    <a:pt x="542" y="2280"/>
                  </a:cubicBezTo>
                  <a:lnTo>
                    <a:pt x="1" y="2359"/>
                  </a:lnTo>
                  <a:lnTo>
                    <a:pt x="542" y="2348"/>
                  </a:lnTo>
                  <a:cubicBezTo>
                    <a:pt x="892" y="2336"/>
                    <a:pt x="1389" y="2336"/>
                    <a:pt x="1976" y="2303"/>
                  </a:cubicBezTo>
                  <a:cubicBezTo>
                    <a:pt x="2551" y="2269"/>
                    <a:pt x="3239" y="2246"/>
                    <a:pt x="3984" y="2190"/>
                  </a:cubicBezTo>
                  <a:lnTo>
                    <a:pt x="4909" y="2133"/>
                  </a:lnTo>
                  <a:lnTo>
                    <a:pt x="4695" y="2325"/>
                  </a:lnTo>
                  <a:lnTo>
                    <a:pt x="4424" y="2573"/>
                  </a:lnTo>
                  <a:cubicBezTo>
                    <a:pt x="4334" y="2664"/>
                    <a:pt x="4244" y="2754"/>
                    <a:pt x="4153" y="2833"/>
                  </a:cubicBezTo>
                  <a:lnTo>
                    <a:pt x="3871" y="3070"/>
                  </a:lnTo>
                  <a:cubicBezTo>
                    <a:pt x="3781" y="3149"/>
                    <a:pt x="3691" y="3239"/>
                    <a:pt x="3589" y="3318"/>
                  </a:cubicBezTo>
                  <a:cubicBezTo>
                    <a:pt x="3386" y="3476"/>
                    <a:pt x="3183" y="3612"/>
                    <a:pt x="2991" y="3781"/>
                  </a:cubicBezTo>
                  <a:cubicBezTo>
                    <a:pt x="3228" y="3679"/>
                    <a:pt x="3443" y="3555"/>
                    <a:pt x="3668" y="3454"/>
                  </a:cubicBezTo>
                  <a:cubicBezTo>
                    <a:pt x="3781" y="3397"/>
                    <a:pt x="3883" y="3307"/>
                    <a:pt x="3995" y="3250"/>
                  </a:cubicBezTo>
                  <a:cubicBezTo>
                    <a:pt x="4097" y="3183"/>
                    <a:pt x="4199" y="3104"/>
                    <a:pt x="4311" y="3036"/>
                  </a:cubicBezTo>
                  <a:cubicBezTo>
                    <a:pt x="4413" y="2957"/>
                    <a:pt x="4515" y="2878"/>
                    <a:pt x="4616" y="2799"/>
                  </a:cubicBezTo>
                  <a:lnTo>
                    <a:pt x="4909" y="2562"/>
                  </a:lnTo>
                  <a:cubicBezTo>
                    <a:pt x="5090" y="2404"/>
                    <a:pt x="5259" y="2246"/>
                    <a:pt x="5440" y="2088"/>
                  </a:cubicBezTo>
                  <a:lnTo>
                    <a:pt x="6286" y="2020"/>
                  </a:lnTo>
                  <a:lnTo>
                    <a:pt x="7527" y="1885"/>
                  </a:lnTo>
                  <a:lnTo>
                    <a:pt x="7527" y="1885"/>
                  </a:lnTo>
                  <a:cubicBezTo>
                    <a:pt x="7516" y="1896"/>
                    <a:pt x="7505" y="1919"/>
                    <a:pt x="7494" y="1930"/>
                  </a:cubicBezTo>
                  <a:cubicBezTo>
                    <a:pt x="7392" y="2043"/>
                    <a:pt x="7290" y="2156"/>
                    <a:pt x="7189" y="2269"/>
                  </a:cubicBezTo>
                  <a:cubicBezTo>
                    <a:pt x="7087" y="2382"/>
                    <a:pt x="6974" y="2472"/>
                    <a:pt x="6862" y="2573"/>
                  </a:cubicBezTo>
                  <a:cubicBezTo>
                    <a:pt x="6749" y="2664"/>
                    <a:pt x="6613" y="2754"/>
                    <a:pt x="6489" y="2856"/>
                  </a:cubicBezTo>
                  <a:lnTo>
                    <a:pt x="5722" y="3386"/>
                  </a:lnTo>
                  <a:cubicBezTo>
                    <a:pt x="5462" y="3578"/>
                    <a:pt x="5225" y="3781"/>
                    <a:pt x="5000" y="3995"/>
                  </a:cubicBezTo>
                  <a:cubicBezTo>
                    <a:pt x="5135" y="3916"/>
                    <a:pt x="5271" y="3837"/>
                    <a:pt x="5406" y="3758"/>
                  </a:cubicBezTo>
                  <a:cubicBezTo>
                    <a:pt x="5541" y="3679"/>
                    <a:pt x="5688" y="3623"/>
                    <a:pt x="5812" y="3533"/>
                  </a:cubicBezTo>
                  <a:cubicBezTo>
                    <a:pt x="6083" y="3397"/>
                    <a:pt x="6365" y="3239"/>
                    <a:pt x="6636" y="3081"/>
                  </a:cubicBezTo>
                  <a:cubicBezTo>
                    <a:pt x="6771" y="2991"/>
                    <a:pt x="6895" y="2901"/>
                    <a:pt x="7031" y="2810"/>
                  </a:cubicBezTo>
                  <a:cubicBezTo>
                    <a:pt x="7166" y="2720"/>
                    <a:pt x="7290" y="2607"/>
                    <a:pt x="7403" y="2506"/>
                  </a:cubicBezTo>
                  <a:cubicBezTo>
                    <a:pt x="7527" y="2393"/>
                    <a:pt x="7629" y="2269"/>
                    <a:pt x="7742" y="2145"/>
                  </a:cubicBezTo>
                  <a:cubicBezTo>
                    <a:pt x="7821" y="2043"/>
                    <a:pt x="7900" y="1930"/>
                    <a:pt x="7979" y="1829"/>
                  </a:cubicBezTo>
                  <a:lnTo>
                    <a:pt x="8566" y="1750"/>
                  </a:lnTo>
                  <a:cubicBezTo>
                    <a:pt x="9254" y="1671"/>
                    <a:pt x="9908" y="1569"/>
                    <a:pt x="10473" y="1490"/>
                  </a:cubicBezTo>
                  <a:lnTo>
                    <a:pt x="10473" y="1490"/>
                  </a:lnTo>
                  <a:cubicBezTo>
                    <a:pt x="10078" y="1817"/>
                    <a:pt x="9683" y="2145"/>
                    <a:pt x="9288" y="2494"/>
                  </a:cubicBezTo>
                  <a:cubicBezTo>
                    <a:pt x="9039" y="2698"/>
                    <a:pt x="8791" y="2901"/>
                    <a:pt x="8532" y="3104"/>
                  </a:cubicBezTo>
                  <a:cubicBezTo>
                    <a:pt x="8283" y="3318"/>
                    <a:pt x="8046" y="3533"/>
                    <a:pt x="7809" y="3758"/>
                  </a:cubicBezTo>
                  <a:cubicBezTo>
                    <a:pt x="8092" y="3600"/>
                    <a:pt x="8374" y="3431"/>
                    <a:pt x="8656" y="3262"/>
                  </a:cubicBezTo>
                  <a:cubicBezTo>
                    <a:pt x="8938" y="3092"/>
                    <a:pt x="9197" y="2912"/>
                    <a:pt x="9468" y="2731"/>
                  </a:cubicBezTo>
                  <a:cubicBezTo>
                    <a:pt x="9987" y="2325"/>
                    <a:pt x="10506" y="1919"/>
                    <a:pt x="11003" y="1490"/>
                  </a:cubicBezTo>
                  <a:lnTo>
                    <a:pt x="11014" y="1490"/>
                  </a:lnTo>
                  <a:lnTo>
                    <a:pt x="11025" y="1468"/>
                  </a:lnTo>
                  <a:cubicBezTo>
                    <a:pt x="11037" y="1456"/>
                    <a:pt x="11048" y="1422"/>
                    <a:pt x="11059" y="1400"/>
                  </a:cubicBezTo>
                  <a:cubicBezTo>
                    <a:pt x="11420" y="1343"/>
                    <a:pt x="11736" y="1287"/>
                    <a:pt x="11985" y="1264"/>
                  </a:cubicBezTo>
                  <a:lnTo>
                    <a:pt x="12515" y="1163"/>
                  </a:lnTo>
                  <a:lnTo>
                    <a:pt x="12515" y="1163"/>
                  </a:lnTo>
                  <a:lnTo>
                    <a:pt x="11973" y="1185"/>
                  </a:lnTo>
                  <a:cubicBezTo>
                    <a:pt x="11714" y="1208"/>
                    <a:pt x="11387" y="1219"/>
                    <a:pt x="11003" y="1242"/>
                  </a:cubicBezTo>
                  <a:cubicBezTo>
                    <a:pt x="10901" y="1163"/>
                    <a:pt x="10800" y="1061"/>
                    <a:pt x="10698" y="982"/>
                  </a:cubicBezTo>
                  <a:cubicBezTo>
                    <a:pt x="10597" y="903"/>
                    <a:pt x="10473" y="847"/>
                    <a:pt x="10348" y="779"/>
                  </a:cubicBezTo>
                  <a:cubicBezTo>
                    <a:pt x="10236" y="723"/>
                    <a:pt x="10111" y="678"/>
                    <a:pt x="9987" y="633"/>
                  </a:cubicBezTo>
                  <a:lnTo>
                    <a:pt x="9626" y="508"/>
                  </a:lnTo>
                  <a:cubicBezTo>
                    <a:pt x="9378" y="441"/>
                    <a:pt x="9130" y="384"/>
                    <a:pt x="8881" y="350"/>
                  </a:cubicBezTo>
                  <a:cubicBezTo>
                    <a:pt x="8622" y="305"/>
                    <a:pt x="8374" y="271"/>
                    <a:pt x="8125" y="238"/>
                  </a:cubicBezTo>
                  <a:lnTo>
                    <a:pt x="8125" y="238"/>
                  </a:lnTo>
                  <a:cubicBezTo>
                    <a:pt x="8362" y="328"/>
                    <a:pt x="8599" y="407"/>
                    <a:pt x="8836" y="486"/>
                  </a:cubicBezTo>
                  <a:cubicBezTo>
                    <a:pt x="8960" y="542"/>
                    <a:pt x="9073" y="576"/>
                    <a:pt x="9197" y="610"/>
                  </a:cubicBezTo>
                  <a:lnTo>
                    <a:pt x="9547" y="745"/>
                  </a:lnTo>
                  <a:lnTo>
                    <a:pt x="9886" y="881"/>
                  </a:lnTo>
                  <a:lnTo>
                    <a:pt x="10202" y="1050"/>
                  </a:lnTo>
                  <a:cubicBezTo>
                    <a:pt x="10303" y="1118"/>
                    <a:pt x="10405" y="1185"/>
                    <a:pt x="10506" y="1253"/>
                  </a:cubicBezTo>
                  <a:lnTo>
                    <a:pt x="10529" y="1276"/>
                  </a:lnTo>
                  <a:cubicBezTo>
                    <a:pt x="9942" y="1321"/>
                    <a:pt x="9265" y="1366"/>
                    <a:pt x="8532" y="1445"/>
                  </a:cubicBezTo>
                  <a:cubicBezTo>
                    <a:pt x="8351" y="1456"/>
                    <a:pt x="8148" y="1479"/>
                    <a:pt x="7956" y="1501"/>
                  </a:cubicBezTo>
                  <a:cubicBezTo>
                    <a:pt x="7719" y="1377"/>
                    <a:pt x="7471" y="1242"/>
                    <a:pt x="7223" y="1118"/>
                  </a:cubicBezTo>
                  <a:cubicBezTo>
                    <a:pt x="6963" y="994"/>
                    <a:pt x="6726" y="870"/>
                    <a:pt x="6467" y="745"/>
                  </a:cubicBezTo>
                  <a:cubicBezTo>
                    <a:pt x="6218" y="633"/>
                    <a:pt x="5959" y="520"/>
                    <a:pt x="5688" y="418"/>
                  </a:cubicBezTo>
                  <a:cubicBezTo>
                    <a:pt x="5564" y="362"/>
                    <a:pt x="5417" y="328"/>
                    <a:pt x="5282" y="283"/>
                  </a:cubicBezTo>
                  <a:cubicBezTo>
                    <a:pt x="5146" y="238"/>
                    <a:pt x="5011" y="215"/>
                    <a:pt x="4876" y="192"/>
                  </a:cubicBezTo>
                  <a:lnTo>
                    <a:pt x="4876" y="192"/>
                  </a:lnTo>
                  <a:cubicBezTo>
                    <a:pt x="5000" y="260"/>
                    <a:pt x="5135" y="294"/>
                    <a:pt x="5248" y="362"/>
                  </a:cubicBezTo>
                  <a:cubicBezTo>
                    <a:pt x="5372" y="441"/>
                    <a:pt x="5508" y="486"/>
                    <a:pt x="5620" y="565"/>
                  </a:cubicBezTo>
                  <a:cubicBezTo>
                    <a:pt x="5857" y="700"/>
                    <a:pt x="6106" y="847"/>
                    <a:pt x="6343" y="982"/>
                  </a:cubicBezTo>
                  <a:cubicBezTo>
                    <a:pt x="6681" y="1174"/>
                    <a:pt x="7008" y="1366"/>
                    <a:pt x="7347" y="1558"/>
                  </a:cubicBezTo>
                  <a:lnTo>
                    <a:pt x="6241" y="1671"/>
                  </a:lnTo>
                  <a:lnTo>
                    <a:pt x="5406" y="1750"/>
                  </a:lnTo>
                  <a:lnTo>
                    <a:pt x="5158" y="1490"/>
                  </a:lnTo>
                  <a:cubicBezTo>
                    <a:pt x="5034" y="1377"/>
                    <a:pt x="4921" y="1287"/>
                    <a:pt x="4797" y="1185"/>
                  </a:cubicBezTo>
                  <a:cubicBezTo>
                    <a:pt x="4548" y="994"/>
                    <a:pt x="4300" y="824"/>
                    <a:pt x="4029" y="678"/>
                  </a:cubicBezTo>
                  <a:cubicBezTo>
                    <a:pt x="3758" y="542"/>
                    <a:pt x="3476" y="418"/>
                    <a:pt x="3194" y="305"/>
                  </a:cubicBezTo>
                  <a:cubicBezTo>
                    <a:pt x="2912" y="204"/>
                    <a:pt x="2630" y="91"/>
                    <a:pt x="2348" y="1"/>
                  </a:cubicBez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5696000" y="4087875"/>
              <a:ext cx="140800" cy="152175"/>
            </a:xfrm>
            <a:custGeom>
              <a:avLst/>
              <a:gdLst/>
              <a:ahLst/>
              <a:cxnLst/>
              <a:rect l="l" t="t" r="r" b="b"/>
              <a:pathLst>
                <a:path w="5632" h="6087" extrusionOk="0">
                  <a:moveTo>
                    <a:pt x="1389" y="0"/>
                  </a:moveTo>
                  <a:cubicBezTo>
                    <a:pt x="1242" y="102"/>
                    <a:pt x="1106" y="215"/>
                    <a:pt x="994" y="350"/>
                  </a:cubicBezTo>
                  <a:lnTo>
                    <a:pt x="283" y="1038"/>
                  </a:lnTo>
                  <a:cubicBezTo>
                    <a:pt x="170" y="2189"/>
                    <a:pt x="1" y="3352"/>
                    <a:pt x="700" y="4367"/>
                  </a:cubicBezTo>
                  <a:cubicBezTo>
                    <a:pt x="1061" y="4875"/>
                    <a:pt x="1524" y="5315"/>
                    <a:pt x="2066" y="5631"/>
                  </a:cubicBezTo>
                  <a:cubicBezTo>
                    <a:pt x="2557" y="5938"/>
                    <a:pt x="3075" y="6087"/>
                    <a:pt x="3585" y="6087"/>
                  </a:cubicBezTo>
                  <a:cubicBezTo>
                    <a:pt x="4070" y="6087"/>
                    <a:pt x="4548" y="5952"/>
                    <a:pt x="4988" y="5688"/>
                  </a:cubicBezTo>
                  <a:cubicBezTo>
                    <a:pt x="5631" y="4807"/>
                    <a:pt x="5394" y="3284"/>
                    <a:pt x="4954" y="2381"/>
                  </a:cubicBezTo>
                  <a:cubicBezTo>
                    <a:pt x="4661" y="1828"/>
                    <a:pt x="4255" y="1332"/>
                    <a:pt x="3758" y="948"/>
                  </a:cubicBezTo>
                  <a:cubicBezTo>
                    <a:pt x="3081" y="395"/>
                    <a:pt x="2257" y="68"/>
                    <a:pt x="1389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5704750" y="4086425"/>
              <a:ext cx="115675" cy="114625"/>
            </a:xfrm>
            <a:custGeom>
              <a:avLst/>
              <a:gdLst/>
              <a:ahLst/>
              <a:cxnLst/>
              <a:rect l="l" t="t" r="r" b="b"/>
              <a:pathLst>
                <a:path w="4627" h="4585" extrusionOk="0">
                  <a:moveTo>
                    <a:pt x="1399" y="0"/>
                  </a:moveTo>
                  <a:cubicBezTo>
                    <a:pt x="870" y="0"/>
                    <a:pt x="394" y="191"/>
                    <a:pt x="170" y="735"/>
                  </a:cubicBezTo>
                  <a:cubicBezTo>
                    <a:pt x="57" y="995"/>
                    <a:pt x="0" y="1288"/>
                    <a:pt x="12" y="1582"/>
                  </a:cubicBezTo>
                  <a:cubicBezTo>
                    <a:pt x="23" y="1830"/>
                    <a:pt x="158" y="2010"/>
                    <a:pt x="215" y="2247"/>
                  </a:cubicBezTo>
                  <a:cubicBezTo>
                    <a:pt x="350" y="2834"/>
                    <a:pt x="170" y="3455"/>
                    <a:pt x="486" y="4008"/>
                  </a:cubicBezTo>
                  <a:cubicBezTo>
                    <a:pt x="581" y="4185"/>
                    <a:pt x="899" y="4399"/>
                    <a:pt x="1118" y="4399"/>
                  </a:cubicBezTo>
                  <a:cubicBezTo>
                    <a:pt x="1262" y="4399"/>
                    <a:pt x="1363" y="4307"/>
                    <a:pt x="1332" y="4053"/>
                  </a:cubicBezTo>
                  <a:lnTo>
                    <a:pt x="1332" y="4053"/>
                  </a:lnTo>
                  <a:cubicBezTo>
                    <a:pt x="1434" y="4285"/>
                    <a:pt x="1680" y="4585"/>
                    <a:pt x="1940" y="4585"/>
                  </a:cubicBezTo>
                  <a:cubicBezTo>
                    <a:pt x="1997" y="4585"/>
                    <a:pt x="2054" y="4570"/>
                    <a:pt x="2111" y="4538"/>
                  </a:cubicBezTo>
                  <a:cubicBezTo>
                    <a:pt x="2393" y="4380"/>
                    <a:pt x="2460" y="3850"/>
                    <a:pt x="2302" y="3602"/>
                  </a:cubicBezTo>
                  <a:lnTo>
                    <a:pt x="2302" y="3602"/>
                  </a:lnTo>
                  <a:cubicBezTo>
                    <a:pt x="2421" y="3666"/>
                    <a:pt x="2548" y="3695"/>
                    <a:pt x="2665" y="3695"/>
                  </a:cubicBezTo>
                  <a:cubicBezTo>
                    <a:pt x="3060" y="3695"/>
                    <a:pt x="3357" y="3367"/>
                    <a:pt x="2957" y="2958"/>
                  </a:cubicBezTo>
                  <a:lnTo>
                    <a:pt x="2957" y="2958"/>
                  </a:lnTo>
                  <a:cubicBezTo>
                    <a:pt x="3094" y="3034"/>
                    <a:pt x="3310" y="3126"/>
                    <a:pt x="3502" y="3126"/>
                  </a:cubicBezTo>
                  <a:cubicBezTo>
                    <a:pt x="3625" y="3126"/>
                    <a:pt x="3739" y="3087"/>
                    <a:pt x="3814" y="2981"/>
                  </a:cubicBezTo>
                  <a:cubicBezTo>
                    <a:pt x="3984" y="2755"/>
                    <a:pt x="3747" y="2507"/>
                    <a:pt x="3623" y="2315"/>
                  </a:cubicBezTo>
                  <a:cubicBezTo>
                    <a:pt x="4627" y="1762"/>
                    <a:pt x="3792" y="871"/>
                    <a:pt x="3115" y="487"/>
                  </a:cubicBezTo>
                  <a:cubicBezTo>
                    <a:pt x="2618" y="205"/>
                    <a:pt x="2065" y="36"/>
                    <a:pt x="1490" y="2"/>
                  </a:cubicBezTo>
                  <a:cubicBezTo>
                    <a:pt x="1459" y="1"/>
                    <a:pt x="1429" y="0"/>
                    <a:pt x="1399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5730700" y="4083750"/>
              <a:ext cx="128950" cy="146600"/>
            </a:xfrm>
            <a:custGeom>
              <a:avLst/>
              <a:gdLst/>
              <a:ahLst/>
              <a:cxnLst/>
              <a:rect l="l" t="t" r="r" b="b"/>
              <a:pathLst>
                <a:path w="5158" h="5864" extrusionOk="0">
                  <a:moveTo>
                    <a:pt x="768" y="1"/>
                  </a:moveTo>
                  <a:cubicBezTo>
                    <a:pt x="543" y="1"/>
                    <a:pt x="319" y="37"/>
                    <a:pt x="102" y="109"/>
                  </a:cubicBezTo>
                  <a:cubicBezTo>
                    <a:pt x="80" y="120"/>
                    <a:pt x="68" y="120"/>
                    <a:pt x="46" y="131"/>
                  </a:cubicBezTo>
                  <a:cubicBezTo>
                    <a:pt x="34" y="143"/>
                    <a:pt x="12" y="154"/>
                    <a:pt x="1" y="165"/>
                  </a:cubicBezTo>
                  <a:cubicBezTo>
                    <a:pt x="869" y="233"/>
                    <a:pt x="1693" y="560"/>
                    <a:pt x="2370" y="1113"/>
                  </a:cubicBezTo>
                  <a:cubicBezTo>
                    <a:pt x="2867" y="1497"/>
                    <a:pt x="3273" y="1993"/>
                    <a:pt x="3566" y="2546"/>
                  </a:cubicBezTo>
                  <a:cubicBezTo>
                    <a:pt x="4006" y="3449"/>
                    <a:pt x="4243" y="4972"/>
                    <a:pt x="3589" y="5864"/>
                  </a:cubicBezTo>
                  <a:cubicBezTo>
                    <a:pt x="3815" y="5728"/>
                    <a:pt x="4018" y="5559"/>
                    <a:pt x="4210" y="5379"/>
                  </a:cubicBezTo>
                  <a:cubicBezTo>
                    <a:pt x="5157" y="4431"/>
                    <a:pt x="4582" y="2749"/>
                    <a:pt x="3905" y="1802"/>
                  </a:cubicBezTo>
                  <a:cubicBezTo>
                    <a:pt x="3386" y="1158"/>
                    <a:pt x="2720" y="651"/>
                    <a:pt x="1941" y="357"/>
                  </a:cubicBezTo>
                  <a:cubicBezTo>
                    <a:pt x="1625" y="199"/>
                    <a:pt x="1287" y="86"/>
                    <a:pt x="937" y="7"/>
                  </a:cubicBezTo>
                  <a:cubicBezTo>
                    <a:pt x="881" y="3"/>
                    <a:pt x="824" y="1"/>
                    <a:pt x="7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5731275" y="4091250"/>
              <a:ext cx="68575" cy="61250"/>
            </a:xfrm>
            <a:custGeom>
              <a:avLst/>
              <a:gdLst/>
              <a:ahLst/>
              <a:cxnLst/>
              <a:rect l="l" t="t" r="r" b="b"/>
              <a:pathLst>
                <a:path w="2743" h="2450" extrusionOk="0">
                  <a:moveTo>
                    <a:pt x="0" y="1"/>
                  </a:moveTo>
                  <a:cubicBezTo>
                    <a:pt x="0" y="1"/>
                    <a:pt x="57" y="12"/>
                    <a:pt x="169" y="23"/>
                  </a:cubicBezTo>
                  <a:cubicBezTo>
                    <a:pt x="226" y="35"/>
                    <a:pt x="293" y="57"/>
                    <a:pt x="350" y="68"/>
                  </a:cubicBezTo>
                  <a:cubicBezTo>
                    <a:pt x="418" y="102"/>
                    <a:pt x="497" y="136"/>
                    <a:pt x="564" y="170"/>
                  </a:cubicBezTo>
                  <a:cubicBezTo>
                    <a:pt x="643" y="204"/>
                    <a:pt x="734" y="249"/>
                    <a:pt x="813" y="317"/>
                  </a:cubicBezTo>
                  <a:cubicBezTo>
                    <a:pt x="892" y="373"/>
                    <a:pt x="982" y="430"/>
                    <a:pt x="1061" y="497"/>
                  </a:cubicBezTo>
                  <a:cubicBezTo>
                    <a:pt x="1106" y="531"/>
                    <a:pt x="1151" y="565"/>
                    <a:pt x="1196" y="599"/>
                  </a:cubicBezTo>
                  <a:lnTo>
                    <a:pt x="1320" y="712"/>
                  </a:lnTo>
                  <a:cubicBezTo>
                    <a:pt x="1411" y="791"/>
                    <a:pt x="1490" y="870"/>
                    <a:pt x="1569" y="960"/>
                  </a:cubicBezTo>
                  <a:cubicBezTo>
                    <a:pt x="1648" y="1050"/>
                    <a:pt x="1738" y="1129"/>
                    <a:pt x="1806" y="1219"/>
                  </a:cubicBezTo>
                  <a:cubicBezTo>
                    <a:pt x="1885" y="1298"/>
                    <a:pt x="1964" y="1389"/>
                    <a:pt x="2031" y="1479"/>
                  </a:cubicBezTo>
                  <a:cubicBezTo>
                    <a:pt x="2167" y="1648"/>
                    <a:pt x="2291" y="1817"/>
                    <a:pt x="2404" y="1953"/>
                  </a:cubicBezTo>
                  <a:cubicBezTo>
                    <a:pt x="2449" y="2032"/>
                    <a:pt x="2505" y="2088"/>
                    <a:pt x="2539" y="2156"/>
                  </a:cubicBezTo>
                  <a:cubicBezTo>
                    <a:pt x="2584" y="2212"/>
                    <a:pt x="2618" y="2269"/>
                    <a:pt x="2652" y="2314"/>
                  </a:cubicBezTo>
                  <a:cubicBezTo>
                    <a:pt x="2708" y="2404"/>
                    <a:pt x="2742" y="2449"/>
                    <a:pt x="2742" y="2449"/>
                  </a:cubicBezTo>
                  <a:cubicBezTo>
                    <a:pt x="2663" y="2258"/>
                    <a:pt x="2584" y="2077"/>
                    <a:pt x="2483" y="1908"/>
                  </a:cubicBezTo>
                  <a:cubicBezTo>
                    <a:pt x="2437" y="1829"/>
                    <a:pt x="2392" y="1739"/>
                    <a:pt x="2336" y="1660"/>
                  </a:cubicBezTo>
                  <a:cubicBezTo>
                    <a:pt x="2280" y="1569"/>
                    <a:pt x="2212" y="1479"/>
                    <a:pt x="2144" y="1389"/>
                  </a:cubicBezTo>
                  <a:cubicBezTo>
                    <a:pt x="2076" y="1298"/>
                    <a:pt x="2009" y="1208"/>
                    <a:pt x="1930" y="1118"/>
                  </a:cubicBezTo>
                  <a:cubicBezTo>
                    <a:pt x="1862" y="1028"/>
                    <a:pt x="1783" y="926"/>
                    <a:pt x="1693" y="847"/>
                  </a:cubicBezTo>
                  <a:cubicBezTo>
                    <a:pt x="1602" y="768"/>
                    <a:pt x="1523" y="678"/>
                    <a:pt x="1433" y="599"/>
                  </a:cubicBezTo>
                  <a:cubicBezTo>
                    <a:pt x="1343" y="520"/>
                    <a:pt x="1241" y="452"/>
                    <a:pt x="1151" y="384"/>
                  </a:cubicBezTo>
                  <a:cubicBezTo>
                    <a:pt x="1050" y="317"/>
                    <a:pt x="948" y="272"/>
                    <a:pt x="869" y="215"/>
                  </a:cubicBezTo>
                  <a:cubicBezTo>
                    <a:pt x="779" y="170"/>
                    <a:pt x="688" y="125"/>
                    <a:pt x="598" y="91"/>
                  </a:cubicBezTo>
                  <a:cubicBezTo>
                    <a:pt x="519" y="57"/>
                    <a:pt x="440" y="35"/>
                    <a:pt x="350" y="23"/>
                  </a:cubicBezTo>
                  <a:cubicBezTo>
                    <a:pt x="293" y="12"/>
                    <a:pt x="226" y="1"/>
                    <a:pt x="16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5748200" y="4103675"/>
              <a:ext cx="30200" cy="40925"/>
            </a:xfrm>
            <a:custGeom>
              <a:avLst/>
              <a:gdLst/>
              <a:ahLst/>
              <a:cxnLst/>
              <a:rect l="l" t="t" r="r" b="b"/>
              <a:pathLst>
                <a:path w="1208" h="1637" extrusionOk="0">
                  <a:moveTo>
                    <a:pt x="0" y="0"/>
                  </a:moveTo>
                  <a:cubicBezTo>
                    <a:pt x="0" y="0"/>
                    <a:pt x="79" y="113"/>
                    <a:pt x="203" y="249"/>
                  </a:cubicBezTo>
                  <a:cubicBezTo>
                    <a:pt x="260" y="327"/>
                    <a:pt x="339" y="406"/>
                    <a:pt x="418" y="497"/>
                  </a:cubicBezTo>
                  <a:cubicBezTo>
                    <a:pt x="497" y="587"/>
                    <a:pt x="587" y="677"/>
                    <a:pt x="666" y="779"/>
                  </a:cubicBezTo>
                  <a:cubicBezTo>
                    <a:pt x="745" y="880"/>
                    <a:pt x="824" y="971"/>
                    <a:pt x="880" y="1072"/>
                  </a:cubicBezTo>
                  <a:cubicBezTo>
                    <a:pt x="914" y="1129"/>
                    <a:pt x="959" y="1174"/>
                    <a:pt x="982" y="1219"/>
                  </a:cubicBezTo>
                  <a:cubicBezTo>
                    <a:pt x="1004" y="1264"/>
                    <a:pt x="1027" y="1309"/>
                    <a:pt x="1061" y="1354"/>
                  </a:cubicBezTo>
                  <a:cubicBezTo>
                    <a:pt x="1083" y="1388"/>
                    <a:pt x="1106" y="1422"/>
                    <a:pt x="1117" y="1467"/>
                  </a:cubicBezTo>
                  <a:cubicBezTo>
                    <a:pt x="1140" y="1501"/>
                    <a:pt x="1151" y="1535"/>
                    <a:pt x="1162" y="1557"/>
                  </a:cubicBezTo>
                  <a:lnTo>
                    <a:pt x="1208" y="1636"/>
                  </a:lnTo>
                  <a:cubicBezTo>
                    <a:pt x="1208" y="1636"/>
                    <a:pt x="1208" y="1603"/>
                    <a:pt x="1196" y="1546"/>
                  </a:cubicBezTo>
                  <a:cubicBezTo>
                    <a:pt x="1185" y="1512"/>
                    <a:pt x="1196" y="1478"/>
                    <a:pt x="1185" y="1445"/>
                  </a:cubicBezTo>
                  <a:cubicBezTo>
                    <a:pt x="1185" y="1388"/>
                    <a:pt x="1174" y="1343"/>
                    <a:pt x="1162" y="1298"/>
                  </a:cubicBezTo>
                  <a:cubicBezTo>
                    <a:pt x="1151" y="1253"/>
                    <a:pt x="1140" y="1185"/>
                    <a:pt x="1129" y="1129"/>
                  </a:cubicBezTo>
                  <a:cubicBezTo>
                    <a:pt x="1106" y="1072"/>
                    <a:pt x="1106" y="1005"/>
                    <a:pt x="1072" y="948"/>
                  </a:cubicBezTo>
                  <a:cubicBezTo>
                    <a:pt x="1038" y="892"/>
                    <a:pt x="1083" y="790"/>
                    <a:pt x="1038" y="734"/>
                  </a:cubicBezTo>
                  <a:cubicBezTo>
                    <a:pt x="1004" y="677"/>
                    <a:pt x="959" y="632"/>
                    <a:pt x="925" y="576"/>
                  </a:cubicBezTo>
                  <a:cubicBezTo>
                    <a:pt x="880" y="519"/>
                    <a:pt x="767" y="531"/>
                    <a:pt x="722" y="474"/>
                  </a:cubicBezTo>
                  <a:cubicBezTo>
                    <a:pt x="688" y="429"/>
                    <a:pt x="564" y="440"/>
                    <a:pt x="519" y="395"/>
                  </a:cubicBezTo>
                  <a:cubicBezTo>
                    <a:pt x="440" y="316"/>
                    <a:pt x="361" y="249"/>
                    <a:pt x="271" y="181"/>
                  </a:cubicBezTo>
                  <a:cubicBezTo>
                    <a:pt x="181" y="113"/>
                    <a:pt x="90" y="57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5745650" y="4105075"/>
              <a:ext cx="21750" cy="37275"/>
            </a:xfrm>
            <a:custGeom>
              <a:avLst/>
              <a:gdLst/>
              <a:ahLst/>
              <a:cxnLst/>
              <a:rect l="l" t="t" r="r" b="b"/>
              <a:pathLst>
                <a:path w="870" h="1491" extrusionOk="0">
                  <a:moveTo>
                    <a:pt x="1" y="1"/>
                  </a:moveTo>
                  <a:lnTo>
                    <a:pt x="46" y="68"/>
                  </a:lnTo>
                  <a:cubicBezTo>
                    <a:pt x="68" y="114"/>
                    <a:pt x="113" y="159"/>
                    <a:pt x="159" y="226"/>
                  </a:cubicBezTo>
                  <a:cubicBezTo>
                    <a:pt x="181" y="260"/>
                    <a:pt x="215" y="294"/>
                    <a:pt x="238" y="328"/>
                  </a:cubicBezTo>
                  <a:cubicBezTo>
                    <a:pt x="271" y="373"/>
                    <a:pt x="294" y="418"/>
                    <a:pt x="317" y="452"/>
                  </a:cubicBezTo>
                  <a:cubicBezTo>
                    <a:pt x="384" y="531"/>
                    <a:pt x="441" y="621"/>
                    <a:pt x="486" y="712"/>
                  </a:cubicBezTo>
                  <a:cubicBezTo>
                    <a:pt x="542" y="802"/>
                    <a:pt x="599" y="892"/>
                    <a:pt x="644" y="994"/>
                  </a:cubicBezTo>
                  <a:cubicBezTo>
                    <a:pt x="655" y="1028"/>
                    <a:pt x="689" y="1073"/>
                    <a:pt x="700" y="1118"/>
                  </a:cubicBezTo>
                  <a:cubicBezTo>
                    <a:pt x="723" y="1152"/>
                    <a:pt x="745" y="1197"/>
                    <a:pt x="757" y="1231"/>
                  </a:cubicBezTo>
                  <a:cubicBezTo>
                    <a:pt x="790" y="1310"/>
                    <a:pt x="813" y="1366"/>
                    <a:pt x="836" y="1411"/>
                  </a:cubicBezTo>
                  <a:cubicBezTo>
                    <a:pt x="858" y="1456"/>
                    <a:pt x="869" y="1490"/>
                    <a:pt x="869" y="1490"/>
                  </a:cubicBezTo>
                  <a:cubicBezTo>
                    <a:pt x="869" y="1456"/>
                    <a:pt x="869" y="1422"/>
                    <a:pt x="869" y="1400"/>
                  </a:cubicBezTo>
                  <a:cubicBezTo>
                    <a:pt x="869" y="1332"/>
                    <a:pt x="858" y="1264"/>
                    <a:pt x="847" y="1197"/>
                  </a:cubicBezTo>
                  <a:cubicBezTo>
                    <a:pt x="836" y="1152"/>
                    <a:pt x="836" y="1107"/>
                    <a:pt x="824" y="1061"/>
                  </a:cubicBezTo>
                  <a:cubicBezTo>
                    <a:pt x="802" y="1016"/>
                    <a:pt x="790" y="971"/>
                    <a:pt x="768" y="926"/>
                  </a:cubicBezTo>
                  <a:cubicBezTo>
                    <a:pt x="757" y="870"/>
                    <a:pt x="734" y="824"/>
                    <a:pt x="712" y="768"/>
                  </a:cubicBezTo>
                  <a:cubicBezTo>
                    <a:pt x="678" y="723"/>
                    <a:pt x="666" y="678"/>
                    <a:pt x="633" y="633"/>
                  </a:cubicBezTo>
                  <a:cubicBezTo>
                    <a:pt x="599" y="587"/>
                    <a:pt x="565" y="542"/>
                    <a:pt x="531" y="486"/>
                  </a:cubicBezTo>
                  <a:cubicBezTo>
                    <a:pt x="508" y="441"/>
                    <a:pt x="475" y="407"/>
                    <a:pt x="429" y="362"/>
                  </a:cubicBezTo>
                  <a:cubicBezTo>
                    <a:pt x="373" y="294"/>
                    <a:pt x="305" y="226"/>
                    <a:pt x="226" y="159"/>
                  </a:cubicBezTo>
                  <a:cubicBezTo>
                    <a:pt x="181" y="114"/>
                    <a:pt x="125" y="80"/>
                    <a:pt x="68" y="4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5579775" y="4081000"/>
              <a:ext cx="164500" cy="139650"/>
            </a:xfrm>
            <a:custGeom>
              <a:avLst/>
              <a:gdLst/>
              <a:ahLst/>
              <a:cxnLst/>
              <a:rect l="l" t="t" r="r" b="b"/>
              <a:pathLst>
                <a:path w="6580" h="5586" extrusionOk="0">
                  <a:moveTo>
                    <a:pt x="5856" y="1"/>
                  </a:moveTo>
                  <a:cubicBezTo>
                    <a:pt x="5482" y="1"/>
                    <a:pt x="5111" y="31"/>
                    <a:pt x="4751" y="95"/>
                  </a:cubicBezTo>
                  <a:cubicBezTo>
                    <a:pt x="3059" y="377"/>
                    <a:pt x="1129" y="1054"/>
                    <a:pt x="395" y="2747"/>
                  </a:cubicBezTo>
                  <a:cubicBezTo>
                    <a:pt x="0" y="3672"/>
                    <a:pt x="57" y="4766"/>
                    <a:pt x="768" y="5410"/>
                  </a:cubicBezTo>
                  <a:lnTo>
                    <a:pt x="869" y="5489"/>
                  </a:lnTo>
                  <a:cubicBezTo>
                    <a:pt x="1050" y="5534"/>
                    <a:pt x="1230" y="5568"/>
                    <a:pt x="1411" y="5579"/>
                  </a:cubicBezTo>
                  <a:cubicBezTo>
                    <a:pt x="1478" y="5583"/>
                    <a:pt x="1545" y="5585"/>
                    <a:pt x="1611" y="5585"/>
                  </a:cubicBezTo>
                  <a:cubicBezTo>
                    <a:pt x="2604" y="5585"/>
                    <a:pt x="3506" y="5122"/>
                    <a:pt x="4288" y="4541"/>
                  </a:cubicBezTo>
                  <a:cubicBezTo>
                    <a:pt x="4796" y="4157"/>
                    <a:pt x="5225" y="3536"/>
                    <a:pt x="5552" y="3006"/>
                  </a:cubicBezTo>
                  <a:cubicBezTo>
                    <a:pt x="6060" y="2137"/>
                    <a:pt x="6579" y="1043"/>
                    <a:pt x="6365" y="72"/>
                  </a:cubicBezTo>
                  <a:cubicBezTo>
                    <a:pt x="6342" y="50"/>
                    <a:pt x="6331" y="38"/>
                    <a:pt x="6320" y="16"/>
                  </a:cubicBezTo>
                  <a:cubicBezTo>
                    <a:pt x="6165" y="6"/>
                    <a:pt x="6010" y="1"/>
                    <a:pt x="5856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5645500" y="4077725"/>
              <a:ext cx="97925" cy="98750"/>
            </a:xfrm>
            <a:custGeom>
              <a:avLst/>
              <a:gdLst/>
              <a:ahLst/>
              <a:cxnLst/>
              <a:rect l="l" t="t" r="r" b="b"/>
              <a:pathLst>
                <a:path w="3917" h="3950" extrusionOk="0">
                  <a:moveTo>
                    <a:pt x="3205" y="0"/>
                  </a:moveTo>
                  <a:cubicBezTo>
                    <a:pt x="2574" y="147"/>
                    <a:pt x="1919" y="169"/>
                    <a:pt x="1298" y="271"/>
                  </a:cubicBezTo>
                  <a:cubicBezTo>
                    <a:pt x="949" y="361"/>
                    <a:pt x="407" y="418"/>
                    <a:pt x="226" y="767"/>
                  </a:cubicBezTo>
                  <a:cubicBezTo>
                    <a:pt x="1" y="1185"/>
                    <a:pt x="317" y="1760"/>
                    <a:pt x="768" y="1828"/>
                  </a:cubicBezTo>
                  <a:cubicBezTo>
                    <a:pt x="565" y="1918"/>
                    <a:pt x="226" y="2144"/>
                    <a:pt x="272" y="2392"/>
                  </a:cubicBezTo>
                  <a:cubicBezTo>
                    <a:pt x="328" y="2731"/>
                    <a:pt x="757" y="2765"/>
                    <a:pt x="982" y="2855"/>
                  </a:cubicBezTo>
                  <a:cubicBezTo>
                    <a:pt x="937" y="3002"/>
                    <a:pt x="768" y="3352"/>
                    <a:pt x="892" y="3509"/>
                  </a:cubicBezTo>
                  <a:cubicBezTo>
                    <a:pt x="937" y="3562"/>
                    <a:pt x="985" y="3583"/>
                    <a:pt x="1033" y="3583"/>
                  </a:cubicBezTo>
                  <a:cubicBezTo>
                    <a:pt x="1129" y="3583"/>
                    <a:pt x="1227" y="3498"/>
                    <a:pt x="1310" y="3408"/>
                  </a:cubicBezTo>
                  <a:lnTo>
                    <a:pt x="1310" y="3408"/>
                  </a:lnTo>
                  <a:cubicBezTo>
                    <a:pt x="1186" y="3611"/>
                    <a:pt x="1310" y="3882"/>
                    <a:pt x="1547" y="3927"/>
                  </a:cubicBezTo>
                  <a:cubicBezTo>
                    <a:pt x="1597" y="3943"/>
                    <a:pt x="1650" y="3950"/>
                    <a:pt x="1706" y="3950"/>
                  </a:cubicBezTo>
                  <a:cubicBezTo>
                    <a:pt x="2174" y="3950"/>
                    <a:pt x="2798" y="3442"/>
                    <a:pt x="3070" y="3160"/>
                  </a:cubicBezTo>
                  <a:cubicBezTo>
                    <a:pt x="3736" y="2471"/>
                    <a:pt x="3724" y="1185"/>
                    <a:pt x="3916" y="350"/>
                  </a:cubicBezTo>
                  <a:lnTo>
                    <a:pt x="3205" y="0"/>
                  </a:ln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5601500" y="4082800"/>
              <a:ext cx="149525" cy="150650"/>
            </a:xfrm>
            <a:custGeom>
              <a:avLst/>
              <a:gdLst/>
              <a:ahLst/>
              <a:cxnLst/>
              <a:rect l="l" t="t" r="r" b="b"/>
              <a:pathLst>
                <a:path w="5981" h="6026" extrusionOk="0">
                  <a:moveTo>
                    <a:pt x="5484" y="0"/>
                  </a:moveTo>
                  <a:lnTo>
                    <a:pt x="5484" y="0"/>
                  </a:lnTo>
                  <a:cubicBezTo>
                    <a:pt x="5710" y="971"/>
                    <a:pt x="5180" y="2077"/>
                    <a:pt x="4683" y="2934"/>
                  </a:cubicBezTo>
                  <a:cubicBezTo>
                    <a:pt x="4356" y="3464"/>
                    <a:pt x="3927" y="4085"/>
                    <a:pt x="3408" y="4469"/>
                  </a:cubicBezTo>
                  <a:cubicBezTo>
                    <a:pt x="2626" y="5050"/>
                    <a:pt x="1724" y="5513"/>
                    <a:pt x="740" y="5513"/>
                  </a:cubicBezTo>
                  <a:cubicBezTo>
                    <a:pt x="675" y="5513"/>
                    <a:pt x="609" y="5511"/>
                    <a:pt x="542" y="5507"/>
                  </a:cubicBezTo>
                  <a:cubicBezTo>
                    <a:pt x="361" y="5496"/>
                    <a:pt x="181" y="5462"/>
                    <a:pt x="0" y="5417"/>
                  </a:cubicBezTo>
                  <a:lnTo>
                    <a:pt x="0" y="5417"/>
                  </a:lnTo>
                  <a:cubicBezTo>
                    <a:pt x="442" y="5764"/>
                    <a:pt x="1031" y="6025"/>
                    <a:pt x="1588" y="6025"/>
                  </a:cubicBezTo>
                  <a:cubicBezTo>
                    <a:pt x="1700" y="6025"/>
                    <a:pt x="1811" y="6015"/>
                    <a:pt x="1919" y="5992"/>
                  </a:cubicBezTo>
                  <a:cubicBezTo>
                    <a:pt x="2912" y="5823"/>
                    <a:pt x="3442" y="5552"/>
                    <a:pt x="4255" y="4943"/>
                  </a:cubicBezTo>
                  <a:cubicBezTo>
                    <a:pt x="4807" y="4536"/>
                    <a:pt x="5417" y="3543"/>
                    <a:pt x="5620" y="2855"/>
                  </a:cubicBezTo>
                  <a:cubicBezTo>
                    <a:pt x="5834" y="2110"/>
                    <a:pt x="5981" y="598"/>
                    <a:pt x="54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5711225" y="4070950"/>
              <a:ext cx="26000" cy="73650"/>
            </a:xfrm>
            <a:custGeom>
              <a:avLst/>
              <a:gdLst/>
              <a:ahLst/>
              <a:cxnLst/>
              <a:rect l="l" t="t" r="r" b="b"/>
              <a:pathLst>
                <a:path w="1040" h="2946" extrusionOk="0">
                  <a:moveTo>
                    <a:pt x="1028" y="0"/>
                  </a:moveTo>
                  <a:cubicBezTo>
                    <a:pt x="1028" y="0"/>
                    <a:pt x="1028" y="57"/>
                    <a:pt x="1005" y="136"/>
                  </a:cubicBezTo>
                  <a:cubicBezTo>
                    <a:pt x="994" y="226"/>
                    <a:pt x="960" y="350"/>
                    <a:pt x="938" y="497"/>
                  </a:cubicBezTo>
                  <a:cubicBezTo>
                    <a:pt x="915" y="643"/>
                    <a:pt x="870" y="813"/>
                    <a:pt x="825" y="993"/>
                  </a:cubicBezTo>
                  <a:cubicBezTo>
                    <a:pt x="802" y="1084"/>
                    <a:pt x="780" y="1163"/>
                    <a:pt x="757" y="1264"/>
                  </a:cubicBezTo>
                  <a:cubicBezTo>
                    <a:pt x="734" y="1354"/>
                    <a:pt x="712" y="1445"/>
                    <a:pt x="678" y="1546"/>
                  </a:cubicBezTo>
                  <a:cubicBezTo>
                    <a:pt x="644" y="1636"/>
                    <a:pt x="622" y="1738"/>
                    <a:pt x="588" y="1828"/>
                  </a:cubicBezTo>
                  <a:cubicBezTo>
                    <a:pt x="554" y="1919"/>
                    <a:pt x="520" y="2009"/>
                    <a:pt x="486" y="2088"/>
                  </a:cubicBezTo>
                  <a:cubicBezTo>
                    <a:pt x="464" y="2178"/>
                    <a:pt x="430" y="2268"/>
                    <a:pt x="385" y="2336"/>
                  </a:cubicBezTo>
                  <a:cubicBezTo>
                    <a:pt x="351" y="2404"/>
                    <a:pt x="317" y="2483"/>
                    <a:pt x="283" y="2551"/>
                  </a:cubicBezTo>
                  <a:cubicBezTo>
                    <a:pt x="249" y="2607"/>
                    <a:pt x="215" y="2663"/>
                    <a:pt x="181" y="2720"/>
                  </a:cubicBezTo>
                  <a:cubicBezTo>
                    <a:pt x="148" y="2765"/>
                    <a:pt x="114" y="2799"/>
                    <a:pt x="80" y="2844"/>
                  </a:cubicBezTo>
                  <a:lnTo>
                    <a:pt x="1" y="2945"/>
                  </a:lnTo>
                  <a:cubicBezTo>
                    <a:pt x="1" y="2945"/>
                    <a:pt x="46" y="2923"/>
                    <a:pt x="91" y="2855"/>
                  </a:cubicBezTo>
                  <a:cubicBezTo>
                    <a:pt x="125" y="2821"/>
                    <a:pt x="170" y="2787"/>
                    <a:pt x="204" y="2742"/>
                  </a:cubicBezTo>
                  <a:cubicBezTo>
                    <a:pt x="249" y="2697"/>
                    <a:pt x="306" y="2641"/>
                    <a:pt x="339" y="2584"/>
                  </a:cubicBezTo>
                  <a:cubicBezTo>
                    <a:pt x="396" y="2517"/>
                    <a:pt x="441" y="2449"/>
                    <a:pt x="486" y="2381"/>
                  </a:cubicBezTo>
                  <a:cubicBezTo>
                    <a:pt x="531" y="2302"/>
                    <a:pt x="576" y="2223"/>
                    <a:pt x="610" y="2133"/>
                  </a:cubicBezTo>
                  <a:cubicBezTo>
                    <a:pt x="655" y="2054"/>
                    <a:pt x="689" y="1952"/>
                    <a:pt x="734" y="1873"/>
                  </a:cubicBezTo>
                  <a:cubicBezTo>
                    <a:pt x="768" y="1783"/>
                    <a:pt x="791" y="1682"/>
                    <a:pt x="825" y="1591"/>
                  </a:cubicBezTo>
                  <a:cubicBezTo>
                    <a:pt x="881" y="1400"/>
                    <a:pt x="926" y="1208"/>
                    <a:pt x="971" y="1016"/>
                  </a:cubicBezTo>
                  <a:cubicBezTo>
                    <a:pt x="994" y="847"/>
                    <a:pt x="1017" y="677"/>
                    <a:pt x="1028" y="497"/>
                  </a:cubicBezTo>
                  <a:cubicBezTo>
                    <a:pt x="1039" y="339"/>
                    <a:pt x="1039" y="170"/>
                    <a:pt x="1028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706150" y="4078550"/>
              <a:ext cx="28800" cy="51950"/>
            </a:xfrm>
            <a:custGeom>
              <a:avLst/>
              <a:gdLst/>
              <a:ahLst/>
              <a:cxnLst/>
              <a:rect l="l" t="t" r="r" b="b"/>
              <a:pathLst>
                <a:path w="1152" h="2078" extrusionOk="0">
                  <a:moveTo>
                    <a:pt x="1152" y="1"/>
                  </a:moveTo>
                  <a:lnTo>
                    <a:pt x="1107" y="91"/>
                  </a:lnTo>
                  <a:cubicBezTo>
                    <a:pt x="1073" y="148"/>
                    <a:pt x="1050" y="238"/>
                    <a:pt x="994" y="339"/>
                  </a:cubicBezTo>
                  <a:cubicBezTo>
                    <a:pt x="971" y="385"/>
                    <a:pt x="949" y="441"/>
                    <a:pt x="915" y="497"/>
                  </a:cubicBezTo>
                  <a:cubicBezTo>
                    <a:pt x="892" y="565"/>
                    <a:pt x="858" y="622"/>
                    <a:pt x="825" y="678"/>
                  </a:cubicBezTo>
                  <a:cubicBezTo>
                    <a:pt x="757" y="802"/>
                    <a:pt x="689" y="938"/>
                    <a:pt x="621" y="1062"/>
                  </a:cubicBezTo>
                  <a:cubicBezTo>
                    <a:pt x="542" y="1186"/>
                    <a:pt x="463" y="1310"/>
                    <a:pt x="396" y="1434"/>
                  </a:cubicBezTo>
                  <a:cubicBezTo>
                    <a:pt x="317" y="1547"/>
                    <a:pt x="249" y="1660"/>
                    <a:pt x="193" y="1761"/>
                  </a:cubicBezTo>
                  <a:cubicBezTo>
                    <a:pt x="136" y="1852"/>
                    <a:pt x="80" y="1931"/>
                    <a:pt x="46" y="1987"/>
                  </a:cubicBezTo>
                  <a:cubicBezTo>
                    <a:pt x="12" y="2043"/>
                    <a:pt x="1" y="2077"/>
                    <a:pt x="1" y="2077"/>
                  </a:cubicBezTo>
                  <a:cubicBezTo>
                    <a:pt x="1" y="2077"/>
                    <a:pt x="23" y="2055"/>
                    <a:pt x="69" y="2010"/>
                  </a:cubicBezTo>
                  <a:cubicBezTo>
                    <a:pt x="125" y="1964"/>
                    <a:pt x="193" y="1897"/>
                    <a:pt x="260" y="1818"/>
                  </a:cubicBezTo>
                  <a:cubicBezTo>
                    <a:pt x="351" y="1716"/>
                    <a:pt x="441" y="1615"/>
                    <a:pt x="509" y="1513"/>
                  </a:cubicBezTo>
                  <a:cubicBezTo>
                    <a:pt x="599" y="1400"/>
                    <a:pt x="678" y="1276"/>
                    <a:pt x="757" y="1141"/>
                  </a:cubicBezTo>
                  <a:cubicBezTo>
                    <a:pt x="791" y="1084"/>
                    <a:pt x="825" y="994"/>
                    <a:pt x="870" y="938"/>
                  </a:cubicBezTo>
                  <a:cubicBezTo>
                    <a:pt x="904" y="881"/>
                    <a:pt x="937" y="802"/>
                    <a:pt x="960" y="746"/>
                  </a:cubicBezTo>
                  <a:cubicBezTo>
                    <a:pt x="983" y="678"/>
                    <a:pt x="1016" y="610"/>
                    <a:pt x="1028" y="554"/>
                  </a:cubicBezTo>
                  <a:cubicBezTo>
                    <a:pt x="1050" y="486"/>
                    <a:pt x="1073" y="430"/>
                    <a:pt x="1084" y="373"/>
                  </a:cubicBezTo>
                  <a:cubicBezTo>
                    <a:pt x="1107" y="283"/>
                    <a:pt x="1129" y="193"/>
                    <a:pt x="1141" y="103"/>
                  </a:cubicBezTo>
                  <a:lnTo>
                    <a:pt x="1152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5704175" y="4074325"/>
              <a:ext cx="32750" cy="40650"/>
            </a:xfrm>
            <a:custGeom>
              <a:avLst/>
              <a:gdLst/>
              <a:ahLst/>
              <a:cxnLst/>
              <a:rect l="l" t="t" r="r" b="b"/>
              <a:pathLst>
                <a:path w="1310" h="1626" extrusionOk="0">
                  <a:moveTo>
                    <a:pt x="1310" y="1"/>
                  </a:moveTo>
                  <a:cubicBezTo>
                    <a:pt x="1310" y="1"/>
                    <a:pt x="1219" y="91"/>
                    <a:pt x="1095" y="238"/>
                  </a:cubicBezTo>
                  <a:lnTo>
                    <a:pt x="994" y="362"/>
                  </a:lnTo>
                  <a:cubicBezTo>
                    <a:pt x="971" y="418"/>
                    <a:pt x="926" y="452"/>
                    <a:pt x="881" y="508"/>
                  </a:cubicBezTo>
                  <a:cubicBezTo>
                    <a:pt x="802" y="599"/>
                    <a:pt x="734" y="700"/>
                    <a:pt x="655" y="802"/>
                  </a:cubicBezTo>
                  <a:cubicBezTo>
                    <a:pt x="565" y="903"/>
                    <a:pt x="486" y="1005"/>
                    <a:pt x="407" y="1095"/>
                  </a:cubicBezTo>
                  <a:cubicBezTo>
                    <a:pt x="373" y="1152"/>
                    <a:pt x="339" y="1197"/>
                    <a:pt x="305" y="1242"/>
                  </a:cubicBezTo>
                  <a:cubicBezTo>
                    <a:pt x="260" y="1287"/>
                    <a:pt x="227" y="1321"/>
                    <a:pt x="204" y="1366"/>
                  </a:cubicBezTo>
                  <a:cubicBezTo>
                    <a:pt x="80" y="1513"/>
                    <a:pt x="1" y="1626"/>
                    <a:pt x="1" y="1626"/>
                  </a:cubicBezTo>
                  <a:cubicBezTo>
                    <a:pt x="91" y="1558"/>
                    <a:pt x="181" y="1490"/>
                    <a:pt x="260" y="1423"/>
                  </a:cubicBezTo>
                  <a:cubicBezTo>
                    <a:pt x="305" y="1389"/>
                    <a:pt x="339" y="1355"/>
                    <a:pt x="384" y="1321"/>
                  </a:cubicBezTo>
                  <a:cubicBezTo>
                    <a:pt x="430" y="1287"/>
                    <a:pt x="475" y="1242"/>
                    <a:pt x="520" y="1197"/>
                  </a:cubicBezTo>
                  <a:cubicBezTo>
                    <a:pt x="599" y="1107"/>
                    <a:pt x="689" y="1005"/>
                    <a:pt x="779" y="903"/>
                  </a:cubicBezTo>
                  <a:cubicBezTo>
                    <a:pt x="858" y="802"/>
                    <a:pt x="937" y="689"/>
                    <a:pt x="1005" y="587"/>
                  </a:cubicBezTo>
                  <a:cubicBezTo>
                    <a:pt x="1062" y="497"/>
                    <a:pt x="1118" y="396"/>
                    <a:pt x="1174" y="294"/>
                  </a:cubicBezTo>
                  <a:cubicBezTo>
                    <a:pt x="1231" y="193"/>
                    <a:pt x="1276" y="102"/>
                    <a:pt x="131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5590500" y="3978550"/>
              <a:ext cx="149825" cy="114775"/>
            </a:xfrm>
            <a:custGeom>
              <a:avLst/>
              <a:gdLst/>
              <a:ahLst/>
              <a:cxnLst/>
              <a:rect l="l" t="t" r="r" b="b"/>
              <a:pathLst>
                <a:path w="5993" h="4591" extrusionOk="0">
                  <a:moveTo>
                    <a:pt x="1488" y="1"/>
                  </a:moveTo>
                  <a:cubicBezTo>
                    <a:pt x="1392" y="1"/>
                    <a:pt x="1294" y="6"/>
                    <a:pt x="1196" y="18"/>
                  </a:cubicBezTo>
                  <a:cubicBezTo>
                    <a:pt x="779" y="74"/>
                    <a:pt x="384" y="277"/>
                    <a:pt x="102" y="593"/>
                  </a:cubicBezTo>
                  <a:cubicBezTo>
                    <a:pt x="34" y="774"/>
                    <a:pt x="0" y="966"/>
                    <a:pt x="0" y="1169"/>
                  </a:cubicBezTo>
                  <a:cubicBezTo>
                    <a:pt x="45" y="2015"/>
                    <a:pt x="429" y="2715"/>
                    <a:pt x="982" y="3358"/>
                  </a:cubicBezTo>
                  <a:cubicBezTo>
                    <a:pt x="1625" y="4080"/>
                    <a:pt x="2562" y="4464"/>
                    <a:pt x="3510" y="4565"/>
                  </a:cubicBezTo>
                  <a:cubicBezTo>
                    <a:pt x="3707" y="4582"/>
                    <a:pt x="3905" y="4591"/>
                    <a:pt x="4101" y="4591"/>
                  </a:cubicBezTo>
                  <a:cubicBezTo>
                    <a:pt x="4297" y="4591"/>
                    <a:pt x="4491" y="4582"/>
                    <a:pt x="4683" y="4565"/>
                  </a:cubicBezTo>
                  <a:cubicBezTo>
                    <a:pt x="5135" y="4509"/>
                    <a:pt x="5575" y="4385"/>
                    <a:pt x="5992" y="4204"/>
                  </a:cubicBezTo>
                  <a:cubicBezTo>
                    <a:pt x="5947" y="4103"/>
                    <a:pt x="5823" y="3832"/>
                    <a:pt x="5823" y="3832"/>
                  </a:cubicBezTo>
                  <a:cubicBezTo>
                    <a:pt x="5631" y="3380"/>
                    <a:pt x="5383" y="2940"/>
                    <a:pt x="5112" y="2523"/>
                  </a:cubicBezTo>
                  <a:cubicBezTo>
                    <a:pt x="4338" y="1366"/>
                    <a:pt x="3005" y="1"/>
                    <a:pt x="1488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648050" y="4017125"/>
              <a:ext cx="98750" cy="81150"/>
            </a:xfrm>
            <a:custGeom>
              <a:avLst/>
              <a:gdLst/>
              <a:ahLst/>
              <a:cxnLst/>
              <a:rect l="l" t="t" r="r" b="b"/>
              <a:pathLst>
                <a:path w="3950" h="3246" extrusionOk="0">
                  <a:moveTo>
                    <a:pt x="1809" y="1"/>
                  </a:moveTo>
                  <a:cubicBezTo>
                    <a:pt x="1505" y="1"/>
                    <a:pt x="1072" y="216"/>
                    <a:pt x="1366" y="540"/>
                  </a:cubicBezTo>
                  <a:cubicBezTo>
                    <a:pt x="1329" y="533"/>
                    <a:pt x="1283" y="530"/>
                    <a:pt x="1233" y="530"/>
                  </a:cubicBezTo>
                  <a:cubicBezTo>
                    <a:pt x="933" y="530"/>
                    <a:pt x="476" y="654"/>
                    <a:pt x="756" y="1002"/>
                  </a:cubicBezTo>
                  <a:cubicBezTo>
                    <a:pt x="192" y="1126"/>
                    <a:pt x="102" y="1770"/>
                    <a:pt x="711" y="1973"/>
                  </a:cubicBezTo>
                  <a:cubicBezTo>
                    <a:pt x="0" y="1973"/>
                    <a:pt x="553" y="2842"/>
                    <a:pt x="880" y="3011"/>
                  </a:cubicBezTo>
                  <a:cubicBezTo>
                    <a:pt x="1199" y="3181"/>
                    <a:pt x="1534" y="3246"/>
                    <a:pt x="1875" y="3246"/>
                  </a:cubicBezTo>
                  <a:cubicBezTo>
                    <a:pt x="2574" y="3246"/>
                    <a:pt x="3298" y="2975"/>
                    <a:pt x="3950" y="2785"/>
                  </a:cubicBezTo>
                  <a:lnTo>
                    <a:pt x="3950" y="2785"/>
                  </a:lnTo>
                  <a:cubicBezTo>
                    <a:pt x="3949" y="2785"/>
                    <a:pt x="3948" y="2786"/>
                    <a:pt x="3947" y="2786"/>
                  </a:cubicBezTo>
                  <a:cubicBezTo>
                    <a:pt x="3850" y="2786"/>
                    <a:pt x="3362" y="1577"/>
                    <a:pt x="3295" y="1454"/>
                  </a:cubicBezTo>
                  <a:cubicBezTo>
                    <a:pt x="2934" y="833"/>
                    <a:pt x="2708" y="145"/>
                    <a:pt x="1907" y="9"/>
                  </a:cubicBezTo>
                  <a:cubicBezTo>
                    <a:pt x="1877" y="4"/>
                    <a:pt x="1844" y="1"/>
                    <a:pt x="1809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5572725" y="3993075"/>
              <a:ext cx="167875" cy="114425"/>
            </a:xfrm>
            <a:custGeom>
              <a:avLst/>
              <a:gdLst/>
              <a:ahLst/>
              <a:cxnLst/>
              <a:rect l="l" t="t" r="r" b="b"/>
              <a:pathLst>
                <a:path w="6715" h="4577" extrusionOk="0">
                  <a:moveTo>
                    <a:pt x="813" y="1"/>
                  </a:moveTo>
                  <a:lnTo>
                    <a:pt x="813" y="1"/>
                  </a:lnTo>
                  <a:cubicBezTo>
                    <a:pt x="565" y="272"/>
                    <a:pt x="384" y="588"/>
                    <a:pt x="316" y="949"/>
                  </a:cubicBezTo>
                  <a:cubicBezTo>
                    <a:pt x="0" y="2438"/>
                    <a:pt x="1400" y="4063"/>
                    <a:pt x="2788" y="4379"/>
                  </a:cubicBezTo>
                  <a:cubicBezTo>
                    <a:pt x="3267" y="4500"/>
                    <a:pt x="3767" y="4576"/>
                    <a:pt x="4261" y="4576"/>
                  </a:cubicBezTo>
                  <a:cubicBezTo>
                    <a:pt x="5153" y="4576"/>
                    <a:pt x="6025" y="4328"/>
                    <a:pt x="6714" y="3646"/>
                  </a:cubicBezTo>
                  <a:cubicBezTo>
                    <a:pt x="6703" y="3634"/>
                    <a:pt x="6703" y="3623"/>
                    <a:pt x="6703" y="3612"/>
                  </a:cubicBezTo>
                  <a:cubicBezTo>
                    <a:pt x="6286" y="3804"/>
                    <a:pt x="5846" y="3928"/>
                    <a:pt x="5394" y="3973"/>
                  </a:cubicBezTo>
                  <a:cubicBezTo>
                    <a:pt x="5202" y="3990"/>
                    <a:pt x="5008" y="3998"/>
                    <a:pt x="4812" y="3998"/>
                  </a:cubicBezTo>
                  <a:cubicBezTo>
                    <a:pt x="4616" y="3998"/>
                    <a:pt x="4418" y="3990"/>
                    <a:pt x="4221" y="3973"/>
                  </a:cubicBezTo>
                  <a:cubicBezTo>
                    <a:pt x="3273" y="3871"/>
                    <a:pt x="2336" y="3499"/>
                    <a:pt x="1693" y="2765"/>
                  </a:cubicBezTo>
                  <a:cubicBezTo>
                    <a:pt x="1129" y="2134"/>
                    <a:pt x="768" y="1434"/>
                    <a:pt x="711" y="576"/>
                  </a:cubicBezTo>
                  <a:cubicBezTo>
                    <a:pt x="711" y="385"/>
                    <a:pt x="734" y="181"/>
                    <a:pt x="8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5658475" y="4078850"/>
              <a:ext cx="83250" cy="11575"/>
            </a:xfrm>
            <a:custGeom>
              <a:avLst/>
              <a:gdLst/>
              <a:ahLst/>
              <a:cxnLst/>
              <a:rect l="l" t="t" r="r" b="b"/>
              <a:pathLst>
                <a:path w="3330" h="463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204" y="79"/>
                    <a:pt x="509" y="181"/>
                  </a:cubicBezTo>
                  <a:cubicBezTo>
                    <a:pt x="655" y="226"/>
                    <a:pt x="836" y="271"/>
                    <a:pt x="1028" y="316"/>
                  </a:cubicBezTo>
                  <a:cubicBezTo>
                    <a:pt x="1231" y="373"/>
                    <a:pt x="1434" y="406"/>
                    <a:pt x="1648" y="429"/>
                  </a:cubicBezTo>
                  <a:cubicBezTo>
                    <a:pt x="1761" y="440"/>
                    <a:pt x="1863" y="463"/>
                    <a:pt x="1976" y="463"/>
                  </a:cubicBezTo>
                  <a:lnTo>
                    <a:pt x="2280" y="463"/>
                  </a:lnTo>
                  <a:cubicBezTo>
                    <a:pt x="2382" y="463"/>
                    <a:pt x="2483" y="452"/>
                    <a:pt x="2574" y="452"/>
                  </a:cubicBezTo>
                  <a:cubicBezTo>
                    <a:pt x="2653" y="440"/>
                    <a:pt x="2743" y="418"/>
                    <a:pt x="2833" y="406"/>
                  </a:cubicBezTo>
                  <a:cubicBezTo>
                    <a:pt x="2901" y="384"/>
                    <a:pt x="2969" y="361"/>
                    <a:pt x="3048" y="339"/>
                  </a:cubicBezTo>
                  <a:cubicBezTo>
                    <a:pt x="3093" y="327"/>
                    <a:pt x="3149" y="305"/>
                    <a:pt x="3205" y="282"/>
                  </a:cubicBezTo>
                  <a:cubicBezTo>
                    <a:pt x="3284" y="237"/>
                    <a:pt x="3330" y="215"/>
                    <a:pt x="3330" y="215"/>
                  </a:cubicBezTo>
                  <a:lnTo>
                    <a:pt x="3330" y="215"/>
                  </a:lnTo>
                  <a:lnTo>
                    <a:pt x="3183" y="248"/>
                  </a:lnTo>
                  <a:cubicBezTo>
                    <a:pt x="3138" y="271"/>
                    <a:pt x="3081" y="271"/>
                    <a:pt x="3025" y="294"/>
                  </a:cubicBezTo>
                  <a:cubicBezTo>
                    <a:pt x="2957" y="305"/>
                    <a:pt x="2878" y="305"/>
                    <a:pt x="2811" y="316"/>
                  </a:cubicBezTo>
                  <a:cubicBezTo>
                    <a:pt x="2732" y="327"/>
                    <a:pt x="2653" y="327"/>
                    <a:pt x="2562" y="327"/>
                  </a:cubicBezTo>
                  <a:lnTo>
                    <a:pt x="2280" y="327"/>
                  </a:lnTo>
                  <a:cubicBezTo>
                    <a:pt x="2179" y="327"/>
                    <a:pt x="2077" y="316"/>
                    <a:pt x="1976" y="305"/>
                  </a:cubicBezTo>
                  <a:cubicBezTo>
                    <a:pt x="1874" y="305"/>
                    <a:pt x="1772" y="282"/>
                    <a:pt x="1671" y="271"/>
                  </a:cubicBezTo>
                  <a:cubicBezTo>
                    <a:pt x="1456" y="248"/>
                    <a:pt x="1253" y="215"/>
                    <a:pt x="1050" y="181"/>
                  </a:cubicBezTo>
                  <a:lnTo>
                    <a:pt x="520" y="91"/>
                  </a:lnTo>
                  <a:lnTo>
                    <a:pt x="147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5658775" y="4063050"/>
              <a:ext cx="78450" cy="21750"/>
            </a:xfrm>
            <a:custGeom>
              <a:avLst/>
              <a:gdLst/>
              <a:ahLst/>
              <a:cxnLst/>
              <a:rect l="l" t="t" r="r" b="b"/>
              <a:pathLst>
                <a:path w="3138" h="870" extrusionOk="0">
                  <a:moveTo>
                    <a:pt x="0" y="0"/>
                  </a:moveTo>
                  <a:cubicBezTo>
                    <a:pt x="0" y="0"/>
                    <a:pt x="169" y="124"/>
                    <a:pt x="440" y="260"/>
                  </a:cubicBezTo>
                  <a:cubicBezTo>
                    <a:pt x="587" y="328"/>
                    <a:pt x="756" y="418"/>
                    <a:pt x="925" y="486"/>
                  </a:cubicBezTo>
                  <a:cubicBezTo>
                    <a:pt x="1095" y="553"/>
                    <a:pt x="1286" y="632"/>
                    <a:pt x="1490" y="700"/>
                  </a:cubicBezTo>
                  <a:cubicBezTo>
                    <a:pt x="1591" y="723"/>
                    <a:pt x="1693" y="756"/>
                    <a:pt x="1794" y="779"/>
                  </a:cubicBezTo>
                  <a:cubicBezTo>
                    <a:pt x="1885" y="802"/>
                    <a:pt x="1986" y="824"/>
                    <a:pt x="2088" y="835"/>
                  </a:cubicBezTo>
                  <a:cubicBezTo>
                    <a:pt x="2189" y="858"/>
                    <a:pt x="2279" y="858"/>
                    <a:pt x="2370" y="869"/>
                  </a:cubicBezTo>
                  <a:lnTo>
                    <a:pt x="2618" y="869"/>
                  </a:lnTo>
                  <a:cubicBezTo>
                    <a:pt x="2697" y="869"/>
                    <a:pt x="2765" y="858"/>
                    <a:pt x="2844" y="847"/>
                  </a:cubicBezTo>
                  <a:cubicBezTo>
                    <a:pt x="2889" y="835"/>
                    <a:pt x="2945" y="824"/>
                    <a:pt x="3002" y="813"/>
                  </a:cubicBezTo>
                  <a:cubicBezTo>
                    <a:pt x="3092" y="790"/>
                    <a:pt x="3137" y="768"/>
                    <a:pt x="3137" y="768"/>
                  </a:cubicBezTo>
                  <a:lnTo>
                    <a:pt x="3137" y="768"/>
                  </a:lnTo>
                  <a:cubicBezTo>
                    <a:pt x="3137" y="768"/>
                    <a:pt x="3081" y="768"/>
                    <a:pt x="2990" y="790"/>
                  </a:cubicBezTo>
                  <a:lnTo>
                    <a:pt x="2832" y="790"/>
                  </a:lnTo>
                  <a:cubicBezTo>
                    <a:pt x="2765" y="790"/>
                    <a:pt x="2697" y="779"/>
                    <a:pt x="2618" y="779"/>
                  </a:cubicBezTo>
                  <a:cubicBezTo>
                    <a:pt x="2550" y="779"/>
                    <a:pt x="2471" y="756"/>
                    <a:pt x="2381" y="745"/>
                  </a:cubicBezTo>
                  <a:cubicBezTo>
                    <a:pt x="2302" y="734"/>
                    <a:pt x="2212" y="711"/>
                    <a:pt x="2110" y="700"/>
                  </a:cubicBezTo>
                  <a:cubicBezTo>
                    <a:pt x="2020" y="677"/>
                    <a:pt x="1930" y="655"/>
                    <a:pt x="1828" y="621"/>
                  </a:cubicBezTo>
                  <a:cubicBezTo>
                    <a:pt x="1738" y="598"/>
                    <a:pt x="1636" y="576"/>
                    <a:pt x="1546" y="542"/>
                  </a:cubicBezTo>
                  <a:cubicBezTo>
                    <a:pt x="1354" y="486"/>
                    <a:pt x="1162" y="418"/>
                    <a:pt x="982" y="350"/>
                  </a:cubicBezTo>
                  <a:cubicBezTo>
                    <a:pt x="801" y="282"/>
                    <a:pt x="621" y="226"/>
                    <a:pt x="485" y="170"/>
                  </a:cubicBezTo>
                  <a:cubicBezTo>
                    <a:pt x="339" y="124"/>
                    <a:pt x="214" y="79"/>
                    <a:pt x="124" y="45"/>
                  </a:cubicBezTo>
                  <a:cubicBezTo>
                    <a:pt x="45" y="2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5688675" y="4061350"/>
              <a:ext cx="46275" cy="20350"/>
            </a:xfrm>
            <a:custGeom>
              <a:avLst/>
              <a:gdLst/>
              <a:ahLst/>
              <a:cxnLst/>
              <a:rect l="l" t="t" r="r" b="b"/>
              <a:pathLst>
                <a:path w="1851" h="814" extrusionOk="0">
                  <a:moveTo>
                    <a:pt x="0" y="1"/>
                  </a:moveTo>
                  <a:lnTo>
                    <a:pt x="0" y="1"/>
                  </a:lnTo>
                  <a:cubicBezTo>
                    <a:pt x="23" y="23"/>
                    <a:pt x="34" y="57"/>
                    <a:pt x="57" y="80"/>
                  </a:cubicBezTo>
                  <a:cubicBezTo>
                    <a:pt x="113" y="136"/>
                    <a:pt x="169" y="192"/>
                    <a:pt x="226" y="249"/>
                  </a:cubicBezTo>
                  <a:cubicBezTo>
                    <a:pt x="271" y="271"/>
                    <a:pt x="294" y="328"/>
                    <a:pt x="339" y="362"/>
                  </a:cubicBezTo>
                  <a:cubicBezTo>
                    <a:pt x="395" y="396"/>
                    <a:pt x="418" y="486"/>
                    <a:pt x="474" y="508"/>
                  </a:cubicBezTo>
                  <a:cubicBezTo>
                    <a:pt x="519" y="542"/>
                    <a:pt x="531" y="689"/>
                    <a:pt x="587" y="712"/>
                  </a:cubicBezTo>
                  <a:lnTo>
                    <a:pt x="756" y="791"/>
                  </a:lnTo>
                  <a:cubicBezTo>
                    <a:pt x="785" y="801"/>
                    <a:pt x="817" y="805"/>
                    <a:pt x="850" y="805"/>
                  </a:cubicBezTo>
                  <a:cubicBezTo>
                    <a:pt x="931" y="805"/>
                    <a:pt x="1020" y="782"/>
                    <a:pt x="1100" y="782"/>
                  </a:cubicBezTo>
                  <a:cubicBezTo>
                    <a:pt x="1126" y="782"/>
                    <a:pt x="1151" y="784"/>
                    <a:pt x="1174" y="791"/>
                  </a:cubicBezTo>
                  <a:cubicBezTo>
                    <a:pt x="1192" y="796"/>
                    <a:pt x="1211" y="798"/>
                    <a:pt x="1231" y="798"/>
                  </a:cubicBezTo>
                  <a:cubicBezTo>
                    <a:pt x="1322" y="798"/>
                    <a:pt x="1426" y="753"/>
                    <a:pt x="1502" y="753"/>
                  </a:cubicBezTo>
                  <a:cubicBezTo>
                    <a:pt x="1513" y="753"/>
                    <a:pt x="1525" y="754"/>
                    <a:pt x="1535" y="757"/>
                  </a:cubicBezTo>
                  <a:cubicBezTo>
                    <a:pt x="1636" y="779"/>
                    <a:pt x="1738" y="802"/>
                    <a:pt x="1851" y="813"/>
                  </a:cubicBezTo>
                  <a:cubicBezTo>
                    <a:pt x="1761" y="768"/>
                    <a:pt x="1670" y="712"/>
                    <a:pt x="1569" y="678"/>
                  </a:cubicBezTo>
                  <a:cubicBezTo>
                    <a:pt x="1388" y="587"/>
                    <a:pt x="1162" y="497"/>
                    <a:pt x="925" y="407"/>
                  </a:cubicBezTo>
                  <a:cubicBezTo>
                    <a:pt x="813" y="362"/>
                    <a:pt x="689" y="317"/>
                    <a:pt x="587" y="260"/>
                  </a:cubicBezTo>
                  <a:cubicBezTo>
                    <a:pt x="531" y="238"/>
                    <a:pt x="485" y="226"/>
                    <a:pt x="429" y="204"/>
                  </a:cubicBezTo>
                  <a:cubicBezTo>
                    <a:pt x="384" y="181"/>
                    <a:pt x="339" y="159"/>
                    <a:pt x="294" y="136"/>
                  </a:cubicBezTo>
                  <a:cubicBezTo>
                    <a:pt x="203" y="102"/>
                    <a:pt x="136" y="57"/>
                    <a:pt x="79" y="34"/>
                  </a:cubicBezTo>
                  <a:cubicBezTo>
                    <a:pt x="57" y="23"/>
                    <a:pt x="34" y="12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5697975" y="4051200"/>
              <a:ext cx="26825" cy="24275"/>
            </a:xfrm>
            <a:custGeom>
              <a:avLst/>
              <a:gdLst/>
              <a:ahLst/>
              <a:cxnLst/>
              <a:rect l="l" t="t" r="r" b="b"/>
              <a:pathLst>
                <a:path w="1073" h="971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68"/>
                    <a:pt x="80" y="136"/>
                    <a:pt x="125" y="204"/>
                  </a:cubicBezTo>
                  <a:cubicBezTo>
                    <a:pt x="159" y="271"/>
                    <a:pt x="215" y="339"/>
                    <a:pt x="260" y="395"/>
                  </a:cubicBezTo>
                  <a:cubicBezTo>
                    <a:pt x="317" y="452"/>
                    <a:pt x="384" y="519"/>
                    <a:pt x="452" y="587"/>
                  </a:cubicBezTo>
                  <a:cubicBezTo>
                    <a:pt x="576" y="700"/>
                    <a:pt x="711" y="790"/>
                    <a:pt x="869" y="881"/>
                  </a:cubicBezTo>
                  <a:cubicBezTo>
                    <a:pt x="937" y="914"/>
                    <a:pt x="1005" y="948"/>
                    <a:pt x="1073" y="971"/>
                  </a:cubicBezTo>
                  <a:cubicBezTo>
                    <a:pt x="1027" y="914"/>
                    <a:pt x="982" y="858"/>
                    <a:pt x="926" y="802"/>
                  </a:cubicBezTo>
                  <a:cubicBezTo>
                    <a:pt x="881" y="756"/>
                    <a:pt x="824" y="700"/>
                    <a:pt x="757" y="644"/>
                  </a:cubicBezTo>
                  <a:cubicBezTo>
                    <a:pt x="700" y="587"/>
                    <a:pt x="632" y="531"/>
                    <a:pt x="565" y="463"/>
                  </a:cubicBezTo>
                  <a:cubicBezTo>
                    <a:pt x="508" y="407"/>
                    <a:pt x="441" y="350"/>
                    <a:pt x="373" y="294"/>
                  </a:cubicBezTo>
                  <a:cubicBezTo>
                    <a:pt x="339" y="271"/>
                    <a:pt x="305" y="237"/>
                    <a:pt x="271" y="215"/>
                  </a:cubicBezTo>
                  <a:cubicBezTo>
                    <a:pt x="249" y="192"/>
                    <a:pt x="215" y="170"/>
                    <a:pt x="192" y="147"/>
                  </a:cubicBezTo>
                  <a:cubicBezTo>
                    <a:pt x="136" y="91"/>
                    <a:pt x="68" y="46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5694300" y="3911000"/>
              <a:ext cx="110050" cy="176900"/>
            </a:xfrm>
            <a:custGeom>
              <a:avLst/>
              <a:gdLst/>
              <a:ahLst/>
              <a:cxnLst/>
              <a:rect l="l" t="t" r="r" b="b"/>
              <a:pathLst>
                <a:path w="4402" h="7076" extrusionOk="0">
                  <a:moveTo>
                    <a:pt x="1592" y="0"/>
                  </a:moveTo>
                  <a:cubicBezTo>
                    <a:pt x="1084" y="452"/>
                    <a:pt x="678" y="1004"/>
                    <a:pt x="418" y="1636"/>
                  </a:cubicBezTo>
                  <a:cubicBezTo>
                    <a:pt x="1" y="2708"/>
                    <a:pt x="114" y="3927"/>
                    <a:pt x="700" y="4920"/>
                  </a:cubicBezTo>
                  <a:cubicBezTo>
                    <a:pt x="870" y="5202"/>
                    <a:pt x="1727" y="6342"/>
                    <a:pt x="1863" y="7075"/>
                  </a:cubicBezTo>
                  <a:lnTo>
                    <a:pt x="2901" y="5879"/>
                  </a:lnTo>
                  <a:cubicBezTo>
                    <a:pt x="3939" y="4570"/>
                    <a:pt x="4402" y="3306"/>
                    <a:pt x="3894" y="1625"/>
                  </a:cubicBezTo>
                  <a:cubicBezTo>
                    <a:pt x="3555" y="531"/>
                    <a:pt x="2709" y="11"/>
                    <a:pt x="1592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5708100" y="3985100"/>
              <a:ext cx="76225" cy="102800"/>
            </a:xfrm>
            <a:custGeom>
              <a:avLst/>
              <a:gdLst/>
              <a:ahLst/>
              <a:cxnLst/>
              <a:rect l="l" t="t" r="r" b="b"/>
              <a:pathLst>
                <a:path w="3049" h="4112" extrusionOk="0">
                  <a:moveTo>
                    <a:pt x="1949" y="0"/>
                  </a:moveTo>
                  <a:cubicBezTo>
                    <a:pt x="1795" y="0"/>
                    <a:pt x="1605" y="108"/>
                    <a:pt x="1424" y="331"/>
                  </a:cubicBezTo>
                  <a:cubicBezTo>
                    <a:pt x="1311" y="174"/>
                    <a:pt x="1181" y="109"/>
                    <a:pt x="1052" y="109"/>
                  </a:cubicBezTo>
                  <a:cubicBezTo>
                    <a:pt x="634" y="109"/>
                    <a:pt x="229" y="781"/>
                    <a:pt x="487" y="1177"/>
                  </a:cubicBezTo>
                  <a:cubicBezTo>
                    <a:pt x="411" y="1130"/>
                    <a:pt x="347" y="1109"/>
                    <a:pt x="293" y="1109"/>
                  </a:cubicBezTo>
                  <a:cubicBezTo>
                    <a:pt x="1" y="1109"/>
                    <a:pt x="5" y="1713"/>
                    <a:pt x="81" y="1922"/>
                  </a:cubicBezTo>
                  <a:cubicBezTo>
                    <a:pt x="374" y="2735"/>
                    <a:pt x="1390" y="3197"/>
                    <a:pt x="1311" y="4111"/>
                  </a:cubicBezTo>
                  <a:lnTo>
                    <a:pt x="1582" y="3683"/>
                  </a:lnTo>
                  <a:cubicBezTo>
                    <a:pt x="2067" y="3107"/>
                    <a:pt x="2597" y="2836"/>
                    <a:pt x="2879" y="2159"/>
                  </a:cubicBezTo>
                  <a:cubicBezTo>
                    <a:pt x="3049" y="1821"/>
                    <a:pt x="3015" y="1200"/>
                    <a:pt x="2981" y="816"/>
                  </a:cubicBezTo>
                  <a:cubicBezTo>
                    <a:pt x="2969" y="536"/>
                    <a:pt x="2856" y="426"/>
                    <a:pt x="2704" y="426"/>
                  </a:cubicBezTo>
                  <a:cubicBezTo>
                    <a:pt x="2569" y="426"/>
                    <a:pt x="2402" y="514"/>
                    <a:pt x="2247" y="647"/>
                  </a:cubicBezTo>
                  <a:cubicBezTo>
                    <a:pt x="2314" y="222"/>
                    <a:pt x="2169" y="0"/>
                    <a:pt x="1949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5677375" y="3911000"/>
              <a:ext cx="63225" cy="178025"/>
            </a:xfrm>
            <a:custGeom>
              <a:avLst/>
              <a:gdLst/>
              <a:ahLst/>
              <a:cxnLst/>
              <a:rect l="l" t="t" r="r" b="b"/>
              <a:pathLst>
                <a:path w="2529" h="7121" extrusionOk="0">
                  <a:moveTo>
                    <a:pt x="2213" y="0"/>
                  </a:moveTo>
                  <a:cubicBezTo>
                    <a:pt x="892" y="0"/>
                    <a:pt x="1" y="1828"/>
                    <a:pt x="80" y="2957"/>
                  </a:cubicBezTo>
                  <a:cubicBezTo>
                    <a:pt x="136" y="3826"/>
                    <a:pt x="599" y="4469"/>
                    <a:pt x="1073" y="5157"/>
                  </a:cubicBezTo>
                  <a:cubicBezTo>
                    <a:pt x="1344" y="5563"/>
                    <a:pt x="1637" y="5958"/>
                    <a:pt x="1953" y="6331"/>
                  </a:cubicBezTo>
                  <a:cubicBezTo>
                    <a:pt x="2167" y="6568"/>
                    <a:pt x="2348" y="6827"/>
                    <a:pt x="2495" y="7120"/>
                  </a:cubicBezTo>
                  <a:lnTo>
                    <a:pt x="2528" y="7075"/>
                  </a:lnTo>
                  <a:cubicBezTo>
                    <a:pt x="2404" y="6342"/>
                    <a:pt x="1547" y="5202"/>
                    <a:pt x="1377" y="4920"/>
                  </a:cubicBezTo>
                  <a:cubicBezTo>
                    <a:pt x="791" y="3927"/>
                    <a:pt x="689" y="2720"/>
                    <a:pt x="1095" y="1636"/>
                  </a:cubicBezTo>
                  <a:cubicBezTo>
                    <a:pt x="1355" y="1004"/>
                    <a:pt x="1761" y="452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5720825" y="3979300"/>
              <a:ext cx="18200" cy="101625"/>
            </a:xfrm>
            <a:custGeom>
              <a:avLst/>
              <a:gdLst/>
              <a:ahLst/>
              <a:cxnLst/>
              <a:rect l="l" t="t" r="r" b="b"/>
              <a:pathLst>
                <a:path w="728" h="4065" extrusionOk="0">
                  <a:moveTo>
                    <a:pt x="390" y="0"/>
                  </a:moveTo>
                  <a:cubicBezTo>
                    <a:pt x="373" y="0"/>
                    <a:pt x="358" y="3"/>
                    <a:pt x="350" y="10"/>
                  </a:cubicBezTo>
                  <a:cubicBezTo>
                    <a:pt x="328" y="44"/>
                    <a:pt x="215" y="44"/>
                    <a:pt x="181" y="100"/>
                  </a:cubicBezTo>
                  <a:cubicBezTo>
                    <a:pt x="147" y="157"/>
                    <a:pt x="125" y="225"/>
                    <a:pt x="102" y="292"/>
                  </a:cubicBezTo>
                  <a:cubicBezTo>
                    <a:pt x="68" y="383"/>
                    <a:pt x="46" y="484"/>
                    <a:pt x="34" y="574"/>
                  </a:cubicBezTo>
                  <a:cubicBezTo>
                    <a:pt x="1" y="811"/>
                    <a:pt x="1" y="1048"/>
                    <a:pt x="23" y="1285"/>
                  </a:cubicBezTo>
                  <a:cubicBezTo>
                    <a:pt x="34" y="1409"/>
                    <a:pt x="46" y="1545"/>
                    <a:pt x="68" y="1680"/>
                  </a:cubicBezTo>
                  <a:cubicBezTo>
                    <a:pt x="80" y="1816"/>
                    <a:pt x="113" y="1951"/>
                    <a:pt x="147" y="2075"/>
                  </a:cubicBezTo>
                  <a:cubicBezTo>
                    <a:pt x="226" y="2346"/>
                    <a:pt x="317" y="2594"/>
                    <a:pt x="407" y="2843"/>
                  </a:cubicBezTo>
                  <a:cubicBezTo>
                    <a:pt x="452" y="2955"/>
                    <a:pt x="486" y="3068"/>
                    <a:pt x="531" y="3181"/>
                  </a:cubicBezTo>
                  <a:cubicBezTo>
                    <a:pt x="565" y="3294"/>
                    <a:pt x="587" y="3395"/>
                    <a:pt x="610" y="3497"/>
                  </a:cubicBezTo>
                  <a:cubicBezTo>
                    <a:pt x="633" y="3576"/>
                    <a:pt x="644" y="3666"/>
                    <a:pt x="655" y="3757"/>
                  </a:cubicBezTo>
                  <a:cubicBezTo>
                    <a:pt x="666" y="3824"/>
                    <a:pt x="666" y="3903"/>
                    <a:pt x="666" y="3971"/>
                  </a:cubicBezTo>
                  <a:lnTo>
                    <a:pt x="666" y="4009"/>
                  </a:lnTo>
                  <a:lnTo>
                    <a:pt x="666" y="4009"/>
                  </a:lnTo>
                  <a:cubicBezTo>
                    <a:pt x="665" y="4009"/>
                    <a:pt x="664" y="4009"/>
                    <a:pt x="663" y="4009"/>
                  </a:cubicBezTo>
                  <a:cubicBezTo>
                    <a:pt x="658" y="4009"/>
                    <a:pt x="651" y="4010"/>
                    <a:pt x="645" y="4011"/>
                  </a:cubicBezTo>
                  <a:lnTo>
                    <a:pt x="645" y="4011"/>
                  </a:lnTo>
                  <a:cubicBezTo>
                    <a:pt x="631" y="4003"/>
                    <a:pt x="621" y="3997"/>
                    <a:pt x="621" y="3994"/>
                  </a:cubicBezTo>
                  <a:cubicBezTo>
                    <a:pt x="587" y="3982"/>
                    <a:pt x="554" y="3971"/>
                    <a:pt x="508" y="3960"/>
                  </a:cubicBezTo>
                  <a:lnTo>
                    <a:pt x="508" y="3971"/>
                  </a:lnTo>
                  <a:cubicBezTo>
                    <a:pt x="542" y="3982"/>
                    <a:pt x="587" y="4005"/>
                    <a:pt x="621" y="4016"/>
                  </a:cubicBezTo>
                  <a:cubicBezTo>
                    <a:pt x="621" y="4016"/>
                    <a:pt x="633" y="4013"/>
                    <a:pt x="645" y="4011"/>
                  </a:cubicBezTo>
                  <a:lnTo>
                    <a:pt x="645" y="4011"/>
                  </a:lnTo>
                  <a:cubicBezTo>
                    <a:pt x="652" y="4014"/>
                    <a:pt x="659" y="4018"/>
                    <a:pt x="666" y="4021"/>
                  </a:cubicBezTo>
                  <a:lnTo>
                    <a:pt x="666" y="4021"/>
                  </a:lnTo>
                  <a:lnTo>
                    <a:pt x="666" y="4027"/>
                  </a:lnTo>
                  <a:cubicBezTo>
                    <a:pt x="668" y="4026"/>
                    <a:pt x="669" y="4024"/>
                    <a:pt x="670" y="4023"/>
                  </a:cubicBezTo>
                  <a:lnTo>
                    <a:pt x="670" y="4023"/>
                  </a:lnTo>
                  <a:cubicBezTo>
                    <a:pt x="677" y="4026"/>
                    <a:pt x="683" y="4029"/>
                    <a:pt x="689" y="4032"/>
                  </a:cubicBezTo>
                  <a:lnTo>
                    <a:pt x="689" y="4032"/>
                  </a:lnTo>
                  <a:cubicBezTo>
                    <a:pt x="689" y="4008"/>
                    <a:pt x="689" y="3989"/>
                    <a:pt x="689" y="3971"/>
                  </a:cubicBezTo>
                  <a:cubicBezTo>
                    <a:pt x="711" y="3903"/>
                    <a:pt x="711" y="3824"/>
                    <a:pt x="711" y="3757"/>
                  </a:cubicBezTo>
                  <a:cubicBezTo>
                    <a:pt x="711" y="3655"/>
                    <a:pt x="711" y="3565"/>
                    <a:pt x="700" y="3474"/>
                  </a:cubicBezTo>
                  <a:cubicBezTo>
                    <a:pt x="666" y="3237"/>
                    <a:pt x="610" y="3012"/>
                    <a:pt x="542" y="2786"/>
                  </a:cubicBezTo>
                  <a:cubicBezTo>
                    <a:pt x="475" y="2538"/>
                    <a:pt x="384" y="2290"/>
                    <a:pt x="305" y="2030"/>
                  </a:cubicBezTo>
                  <a:cubicBezTo>
                    <a:pt x="271" y="1906"/>
                    <a:pt x="238" y="1782"/>
                    <a:pt x="226" y="1646"/>
                  </a:cubicBezTo>
                  <a:cubicBezTo>
                    <a:pt x="204" y="1522"/>
                    <a:pt x="181" y="1398"/>
                    <a:pt x="170" y="1274"/>
                  </a:cubicBezTo>
                  <a:cubicBezTo>
                    <a:pt x="147" y="1048"/>
                    <a:pt x="136" y="823"/>
                    <a:pt x="147" y="597"/>
                  </a:cubicBezTo>
                  <a:cubicBezTo>
                    <a:pt x="159" y="507"/>
                    <a:pt x="181" y="416"/>
                    <a:pt x="204" y="337"/>
                  </a:cubicBezTo>
                  <a:cubicBezTo>
                    <a:pt x="226" y="247"/>
                    <a:pt x="283" y="202"/>
                    <a:pt x="305" y="146"/>
                  </a:cubicBezTo>
                  <a:cubicBezTo>
                    <a:pt x="328" y="89"/>
                    <a:pt x="429" y="89"/>
                    <a:pt x="441" y="55"/>
                  </a:cubicBezTo>
                  <a:cubicBezTo>
                    <a:pt x="452" y="44"/>
                    <a:pt x="452" y="33"/>
                    <a:pt x="463" y="10"/>
                  </a:cubicBezTo>
                  <a:cubicBezTo>
                    <a:pt x="463" y="10"/>
                    <a:pt x="423" y="0"/>
                    <a:pt x="390" y="0"/>
                  </a:cubicBezTo>
                  <a:close/>
                  <a:moveTo>
                    <a:pt x="689" y="4032"/>
                  </a:moveTo>
                  <a:cubicBezTo>
                    <a:pt x="689" y="4038"/>
                    <a:pt x="689" y="4044"/>
                    <a:pt x="689" y="4050"/>
                  </a:cubicBezTo>
                  <a:cubicBezTo>
                    <a:pt x="689" y="4054"/>
                    <a:pt x="693" y="4055"/>
                    <a:pt x="698" y="4055"/>
                  </a:cubicBezTo>
                  <a:cubicBezTo>
                    <a:pt x="708" y="4055"/>
                    <a:pt x="723" y="4050"/>
                    <a:pt x="723" y="4050"/>
                  </a:cubicBezTo>
                  <a:cubicBezTo>
                    <a:pt x="728" y="4050"/>
                    <a:pt x="710" y="4042"/>
                    <a:pt x="689" y="4032"/>
                  </a:cubicBezTo>
                  <a:close/>
                  <a:moveTo>
                    <a:pt x="666" y="4027"/>
                  </a:moveTo>
                  <a:lnTo>
                    <a:pt x="666" y="4050"/>
                  </a:lnTo>
                  <a:cubicBezTo>
                    <a:pt x="666" y="4061"/>
                    <a:pt x="666" y="4064"/>
                    <a:pt x="668" y="4064"/>
                  </a:cubicBezTo>
                  <a:cubicBezTo>
                    <a:pt x="669" y="4064"/>
                    <a:pt x="672" y="4061"/>
                    <a:pt x="678" y="4061"/>
                  </a:cubicBezTo>
                  <a:cubicBezTo>
                    <a:pt x="689" y="4050"/>
                    <a:pt x="666" y="4027"/>
                    <a:pt x="666" y="4027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5739175" y="4017075"/>
              <a:ext cx="6775" cy="58400"/>
            </a:xfrm>
            <a:custGeom>
              <a:avLst/>
              <a:gdLst/>
              <a:ahLst/>
              <a:cxnLst/>
              <a:rect l="l" t="t" r="r" b="b"/>
              <a:pathLst>
                <a:path w="271" h="2336" extrusionOk="0">
                  <a:moveTo>
                    <a:pt x="271" y="0"/>
                  </a:moveTo>
                  <a:cubicBezTo>
                    <a:pt x="267" y="7"/>
                    <a:pt x="264" y="16"/>
                    <a:pt x="260" y="25"/>
                  </a:cubicBezTo>
                  <a:lnTo>
                    <a:pt x="260" y="25"/>
                  </a:lnTo>
                  <a:cubicBezTo>
                    <a:pt x="267" y="8"/>
                    <a:pt x="271" y="0"/>
                    <a:pt x="271" y="0"/>
                  </a:cubicBezTo>
                  <a:close/>
                  <a:moveTo>
                    <a:pt x="260" y="25"/>
                  </a:moveTo>
                  <a:cubicBezTo>
                    <a:pt x="255" y="39"/>
                    <a:pt x="247" y="60"/>
                    <a:pt x="237" y="90"/>
                  </a:cubicBezTo>
                  <a:cubicBezTo>
                    <a:pt x="214" y="124"/>
                    <a:pt x="192" y="158"/>
                    <a:pt x="169" y="192"/>
                  </a:cubicBezTo>
                  <a:cubicBezTo>
                    <a:pt x="147" y="237"/>
                    <a:pt x="124" y="282"/>
                    <a:pt x="102" y="327"/>
                  </a:cubicBezTo>
                  <a:cubicBezTo>
                    <a:pt x="68" y="451"/>
                    <a:pt x="45" y="576"/>
                    <a:pt x="34" y="711"/>
                  </a:cubicBezTo>
                  <a:cubicBezTo>
                    <a:pt x="23" y="779"/>
                    <a:pt x="11" y="846"/>
                    <a:pt x="11" y="925"/>
                  </a:cubicBezTo>
                  <a:lnTo>
                    <a:pt x="11" y="1151"/>
                  </a:lnTo>
                  <a:cubicBezTo>
                    <a:pt x="11" y="1298"/>
                    <a:pt x="0" y="1444"/>
                    <a:pt x="11" y="1580"/>
                  </a:cubicBezTo>
                  <a:cubicBezTo>
                    <a:pt x="11" y="1726"/>
                    <a:pt x="23" y="1851"/>
                    <a:pt x="23" y="1963"/>
                  </a:cubicBezTo>
                  <a:lnTo>
                    <a:pt x="23" y="2234"/>
                  </a:lnTo>
                  <a:lnTo>
                    <a:pt x="23" y="2336"/>
                  </a:lnTo>
                  <a:cubicBezTo>
                    <a:pt x="23" y="2336"/>
                    <a:pt x="34" y="2302"/>
                    <a:pt x="68" y="2234"/>
                  </a:cubicBezTo>
                  <a:cubicBezTo>
                    <a:pt x="90" y="2144"/>
                    <a:pt x="102" y="2054"/>
                    <a:pt x="124" y="1963"/>
                  </a:cubicBezTo>
                  <a:cubicBezTo>
                    <a:pt x="135" y="1851"/>
                    <a:pt x="147" y="1715"/>
                    <a:pt x="158" y="1580"/>
                  </a:cubicBezTo>
                  <a:cubicBezTo>
                    <a:pt x="169" y="1444"/>
                    <a:pt x="158" y="1286"/>
                    <a:pt x="169" y="1140"/>
                  </a:cubicBezTo>
                  <a:cubicBezTo>
                    <a:pt x="169" y="1004"/>
                    <a:pt x="169" y="858"/>
                    <a:pt x="181" y="722"/>
                  </a:cubicBezTo>
                  <a:cubicBezTo>
                    <a:pt x="169" y="654"/>
                    <a:pt x="181" y="587"/>
                    <a:pt x="181" y="530"/>
                  </a:cubicBezTo>
                  <a:cubicBezTo>
                    <a:pt x="192" y="463"/>
                    <a:pt x="203" y="406"/>
                    <a:pt x="203" y="350"/>
                  </a:cubicBezTo>
                  <a:cubicBezTo>
                    <a:pt x="203" y="305"/>
                    <a:pt x="214" y="248"/>
                    <a:pt x="226" y="203"/>
                  </a:cubicBezTo>
                  <a:cubicBezTo>
                    <a:pt x="226" y="169"/>
                    <a:pt x="237" y="124"/>
                    <a:pt x="248" y="90"/>
                  </a:cubicBezTo>
                  <a:cubicBezTo>
                    <a:pt x="248" y="67"/>
                    <a:pt x="253" y="45"/>
                    <a:pt x="260" y="25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5741700" y="4016775"/>
              <a:ext cx="14425" cy="56725"/>
            </a:xfrm>
            <a:custGeom>
              <a:avLst/>
              <a:gdLst/>
              <a:ahLst/>
              <a:cxnLst/>
              <a:rect l="l" t="t" r="r" b="b"/>
              <a:pathLst>
                <a:path w="577" h="2269" extrusionOk="0">
                  <a:moveTo>
                    <a:pt x="576" y="1"/>
                  </a:moveTo>
                  <a:cubicBezTo>
                    <a:pt x="576" y="1"/>
                    <a:pt x="508" y="125"/>
                    <a:pt x="418" y="328"/>
                  </a:cubicBezTo>
                  <a:cubicBezTo>
                    <a:pt x="317" y="576"/>
                    <a:pt x="226" y="836"/>
                    <a:pt x="159" y="1095"/>
                  </a:cubicBezTo>
                  <a:cubicBezTo>
                    <a:pt x="125" y="1242"/>
                    <a:pt x="102" y="1377"/>
                    <a:pt x="68" y="1524"/>
                  </a:cubicBezTo>
                  <a:cubicBezTo>
                    <a:pt x="46" y="1648"/>
                    <a:pt x="34" y="1772"/>
                    <a:pt x="23" y="1896"/>
                  </a:cubicBezTo>
                  <a:cubicBezTo>
                    <a:pt x="1" y="2111"/>
                    <a:pt x="1" y="2269"/>
                    <a:pt x="1" y="2269"/>
                  </a:cubicBezTo>
                  <a:cubicBezTo>
                    <a:pt x="1" y="2269"/>
                    <a:pt x="57" y="2122"/>
                    <a:pt x="113" y="1919"/>
                  </a:cubicBezTo>
                  <a:cubicBezTo>
                    <a:pt x="125" y="1874"/>
                    <a:pt x="147" y="1817"/>
                    <a:pt x="159" y="1750"/>
                  </a:cubicBezTo>
                  <a:cubicBezTo>
                    <a:pt x="170" y="1693"/>
                    <a:pt x="192" y="1626"/>
                    <a:pt x="215" y="1558"/>
                  </a:cubicBezTo>
                  <a:cubicBezTo>
                    <a:pt x="249" y="1434"/>
                    <a:pt x="283" y="1298"/>
                    <a:pt x="317" y="1152"/>
                  </a:cubicBezTo>
                  <a:cubicBezTo>
                    <a:pt x="362" y="994"/>
                    <a:pt x="396" y="858"/>
                    <a:pt x="418" y="723"/>
                  </a:cubicBezTo>
                  <a:cubicBezTo>
                    <a:pt x="452" y="588"/>
                    <a:pt x="486" y="463"/>
                    <a:pt x="508" y="362"/>
                  </a:cubicBezTo>
                  <a:cubicBezTo>
                    <a:pt x="554" y="136"/>
                    <a:pt x="576" y="1"/>
                    <a:pt x="576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5737475" y="4024475"/>
              <a:ext cx="173225" cy="99700"/>
            </a:xfrm>
            <a:custGeom>
              <a:avLst/>
              <a:gdLst/>
              <a:ahLst/>
              <a:cxnLst/>
              <a:rect l="l" t="t" r="r" b="b"/>
              <a:pathLst>
                <a:path w="6929" h="3988" extrusionOk="0">
                  <a:moveTo>
                    <a:pt x="4383" y="1"/>
                  </a:moveTo>
                  <a:cubicBezTo>
                    <a:pt x="4312" y="1"/>
                    <a:pt x="4239" y="3"/>
                    <a:pt x="4164" y="9"/>
                  </a:cubicBezTo>
                  <a:cubicBezTo>
                    <a:pt x="3239" y="88"/>
                    <a:pt x="2754" y="189"/>
                    <a:pt x="1998" y="674"/>
                  </a:cubicBezTo>
                  <a:cubicBezTo>
                    <a:pt x="1546" y="968"/>
                    <a:pt x="486" y="1611"/>
                    <a:pt x="79" y="2243"/>
                  </a:cubicBezTo>
                  <a:cubicBezTo>
                    <a:pt x="45" y="2322"/>
                    <a:pt x="23" y="2412"/>
                    <a:pt x="0" y="2491"/>
                  </a:cubicBezTo>
                  <a:cubicBezTo>
                    <a:pt x="1039" y="2548"/>
                    <a:pt x="1275" y="2717"/>
                    <a:pt x="2156" y="3112"/>
                  </a:cubicBezTo>
                  <a:cubicBezTo>
                    <a:pt x="2449" y="3247"/>
                    <a:pt x="2979" y="3699"/>
                    <a:pt x="3261" y="3800"/>
                  </a:cubicBezTo>
                  <a:cubicBezTo>
                    <a:pt x="3544" y="3913"/>
                    <a:pt x="3713" y="3924"/>
                    <a:pt x="4006" y="3969"/>
                  </a:cubicBezTo>
                  <a:cubicBezTo>
                    <a:pt x="4088" y="3982"/>
                    <a:pt x="4169" y="3988"/>
                    <a:pt x="4251" y="3988"/>
                  </a:cubicBezTo>
                  <a:cubicBezTo>
                    <a:pt x="5212" y="3988"/>
                    <a:pt x="6122" y="3163"/>
                    <a:pt x="6590" y="2435"/>
                  </a:cubicBezTo>
                  <a:cubicBezTo>
                    <a:pt x="6726" y="2243"/>
                    <a:pt x="6839" y="2040"/>
                    <a:pt x="6929" y="1814"/>
                  </a:cubicBezTo>
                  <a:cubicBezTo>
                    <a:pt x="6363" y="832"/>
                    <a:pt x="5645" y="1"/>
                    <a:pt x="4383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5727600" y="4094075"/>
              <a:ext cx="2850" cy="2275"/>
            </a:xfrm>
            <a:custGeom>
              <a:avLst/>
              <a:gdLst/>
              <a:ahLst/>
              <a:cxnLst/>
              <a:rect l="l" t="t" r="r" b="b"/>
              <a:pathLst>
                <a:path w="114" h="91" extrusionOk="0">
                  <a:moveTo>
                    <a:pt x="113" y="1"/>
                  </a:moveTo>
                  <a:lnTo>
                    <a:pt x="0" y="68"/>
                  </a:lnTo>
                  <a:lnTo>
                    <a:pt x="113" y="91"/>
                  </a:lnTo>
                  <a:cubicBezTo>
                    <a:pt x="113" y="57"/>
                    <a:pt x="113" y="23"/>
                    <a:pt x="113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5737750" y="4032350"/>
              <a:ext cx="108350" cy="78050"/>
            </a:xfrm>
            <a:custGeom>
              <a:avLst/>
              <a:gdLst/>
              <a:ahLst/>
              <a:cxnLst/>
              <a:rect l="l" t="t" r="r" b="b"/>
              <a:pathLst>
                <a:path w="4334" h="3122" extrusionOk="0">
                  <a:moveTo>
                    <a:pt x="2968" y="1"/>
                  </a:moveTo>
                  <a:cubicBezTo>
                    <a:pt x="2847" y="1"/>
                    <a:pt x="2727" y="11"/>
                    <a:pt x="2607" y="32"/>
                  </a:cubicBezTo>
                  <a:cubicBezTo>
                    <a:pt x="2393" y="122"/>
                    <a:pt x="2190" y="235"/>
                    <a:pt x="1987" y="359"/>
                  </a:cubicBezTo>
                  <a:cubicBezTo>
                    <a:pt x="1547" y="653"/>
                    <a:pt x="486" y="1296"/>
                    <a:pt x="68" y="1928"/>
                  </a:cubicBezTo>
                  <a:cubicBezTo>
                    <a:pt x="34" y="2007"/>
                    <a:pt x="12" y="2097"/>
                    <a:pt x="1" y="2176"/>
                  </a:cubicBezTo>
                  <a:cubicBezTo>
                    <a:pt x="1028" y="2233"/>
                    <a:pt x="1264" y="2402"/>
                    <a:pt x="2145" y="2797"/>
                  </a:cubicBezTo>
                  <a:cubicBezTo>
                    <a:pt x="2314" y="2876"/>
                    <a:pt x="2472" y="2977"/>
                    <a:pt x="2619" y="3090"/>
                  </a:cubicBezTo>
                  <a:cubicBezTo>
                    <a:pt x="2690" y="3111"/>
                    <a:pt x="2765" y="3122"/>
                    <a:pt x="2841" y="3122"/>
                  </a:cubicBezTo>
                  <a:cubicBezTo>
                    <a:pt x="2934" y="3122"/>
                    <a:pt x="3028" y="3105"/>
                    <a:pt x="3115" y="3068"/>
                  </a:cubicBezTo>
                  <a:cubicBezTo>
                    <a:pt x="3420" y="2910"/>
                    <a:pt x="3194" y="2661"/>
                    <a:pt x="3070" y="2436"/>
                  </a:cubicBezTo>
                  <a:cubicBezTo>
                    <a:pt x="3080" y="2435"/>
                    <a:pt x="3091" y="2435"/>
                    <a:pt x="3101" y="2435"/>
                  </a:cubicBezTo>
                  <a:cubicBezTo>
                    <a:pt x="3243" y="2435"/>
                    <a:pt x="3452" y="2467"/>
                    <a:pt x="3651" y="2467"/>
                  </a:cubicBezTo>
                  <a:cubicBezTo>
                    <a:pt x="3865" y="2467"/>
                    <a:pt x="4069" y="2430"/>
                    <a:pt x="4165" y="2278"/>
                  </a:cubicBezTo>
                  <a:cubicBezTo>
                    <a:pt x="4334" y="1984"/>
                    <a:pt x="3882" y="1725"/>
                    <a:pt x="3713" y="1578"/>
                  </a:cubicBezTo>
                  <a:cubicBezTo>
                    <a:pt x="3826" y="1431"/>
                    <a:pt x="4266" y="1172"/>
                    <a:pt x="4255" y="935"/>
                  </a:cubicBezTo>
                  <a:cubicBezTo>
                    <a:pt x="4232" y="642"/>
                    <a:pt x="3894" y="743"/>
                    <a:pt x="3668" y="698"/>
                  </a:cubicBezTo>
                  <a:cubicBezTo>
                    <a:pt x="3928" y="427"/>
                    <a:pt x="3961" y="190"/>
                    <a:pt x="3555" y="77"/>
                  </a:cubicBezTo>
                  <a:cubicBezTo>
                    <a:pt x="3366" y="28"/>
                    <a:pt x="3167" y="1"/>
                    <a:pt x="2968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5739450" y="3999750"/>
              <a:ext cx="182250" cy="80800"/>
            </a:xfrm>
            <a:custGeom>
              <a:avLst/>
              <a:gdLst/>
              <a:ahLst/>
              <a:cxnLst/>
              <a:rect l="l" t="t" r="r" b="b"/>
              <a:pathLst>
                <a:path w="7290" h="3232" extrusionOk="0">
                  <a:moveTo>
                    <a:pt x="4149" y="1"/>
                  </a:moveTo>
                  <a:cubicBezTo>
                    <a:pt x="3229" y="1"/>
                    <a:pt x="2442" y="445"/>
                    <a:pt x="1490" y="1269"/>
                  </a:cubicBezTo>
                  <a:cubicBezTo>
                    <a:pt x="1377" y="1359"/>
                    <a:pt x="373" y="2126"/>
                    <a:pt x="0" y="3232"/>
                  </a:cubicBezTo>
                  <a:cubicBezTo>
                    <a:pt x="407" y="2600"/>
                    <a:pt x="1479" y="1957"/>
                    <a:pt x="1919" y="1663"/>
                  </a:cubicBezTo>
                  <a:cubicBezTo>
                    <a:pt x="2686" y="1178"/>
                    <a:pt x="3160" y="1077"/>
                    <a:pt x="4085" y="998"/>
                  </a:cubicBezTo>
                  <a:cubicBezTo>
                    <a:pt x="4160" y="992"/>
                    <a:pt x="4233" y="990"/>
                    <a:pt x="4304" y="990"/>
                  </a:cubicBezTo>
                  <a:cubicBezTo>
                    <a:pt x="5566" y="990"/>
                    <a:pt x="6284" y="1821"/>
                    <a:pt x="6850" y="2803"/>
                  </a:cubicBezTo>
                  <a:cubicBezTo>
                    <a:pt x="7290" y="1675"/>
                    <a:pt x="6737" y="693"/>
                    <a:pt x="5372" y="230"/>
                  </a:cubicBezTo>
                  <a:cubicBezTo>
                    <a:pt x="4928" y="76"/>
                    <a:pt x="4527" y="1"/>
                    <a:pt x="4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5748750" y="4050975"/>
              <a:ext cx="80425" cy="28175"/>
            </a:xfrm>
            <a:custGeom>
              <a:avLst/>
              <a:gdLst/>
              <a:ahLst/>
              <a:cxnLst/>
              <a:rect l="l" t="t" r="r" b="b"/>
              <a:pathLst>
                <a:path w="3217" h="1127" extrusionOk="0">
                  <a:moveTo>
                    <a:pt x="2782" y="1"/>
                  </a:moveTo>
                  <a:cubicBezTo>
                    <a:pt x="2746" y="1"/>
                    <a:pt x="2709" y="4"/>
                    <a:pt x="2675" y="9"/>
                  </a:cubicBezTo>
                  <a:lnTo>
                    <a:pt x="2404" y="32"/>
                  </a:lnTo>
                  <a:cubicBezTo>
                    <a:pt x="2303" y="32"/>
                    <a:pt x="2212" y="55"/>
                    <a:pt x="2111" y="77"/>
                  </a:cubicBezTo>
                  <a:cubicBezTo>
                    <a:pt x="2009" y="88"/>
                    <a:pt x="1908" y="111"/>
                    <a:pt x="1806" y="145"/>
                  </a:cubicBezTo>
                  <a:lnTo>
                    <a:pt x="1490" y="235"/>
                  </a:lnTo>
                  <a:lnTo>
                    <a:pt x="1186" y="359"/>
                  </a:lnTo>
                  <a:cubicBezTo>
                    <a:pt x="1095" y="404"/>
                    <a:pt x="994" y="461"/>
                    <a:pt x="903" y="506"/>
                  </a:cubicBezTo>
                  <a:cubicBezTo>
                    <a:pt x="813" y="551"/>
                    <a:pt x="734" y="596"/>
                    <a:pt x="655" y="641"/>
                  </a:cubicBezTo>
                  <a:cubicBezTo>
                    <a:pt x="576" y="686"/>
                    <a:pt x="497" y="743"/>
                    <a:pt x="430" y="788"/>
                  </a:cubicBezTo>
                  <a:cubicBezTo>
                    <a:pt x="362" y="822"/>
                    <a:pt x="305" y="867"/>
                    <a:pt x="249" y="912"/>
                  </a:cubicBezTo>
                  <a:lnTo>
                    <a:pt x="114" y="1025"/>
                  </a:lnTo>
                  <a:cubicBezTo>
                    <a:pt x="35" y="1081"/>
                    <a:pt x="1" y="1127"/>
                    <a:pt x="1" y="1127"/>
                  </a:cubicBezTo>
                  <a:lnTo>
                    <a:pt x="136" y="1059"/>
                  </a:lnTo>
                  <a:cubicBezTo>
                    <a:pt x="215" y="1014"/>
                    <a:pt x="339" y="935"/>
                    <a:pt x="475" y="867"/>
                  </a:cubicBezTo>
                  <a:cubicBezTo>
                    <a:pt x="554" y="833"/>
                    <a:pt x="621" y="788"/>
                    <a:pt x="712" y="754"/>
                  </a:cubicBezTo>
                  <a:cubicBezTo>
                    <a:pt x="791" y="709"/>
                    <a:pt x="881" y="675"/>
                    <a:pt x="971" y="630"/>
                  </a:cubicBezTo>
                  <a:cubicBezTo>
                    <a:pt x="1061" y="585"/>
                    <a:pt x="1152" y="540"/>
                    <a:pt x="1253" y="506"/>
                  </a:cubicBezTo>
                  <a:cubicBezTo>
                    <a:pt x="1344" y="472"/>
                    <a:pt x="1445" y="427"/>
                    <a:pt x="1547" y="393"/>
                  </a:cubicBezTo>
                  <a:lnTo>
                    <a:pt x="1840" y="292"/>
                  </a:lnTo>
                  <a:cubicBezTo>
                    <a:pt x="1942" y="258"/>
                    <a:pt x="2043" y="235"/>
                    <a:pt x="2145" y="213"/>
                  </a:cubicBezTo>
                  <a:cubicBezTo>
                    <a:pt x="2246" y="190"/>
                    <a:pt x="2337" y="156"/>
                    <a:pt x="2427" y="145"/>
                  </a:cubicBezTo>
                  <a:lnTo>
                    <a:pt x="2675" y="100"/>
                  </a:lnTo>
                  <a:cubicBezTo>
                    <a:pt x="2833" y="66"/>
                    <a:pt x="2968" y="66"/>
                    <a:pt x="3059" y="43"/>
                  </a:cubicBezTo>
                  <a:lnTo>
                    <a:pt x="3217" y="32"/>
                  </a:lnTo>
                  <a:cubicBezTo>
                    <a:pt x="3217" y="32"/>
                    <a:pt x="3160" y="21"/>
                    <a:pt x="3059" y="21"/>
                  </a:cubicBezTo>
                  <a:cubicBezTo>
                    <a:pt x="3014" y="9"/>
                    <a:pt x="2957" y="9"/>
                    <a:pt x="2889" y="9"/>
                  </a:cubicBezTo>
                  <a:cubicBezTo>
                    <a:pt x="2856" y="4"/>
                    <a:pt x="2819" y="1"/>
                    <a:pt x="2782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5740300" y="4066425"/>
              <a:ext cx="108900" cy="16950"/>
            </a:xfrm>
            <a:custGeom>
              <a:avLst/>
              <a:gdLst/>
              <a:ahLst/>
              <a:cxnLst/>
              <a:rect l="l" t="t" r="r" b="b"/>
              <a:pathLst>
                <a:path w="4356" h="678" extrusionOk="0">
                  <a:moveTo>
                    <a:pt x="2562" y="1"/>
                  </a:moveTo>
                  <a:cubicBezTo>
                    <a:pt x="2415" y="1"/>
                    <a:pt x="2268" y="12"/>
                    <a:pt x="2133" y="35"/>
                  </a:cubicBezTo>
                  <a:cubicBezTo>
                    <a:pt x="1998" y="57"/>
                    <a:pt x="1862" y="68"/>
                    <a:pt x="1715" y="91"/>
                  </a:cubicBezTo>
                  <a:cubicBezTo>
                    <a:pt x="1580" y="114"/>
                    <a:pt x="1456" y="159"/>
                    <a:pt x="1320" y="181"/>
                  </a:cubicBezTo>
                  <a:cubicBezTo>
                    <a:pt x="1196" y="215"/>
                    <a:pt x="1072" y="249"/>
                    <a:pt x="959" y="283"/>
                  </a:cubicBezTo>
                  <a:cubicBezTo>
                    <a:pt x="835" y="328"/>
                    <a:pt x="734" y="362"/>
                    <a:pt x="632" y="396"/>
                  </a:cubicBezTo>
                  <a:cubicBezTo>
                    <a:pt x="542" y="418"/>
                    <a:pt x="452" y="463"/>
                    <a:pt x="373" y="497"/>
                  </a:cubicBezTo>
                  <a:cubicBezTo>
                    <a:pt x="294" y="531"/>
                    <a:pt x="215" y="565"/>
                    <a:pt x="169" y="599"/>
                  </a:cubicBezTo>
                  <a:cubicBezTo>
                    <a:pt x="57" y="644"/>
                    <a:pt x="0" y="678"/>
                    <a:pt x="0" y="678"/>
                  </a:cubicBezTo>
                  <a:cubicBezTo>
                    <a:pt x="0" y="678"/>
                    <a:pt x="68" y="667"/>
                    <a:pt x="181" y="633"/>
                  </a:cubicBezTo>
                  <a:cubicBezTo>
                    <a:pt x="294" y="588"/>
                    <a:pt x="463" y="542"/>
                    <a:pt x="666" y="486"/>
                  </a:cubicBezTo>
                  <a:cubicBezTo>
                    <a:pt x="858" y="430"/>
                    <a:pt x="1095" y="384"/>
                    <a:pt x="1354" y="328"/>
                  </a:cubicBezTo>
                  <a:cubicBezTo>
                    <a:pt x="1478" y="305"/>
                    <a:pt x="1614" y="283"/>
                    <a:pt x="1749" y="260"/>
                  </a:cubicBezTo>
                  <a:cubicBezTo>
                    <a:pt x="1885" y="238"/>
                    <a:pt x="2020" y="215"/>
                    <a:pt x="2155" y="204"/>
                  </a:cubicBezTo>
                  <a:cubicBezTo>
                    <a:pt x="2291" y="193"/>
                    <a:pt x="2426" y="170"/>
                    <a:pt x="2562" y="159"/>
                  </a:cubicBezTo>
                  <a:cubicBezTo>
                    <a:pt x="2697" y="159"/>
                    <a:pt x="2833" y="147"/>
                    <a:pt x="2968" y="147"/>
                  </a:cubicBezTo>
                  <a:lnTo>
                    <a:pt x="3340" y="147"/>
                  </a:lnTo>
                  <a:cubicBezTo>
                    <a:pt x="3453" y="159"/>
                    <a:pt x="3566" y="159"/>
                    <a:pt x="3668" y="170"/>
                  </a:cubicBezTo>
                  <a:cubicBezTo>
                    <a:pt x="3769" y="181"/>
                    <a:pt x="3871" y="193"/>
                    <a:pt x="3950" y="204"/>
                  </a:cubicBezTo>
                  <a:cubicBezTo>
                    <a:pt x="4040" y="215"/>
                    <a:pt x="4108" y="226"/>
                    <a:pt x="4164" y="249"/>
                  </a:cubicBezTo>
                  <a:lnTo>
                    <a:pt x="4356" y="294"/>
                  </a:lnTo>
                  <a:cubicBezTo>
                    <a:pt x="4356" y="294"/>
                    <a:pt x="4288" y="260"/>
                    <a:pt x="4175" y="215"/>
                  </a:cubicBezTo>
                  <a:cubicBezTo>
                    <a:pt x="4108" y="181"/>
                    <a:pt x="4040" y="159"/>
                    <a:pt x="3961" y="147"/>
                  </a:cubicBezTo>
                  <a:cubicBezTo>
                    <a:pt x="3871" y="114"/>
                    <a:pt x="3780" y="91"/>
                    <a:pt x="3679" y="80"/>
                  </a:cubicBezTo>
                  <a:cubicBezTo>
                    <a:pt x="3577" y="46"/>
                    <a:pt x="3464" y="35"/>
                    <a:pt x="3340" y="23"/>
                  </a:cubicBezTo>
                  <a:cubicBezTo>
                    <a:pt x="3227" y="12"/>
                    <a:pt x="3092" y="1"/>
                    <a:pt x="2968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5740575" y="4077725"/>
              <a:ext cx="77600" cy="6500"/>
            </a:xfrm>
            <a:custGeom>
              <a:avLst/>
              <a:gdLst/>
              <a:ahLst/>
              <a:cxnLst/>
              <a:rect l="l" t="t" r="r" b="b"/>
              <a:pathLst>
                <a:path w="3104" h="260" extrusionOk="0">
                  <a:moveTo>
                    <a:pt x="1546" y="0"/>
                  </a:moveTo>
                  <a:lnTo>
                    <a:pt x="1253" y="23"/>
                  </a:lnTo>
                  <a:cubicBezTo>
                    <a:pt x="1163" y="23"/>
                    <a:pt x="1061" y="34"/>
                    <a:pt x="971" y="45"/>
                  </a:cubicBezTo>
                  <a:cubicBezTo>
                    <a:pt x="790" y="68"/>
                    <a:pt x="621" y="102"/>
                    <a:pt x="474" y="136"/>
                  </a:cubicBezTo>
                  <a:cubicBezTo>
                    <a:pt x="328" y="158"/>
                    <a:pt x="215" y="203"/>
                    <a:pt x="125" y="226"/>
                  </a:cubicBezTo>
                  <a:cubicBezTo>
                    <a:pt x="79" y="237"/>
                    <a:pt x="34" y="248"/>
                    <a:pt x="0" y="260"/>
                  </a:cubicBezTo>
                  <a:lnTo>
                    <a:pt x="125" y="248"/>
                  </a:lnTo>
                  <a:lnTo>
                    <a:pt x="283" y="237"/>
                  </a:lnTo>
                  <a:cubicBezTo>
                    <a:pt x="339" y="226"/>
                    <a:pt x="407" y="226"/>
                    <a:pt x="474" y="215"/>
                  </a:cubicBezTo>
                  <a:cubicBezTo>
                    <a:pt x="553" y="215"/>
                    <a:pt x="632" y="203"/>
                    <a:pt x="711" y="203"/>
                  </a:cubicBezTo>
                  <a:cubicBezTo>
                    <a:pt x="802" y="192"/>
                    <a:pt x="892" y="192"/>
                    <a:pt x="982" y="192"/>
                  </a:cubicBezTo>
                  <a:cubicBezTo>
                    <a:pt x="1163" y="169"/>
                    <a:pt x="1355" y="169"/>
                    <a:pt x="1546" y="158"/>
                  </a:cubicBezTo>
                  <a:lnTo>
                    <a:pt x="1829" y="158"/>
                  </a:lnTo>
                  <a:cubicBezTo>
                    <a:pt x="1879" y="152"/>
                    <a:pt x="1927" y="150"/>
                    <a:pt x="1974" y="150"/>
                  </a:cubicBezTo>
                  <a:cubicBezTo>
                    <a:pt x="2020" y="150"/>
                    <a:pt x="2065" y="152"/>
                    <a:pt x="2111" y="158"/>
                  </a:cubicBezTo>
                  <a:lnTo>
                    <a:pt x="2381" y="158"/>
                  </a:lnTo>
                  <a:lnTo>
                    <a:pt x="2607" y="169"/>
                  </a:lnTo>
                  <a:cubicBezTo>
                    <a:pt x="2647" y="175"/>
                    <a:pt x="2683" y="175"/>
                    <a:pt x="2717" y="175"/>
                  </a:cubicBezTo>
                  <a:cubicBezTo>
                    <a:pt x="2751" y="175"/>
                    <a:pt x="2782" y="175"/>
                    <a:pt x="2810" y="181"/>
                  </a:cubicBezTo>
                  <a:lnTo>
                    <a:pt x="2968" y="203"/>
                  </a:lnTo>
                  <a:lnTo>
                    <a:pt x="3104" y="215"/>
                  </a:lnTo>
                  <a:cubicBezTo>
                    <a:pt x="3104" y="215"/>
                    <a:pt x="3059" y="203"/>
                    <a:pt x="2980" y="169"/>
                  </a:cubicBezTo>
                  <a:lnTo>
                    <a:pt x="2833" y="124"/>
                  </a:lnTo>
                  <a:cubicBezTo>
                    <a:pt x="2765" y="102"/>
                    <a:pt x="2697" y="90"/>
                    <a:pt x="2630" y="79"/>
                  </a:cubicBezTo>
                  <a:cubicBezTo>
                    <a:pt x="2562" y="57"/>
                    <a:pt x="2483" y="45"/>
                    <a:pt x="2393" y="34"/>
                  </a:cubicBezTo>
                  <a:cubicBezTo>
                    <a:pt x="2302" y="23"/>
                    <a:pt x="2212" y="23"/>
                    <a:pt x="2122" y="11"/>
                  </a:cubicBezTo>
                  <a:cubicBezTo>
                    <a:pt x="2032" y="0"/>
                    <a:pt x="1941" y="0"/>
                    <a:pt x="184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5740575" y="4083250"/>
              <a:ext cx="62375" cy="10300"/>
            </a:xfrm>
            <a:custGeom>
              <a:avLst/>
              <a:gdLst/>
              <a:ahLst/>
              <a:cxnLst/>
              <a:rect l="l" t="t" r="r" b="b"/>
              <a:pathLst>
                <a:path w="2495" h="412" extrusionOk="0">
                  <a:moveTo>
                    <a:pt x="311" y="0"/>
                  </a:moveTo>
                  <a:cubicBezTo>
                    <a:pt x="245" y="0"/>
                    <a:pt x="176" y="11"/>
                    <a:pt x="102" y="27"/>
                  </a:cubicBezTo>
                  <a:lnTo>
                    <a:pt x="0" y="39"/>
                  </a:lnTo>
                  <a:lnTo>
                    <a:pt x="102" y="50"/>
                  </a:lnTo>
                  <a:lnTo>
                    <a:pt x="226" y="61"/>
                  </a:lnTo>
                  <a:cubicBezTo>
                    <a:pt x="283" y="72"/>
                    <a:pt x="328" y="84"/>
                    <a:pt x="395" y="95"/>
                  </a:cubicBezTo>
                  <a:cubicBezTo>
                    <a:pt x="497" y="106"/>
                    <a:pt x="644" y="129"/>
                    <a:pt x="779" y="151"/>
                  </a:cubicBezTo>
                  <a:lnTo>
                    <a:pt x="1242" y="230"/>
                  </a:lnTo>
                  <a:lnTo>
                    <a:pt x="1704" y="298"/>
                  </a:lnTo>
                  <a:cubicBezTo>
                    <a:pt x="1851" y="321"/>
                    <a:pt x="1987" y="343"/>
                    <a:pt x="2099" y="366"/>
                  </a:cubicBezTo>
                  <a:cubicBezTo>
                    <a:pt x="2212" y="377"/>
                    <a:pt x="2314" y="388"/>
                    <a:pt x="2381" y="400"/>
                  </a:cubicBezTo>
                  <a:cubicBezTo>
                    <a:pt x="2415" y="411"/>
                    <a:pt x="2460" y="411"/>
                    <a:pt x="2494" y="411"/>
                  </a:cubicBezTo>
                  <a:lnTo>
                    <a:pt x="2393" y="366"/>
                  </a:lnTo>
                  <a:cubicBezTo>
                    <a:pt x="2302" y="332"/>
                    <a:pt x="2212" y="298"/>
                    <a:pt x="2122" y="276"/>
                  </a:cubicBezTo>
                  <a:cubicBezTo>
                    <a:pt x="2009" y="230"/>
                    <a:pt x="1874" y="197"/>
                    <a:pt x="1727" y="163"/>
                  </a:cubicBezTo>
                  <a:cubicBezTo>
                    <a:pt x="1580" y="118"/>
                    <a:pt x="1422" y="84"/>
                    <a:pt x="1264" y="72"/>
                  </a:cubicBezTo>
                  <a:cubicBezTo>
                    <a:pt x="1106" y="50"/>
                    <a:pt x="948" y="27"/>
                    <a:pt x="802" y="16"/>
                  </a:cubicBezTo>
                  <a:cubicBezTo>
                    <a:pt x="723" y="5"/>
                    <a:pt x="655" y="5"/>
                    <a:pt x="587" y="5"/>
                  </a:cubicBezTo>
                  <a:lnTo>
                    <a:pt x="384" y="5"/>
                  </a:lnTo>
                  <a:cubicBezTo>
                    <a:pt x="360" y="2"/>
                    <a:pt x="336" y="0"/>
                    <a:pt x="31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166875" y="4630075"/>
              <a:ext cx="17500" cy="47125"/>
            </a:xfrm>
            <a:custGeom>
              <a:avLst/>
              <a:gdLst/>
              <a:ahLst/>
              <a:cxnLst/>
              <a:rect l="l" t="t" r="r" b="b"/>
              <a:pathLst>
                <a:path w="700" h="1885" extrusionOk="0">
                  <a:moveTo>
                    <a:pt x="350" y="0"/>
                  </a:moveTo>
                  <a:cubicBezTo>
                    <a:pt x="158" y="0"/>
                    <a:pt x="0" y="429"/>
                    <a:pt x="0" y="948"/>
                  </a:cubicBezTo>
                  <a:cubicBezTo>
                    <a:pt x="0" y="1467"/>
                    <a:pt x="158" y="1885"/>
                    <a:pt x="350" y="1885"/>
                  </a:cubicBezTo>
                  <a:cubicBezTo>
                    <a:pt x="542" y="1885"/>
                    <a:pt x="700" y="1467"/>
                    <a:pt x="700" y="948"/>
                  </a:cubicBezTo>
                  <a:cubicBezTo>
                    <a:pt x="700" y="429"/>
                    <a:pt x="542" y="0"/>
                    <a:pt x="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201575" y="4684525"/>
              <a:ext cx="17500" cy="47125"/>
            </a:xfrm>
            <a:custGeom>
              <a:avLst/>
              <a:gdLst/>
              <a:ahLst/>
              <a:cxnLst/>
              <a:rect l="l" t="t" r="r" b="b"/>
              <a:pathLst>
                <a:path w="700" h="1885" extrusionOk="0">
                  <a:moveTo>
                    <a:pt x="350" y="0"/>
                  </a:moveTo>
                  <a:cubicBezTo>
                    <a:pt x="158" y="0"/>
                    <a:pt x="0" y="429"/>
                    <a:pt x="0" y="948"/>
                  </a:cubicBezTo>
                  <a:cubicBezTo>
                    <a:pt x="0" y="1467"/>
                    <a:pt x="158" y="1885"/>
                    <a:pt x="350" y="1885"/>
                  </a:cubicBezTo>
                  <a:cubicBezTo>
                    <a:pt x="542" y="1885"/>
                    <a:pt x="700" y="1467"/>
                    <a:pt x="700" y="948"/>
                  </a:cubicBezTo>
                  <a:cubicBezTo>
                    <a:pt x="700" y="429"/>
                    <a:pt x="542" y="0"/>
                    <a:pt x="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215400" y="4612300"/>
              <a:ext cx="17500" cy="47150"/>
            </a:xfrm>
            <a:custGeom>
              <a:avLst/>
              <a:gdLst/>
              <a:ahLst/>
              <a:cxnLst/>
              <a:rect l="l" t="t" r="r" b="b"/>
              <a:pathLst>
                <a:path w="700" h="1886" extrusionOk="0">
                  <a:moveTo>
                    <a:pt x="350" y="1"/>
                  </a:moveTo>
                  <a:cubicBezTo>
                    <a:pt x="147" y="1"/>
                    <a:pt x="0" y="429"/>
                    <a:pt x="0" y="948"/>
                  </a:cubicBezTo>
                  <a:cubicBezTo>
                    <a:pt x="0" y="1456"/>
                    <a:pt x="158" y="1885"/>
                    <a:pt x="350" y="1885"/>
                  </a:cubicBezTo>
                  <a:cubicBezTo>
                    <a:pt x="542" y="1885"/>
                    <a:pt x="700" y="1468"/>
                    <a:pt x="700" y="948"/>
                  </a:cubicBezTo>
                  <a:cubicBezTo>
                    <a:pt x="700" y="418"/>
                    <a:pt x="542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246700" y="4660250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0" y="1"/>
                  </a:moveTo>
                  <a:cubicBezTo>
                    <a:pt x="159" y="1"/>
                    <a:pt x="1" y="418"/>
                    <a:pt x="1" y="937"/>
                  </a:cubicBezTo>
                  <a:cubicBezTo>
                    <a:pt x="1" y="1457"/>
                    <a:pt x="159" y="1885"/>
                    <a:pt x="350" y="1885"/>
                  </a:cubicBezTo>
                  <a:cubicBezTo>
                    <a:pt x="542" y="1885"/>
                    <a:pt x="700" y="1457"/>
                    <a:pt x="700" y="937"/>
                  </a:cubicBezTo>
                  <a:cubicBezTo>
                    <a:pt x="700" y="418"/>
                    <a:pt x="542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262225" y="4588600"/>
              <a:ext cx="17225" cy="47425"/>
            </a:xfrm>
            <a:custGeom>
              <a:avLst/>
              <a:gdLst/>
              <a:ahLst/>
              <a:cxnLst/>
              <a:rect l="l" t="t" r="r" b="b"/>
              <a:pathLst>
                <a:path w="689" h="1897" extrusionOk="0">
                  <a:moveTo>
                    <a:pt x="339" y="1"/>
                  </a:moveTo>
                  <a:cubicBezTo>
                    <a:pt x="147" y="1"/>
                    <a:pt x="0" y="430"/>
                    <a:pt x="0" y="949"/>
                  </a:cubicBezTo>
                  <a:cubicBezTo>
                    <a:pt x="0" y="1468"/>
                    <a:pt x="147" y="1896"/>
                    <a:pt x="339" y="1896"/>
                  </a:cubicBezTo>
                  <a:cubicBezTo>
                    <a:pt x="542" y="1896"/>
                    <a:pt x="689" y="1468"/>
                    <a:pt x="689" y="949"/>
                  </a:cubicBezTo>
                  <a:cubicBezTo>
                    <a:pt x="689" y="430"/>
                    <a:pt x="542" y="1"/>
                    <a:pt x="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092100" y="4611750"/>
              <a:ext cx="17525" cy="47125"/>
            </a:xfrm>
            <a:custGeom>
              <a:avLst/>
              <a:gdLst/>
              <a:ahLst/>
              <a:cxnLst/>
              <a:rect l="l" t="t" r="r" b="b"/>
              <a:pathLst>
                <a:path w="701" h="1885" extrusionOk="0">
                  <a:moveTo>
                    <a:pt x="351" y="0"/>
                  </a:moveTo>
                  <a:cubicBezTo>
                    <a:pt x="159" y="0"/>
                    <a:pt x="1" y="429"/>
                    <a:pt x="1" y="948"/>
                  </a:cubicBezTo>
                  <a:cubicBezTo>
                    <a:pt x="1" y="1467"/>
                    <a:pt x="159" y="1884"/>
                    <a:pt x="351" y="1884"/>
                  </a:cubicBezTo>
                  <a:cubicBezTo>
                    <a:pt x="554" y="1884"/>
                    <a:pt x="700" y="1467"/>
                    <a:pt x="700" y="948"/>
                  </a:cubicBezTo>
                  <a:cubicBezTo>
                    <a:pt x="700" y="429"/>
                    <a:pt x="542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126800" y="4666175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30"/>
                    <a:pt x="1" y="949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54" y="1885"/>
                    <a:pt x="700" y="1468"/>
                    <a:pt x="700" y="949"/>
                  </a:cubicBezTo>
                  <a:cubicBezTo>
                    <a:pt x="700" y="430"/>
                    <a:pt x="554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135550" y="4588600"/>
              <a:ext cx="17525" cy="47425"/>
            </a:xfrm>
            <a:custGeom>
              <a:avLst/>
              <a:gdLst/>
              <a:ahLst/>
              <a:cxnLst/>
              <a:rect l="l" t="t" r="r" b="b"/>
              <a:pathLst>
                <a:path w="701" h="1897" extrusionOk="0">
                  <a:moveTo>
                    <a:pt x="350" y="1"/>
                  </a:moveTo>
                  <a:cubicBezTo>
                    <a:pt x="159" y="1"/>
                    <a:pt x="1" y="430"/>
                    <a:pt x="1" y="949"/>
                  </a:cubicBezTo>
                  <a:cubicBezTo>
                    <a:pt x="1" y="1468"/>
                    <a:pt x="159" y="1896"/>
                    <a:pt x="350" y="1896"/>
                  </a:cubicBezTo>
                  <a:cubicBezTo>
                    <a:pt x="542" y="1896"/>
                    <a:pt x="700" y="1468"/>
                    <a:pt x="700" y="949"/>
                  </a:cubicBezTo>
                  <a:cubicBezTo>
                    <a:pt x="700" y="430"/>
                    <a:pt x="542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4835300" y="3849200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0" y="1"/>
                  </a:moveTo>
                  <a:cubicBezTo>
                    <a:pt x="158" y="1"/>
                    <a:pt x="0" y="418"/>
                    <a:pt x="0" y="949"/>
                  </a:cubicBezTo>
                  <a:cubicBezTo>
                    <a:pt x="0" y="1468"/>
                    <a:pt x="158" y="1885"/>
                    <a:pt x="350" y="1885"/>
                  </a:cubicBezTo>
                  <a:cubicBezTo>
                    <a:pt x="542" y="1885"/>
                    <a:pt x="700" y="1457"/>
                    <a:pt x="700" y="949"/>
                  </a:cubicBezTo>
                  <a:cubicBezTo>
                    <a:pt x="700" y="430"/>
                    <a:pt x="553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800600" y="3794775"/>
              <a:ext cx="17525" cy="47125"/>
            </a:xfrm>
            <a:custGeom>
              <a:avLst/>
              <a:gdLst/>
              <a:ahLst/>
              <a:cxnLst/>
              <a:rect l="l" t="t" r="r" b="b"/>
              <a:pathLst>
                <a:path w="701" h="1885" extrusionOk="0">
                  <a:moveTo>
                    <a:pt x="350" y="0"/>
                  </a:moveTo>
                  <a:cubicBezTo>
                    <a:pt x="158" y="0"/>
                    <a:pt x="1" y="418"/>
                    <a:pt x="1" y="948"/>
                  </a:cubicBezTo>
                  <a:cubicBezTo>
                    <a:pt x="1" y="1467"/>
                    <a:pt x="158" y="1885"/>
                    <a:pt x="350" y="1885"/>
                  </a:cubicBezTo>
                  <a:cubicBezTo>
                    <a:pt x="542" y="1885"/>
                    <a:pt x="700" y="1456"/>
                    <a:pt x="700" y="948"/>
                  </a:cubicBezTo>
                  <a:cubicBezTo>
                    <a:pt x="700" y="429"/>
                    <a:pt x="553" y="0"/>
                    <a:pt x="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787050" y="3866975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30"/>
                    <a:pt x="1" y="949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43" y="1885"/>
                    <a:pt x="700" y="1468"/>
                    <a:pt x="700" y="949"/>
                  </a:cubicBezTo>
                  <a:cubicBezTo>
                    <a:pt x="700" y="430"/>
                    <a:pt x="543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4755475" y="3819300"/>
              <a:ext cx="17500" cy="47150"/>
            </a:xfrm>
            <a:custGeom>
              <a:avLst/>
              <a:gdLst/>
              <a:ahLst/>
              <a:cxnLst/>
              <a:rect l="l" t="t" r="r" b="b"/>
              <a:pathLst>
                <a:path w="700" h="1886" extrusionOk="0">
                  <a:moveTo>
                    <a:pt x="350" y="1"/>
                  </a:moveTo>
                  <a:cubicBezTo>
                    <a:pt x="158" y="1"/>
                    <a:pt x="0" y="418"/>
                    <a:pt x="0" y="937"/>
                  </a:cubicBezTo>
                  <a:cubicBezTo>
                    <a:pt x="0" y="1456"/>
                    <a:pt x="158" y="1885"/>
                    <a:pt x="350" y="1885"/>
                  </a:cubicBezTo>
                  <a:cubicBezTo>
                    <a:pt x="542" y="1885"/>
                    <a:pt x="700" y="1456"/>
                    <a:pt x="700" y="937"/>
                  </a:cubicBezTo>
                  <a:cubicBezTo>
                    <a:pt x="700" y="418"/>
                    <a:pt x="542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740225" y="3890675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0" y="1"/>
                  </a:moveTo>
                  <a:cubicBezTo>
                    <a:pt x="159" y="1"/>
                    <a:pt x="1" y="418"/>
                    <a:pt x="1" y="937"/>
                  </a:cubicBezTo>
                  <a:cubicBezTo>
                    <a:pt x="1" y="1456"/>
                    <a:pt x="159" y="1885"/>
                    <a:pt x="350" y="1885"/>
                  </a:cubicBezTo>
                  <a:cubicBezTo>
                    <a:pt x="542" y="1885"/>
                    <a:pt x="700" y="1456"/>
                    <a:pt x="700" y="937"/>
                  </a:cubicBezTo>
                  <a:cubicBezTo>
                    <a:pt x="700" y="418"/>
                    <a:pt x="542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764200" y="3753575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29"/>
                    <a:pt x="1" y="948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42" y="1885"/>
                    <a:pt x="700" y="1468"/>
                    <a:pt x="700" y="948"/>
                  </a:cubicBezTo>
                  <a:cubicBezTo>
                    <a:pt x="700" y="429"/>
                    <a:pt x="542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910050" y="3867550"/>
              <a:ext cx="17525" cy="47125"/>
            </a:xfrm>
            <a:custGeom>
              <a:avLst/>
              <a:gdLst/>
              <a:ahLst/>
              <a:cxnLst/>
              <a:rect l="l" t="t" r="r" b="b"/>
              <a:pathLst>
                <a:path w="701" h="1885" extrusionOk="0">
                  <a:moveTo>
                    <a:pt x="351" y="0"/>
                  </a:moveTo>
                  <a:cubicBezTo>
                    <a:pt x="147" y="0"/>
                    <a:pt x="1" y="418"/>
                    <a:pt x="1" y="937"/>
                  </a:cubicBezTo>
                  <a:cubicBezTo>
                    <a:pt x="1" y="1467"/>
                    <a:pt x="147" y="1885"/>
                    <a:pt x="351" y="1885"/>
                  </a:cubicBezTo>
                  <a:cubicBezTo>
                    <a:pt x="542" y="1885"/>
                    <a:pt x="700" y="1456"/>
                    <a:pt x="700" y="937"/>
                  </a:cubicBezTo>
                  <a:cubicBezTo>
                    <a:pt x="700" y="418"/>
                    <a:pt x="542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4875350" y="3813100"/>
              <a:ext cx="17250" cy="47150"/>
            </a:xfrm>
            <a:custGeom>
              <a:avLst/>
              <a:gdLst/>
              <a:ahLst/>
              <a:cxnLst/>
              <a:rect l="l" t="t" r="r" b="b"/>
              <a:pathLst>
                <a:path w="690" h="1886" extrusionOk="0">
                  <a:moveTo>
                    <a:pt x="351" y="1"/>
                  </a:moveTo>
                  <a:cubicBezTo>
                    <a:pt x="148" y="1"/>
                    <a:pt x="1" y="418"/>
                    <a:pt x="1" y="937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42" y="1885"/>
                    <a:pt x="689" y="1456"/>
                    <a:pt x="689" y="937"/>
                  </a:cubicBezTo>
                  <a:cubicBezTo>
                    <a:pt x="689" y="429"/>
                    <a:pt x="542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866625" y="3890675"/>
              <a:ext cx="17500" cy="47150"/>
            </a:xfrm>
            <a:custGeom>
              <a:avLst/>
              <a:gdLst/>
              <a:ahLst/>
              <a:cxnLst/>
              <a:rect l="l" t="t" r="r" b="b"/>
              <a:pathLst>
                <a:path w="700" h="1886" extrusionOk="0">
                  <a:moveTo>
                    <a:pt x="350" y="1"/>
                  </a:moveTo>
                  <a:cubicBezTo>
                    <a:pt x="158" y="1"/>
                    <a:pt x="0" y="418"/>
                    <a:pt x="0" y="937"/>
                  </a:cubicBezTo>
                  <a:cubicBezTo>
                    <a:pt x="0" y="1456"/>
                    <a:pt x="147" y="1885"/>
                    <a:pt x="350" y="1885"/>
                  </a:cubicBezTo>
                  <a:cubicBezTo>
                    <a:pt x="542" y="1885"/>
                    <a:pt x="700" y="1456"/>
                    <a:pt x="700" y="937"/>
                  </a:cubicBezTo>
                  <a:cubicBezTo>
                    <a:pt x="700" y="418"/>
                    <a:pt x="542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123975" y="2764800"/>
              <a:ext cx="106950" cy="184250"/>
            </a:xfrm>
            <a:custGeom>
              <a:avLst/>
              <a:gdLst/>
              <a:ahLst/>
              <a:cxnLst/>
              <a:rect l="l" t="t" r="r" b="b"/>
              <a:pathLst>
                <a:path w="4278" h="7370" extrusionOk="0">
                  <a:moveTo>
                    <a:pt x="2878" y="1"/>
                  </a:moveTo>
                  <a:cubicBezTo>
                    <a:pt x="2980" y="46"/>
                    <a:pt x="1919" y="4684"/>
                    <a:pt x="1" y="6026"/>
                  </a:cubicBezTo>
                  <a:lnTo>
                    <a:pt x="1" y="7369"/>
                  </a:lnTo>
                  <a:cubicBezTo>
                    <a:pt x="1" y="7268"/>
                    <a:pt x="2280" y="6489"/>
                    <a:pt x="4278" y="689"/>
                  </a:cubicBezTo>
                  <a:cubicBezTo>
                    <a:pt x="3996" y="407"/>
                    <a:pt x="3273" y="147"/>
                    <a:pt x="2878" y="1"/>
                  </a:cubicBezTo>
                  <a:close/>
                </a:path>
              </a:pathLst>
            </a:custGeom>
            <a:solidFill>
              <a:srgbClr val="E5E2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575000" y="2818200"/>
              <a:ext cx="662125" cy="636425"/>
            </a:xfrm>
            <a:custGeom>
              <a:avLst/>
              <a:gdLst/>
              <a:ahLst/>
              <a:cxnLst/>
              <a:rect l="l" t="t" r="r" b="b"/>
              <a:pathLst>
                <a:path w="26485" h="25457" extrusionOk="0">
                  <a:moveTo>
                    <a:pt x="12850" y="0"/>
                  </a:moveTo>
                  <a:cubicBezTo>
                    <a:pt x="12255" y="0"/>
                    <a:pt x="11677" y="43"/>
                    <a:pt x="11138" y="133"/>
                  </a:cubicBezTo>
                  <a:cubicBezTo>
                    <a:pt x="7855" y="674"/>
                    <a:pt x="5395" y="3044"/>
                    <a:pt x="3273" y="5436"/>
                  </a:cubicBezTo>
                  <a:cubicBezTo>
                    <a:pt x="2021" y="6858"/>
                    <a:pt x="1141" y="8562"/>
                    <a:pt x="576" y="10379"/>
                  </a:cubicBezTo>
                  <a:cubicBezTo>
                    <a:pt x="227" y="11507"/>
                    <a:pt x="181" y="12726"/>
                    <a:pt x="136" y="13899"/>
                  </a:cubicBezTo>
                  <a:cubicBezTo>
                    <a:pt x="1" y="17319"/>
                    <a:pt x="1174" y="20828"/>
                    <a:pt x="3894" y="23017"/>
                  </a:cubicBezTo>
                  <a:cubicBezTo>
                    <a:pt x="5831" y="24580"/>
                    <a:pt x="8628" y="25456"/>
                    <a:pt x="11121" y="25456"/>
                  </a:cubicBezTo>
                  <a:cubicBezTo>
                    <a:pt x="11183" y="25456"/>
                    <a:pt x="11246" y="25456"/>
                    <a:pt x="11308" y="25454"/>
                  </a:cubicBezTo>
                  <a:cubicBezTo>
                    <a:pt x="11782" y="25443"/>
                    <a:pt x="12256" y="25387"/>
                    <a:pt x="12718" y="25285"/>
                  </a:cubicBezTo>
                  <a:cubicBezTo>
                    <a:pt x="14287" y="24947"/>
                    <a:pt x="15460" y="24856"/>
                    <a:pt x="16916" y="24236"/>
                  </a:cubicBezTo>
                  <a:cubicBezTo>
                    <a:pt x="17977" y="23773"/>
                    <a:pt x="19263" y="23152"/>
                    <a:pt x="20042" y="22543"/>
                  </a:cubicBezTo>
                  <a:cubicBezTo>
                    <a:pt x="22964" y="20298"/>
                    <a:pt x="24826" y="18447"/>
                    <a:pt x="25571" y="15412"/>
                  </a:cubicBezTo>
                  <a:cubicBezTo>
                    <a:pt x="26485" y="11654"/>
                    <a:pt x="25221" y="7388"/>
                    <a:pt x="22784" y="4443"/>
                  </a:cubicBezTo>
                  <a:cubicBezTo>
                    <a:pt x="21610" y="3022"/>
                    <a:pt x="20143" y="2198"/>
                    <a:pt x="18541" y="1329"/>
                  </a:cubicBezTo>
                  <a:cubicBezTo>
                    <a:pt x="16965" y="472"/>
                    <a:pt x="14812" y="0"/>
                    <a:pt x="12850" y="0"/>
                  </a:cubicBezTo>
                  <a:close/>
                </a:path>
              </a:pathLst>
            </a:custGeom>
            <a:solidFill>
              <a:srgbClr val="A13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652025" y="3277100"/>
              <a:ext cx="13275" cy="20350"/>
            </a:xfrm>
            <a:custGeom>
              <a:avLst/>
              <a:gdLst/>
              <a:ahLst/>
              <a:cxnLst/>
              <a:rect l="l" t="t" r="r" b="b"/>
              <a:pathLst>
                <a:path w="531" h="814" extrusionOk="0">
                  <a:moveTo>
                    <a:pt x="136" y="1"/>
                  </a:moveTo>
                  <a:cubicBezTo>
                    <a:pt x="102" y="57"/>
                    <a:pt x="68" y="114"/>
                    <a:pt x="46" y="170"/>
                  </a:cubicBezTo>
                  <a:cubicBezTo>
                    <a:pt x="0" y="272"/>
                    <a:pt x="0" y="384"/>
                    <a:pt x="23" y="486"/>
                  </a:cubicBezTo>
                  <a:cubicBezTo>
                    <a:pt x="68" y="599"/>
                    <a:pt x="158" y="689"/>
                    <a:pt x="260" y="757"/>
                  </a:cubicBezTo>
                  <a:cubicBezTo>
                    <a:pt x="316" y="791"/>
                    <a:pt x="384" y="813"/>
                    <a:pt x="441" y="813"/>
                  </a:cubicBezTo>
                  <a:cubicBezTo>
                    <a:pt x="474" y="757"/>
                    <a:pt x="497" y="700"/>
                    <a:pt x="508" y="633"/>
                  </a:cubicBezTo>
                  <a:cubicBezTo>
                    <a:pt x="531" y="542"/>
                    <a:pt x="520" y="441"/>
                    <a:pt x="486" y="362"/>
                  </a:cubicBezTo>
                  <a:cubicBezTo>
                    <a:pt x="452" y="260"/>
                    <a:pt x="395" y="170"/>
                    <a:pt x="305" y="102"/>
                  </a:cubicBezTo>
                  <a:cubicBezTo>
                    <a:pt x="260" y="57"/>
                    <a:pt x="204" y="23"/>
                    <a:pt x="136" y="1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1631150" y="3246625"/>
              <a:ext cx="12425" cy="23175"/>
            </a:xfrm>
            <a:custGeom>
              <a:avLst/>
              <a:gdLst/>
              <a:ahLst/>
              <a:cxnLst/>
              <a:rect l="l" t="t" r="r" b="b"/>
              <a:pathLst>
                <a:path w="497" h="927" extrusionOk="0">
                  <a:moveTo>
                    <a:pt x="305" y="1"/>
                  </a:moveTo>
                  <a:cubicBezTo>
                    <a:pt x="249" y="35"/>
                    <a:pt x="192" y="80"/>
                    <a:pt x="147" y="125"/>
                  </a:cubicBezTo>
                  <a:cubicBezTo>
                    <a:pt x="68" y="215"/>
                    <a:pt x="23" y="317"/>
                    <a:pt x="12" y="430"/>
                  </a:cubicBezTo>
                  <a:cubicBezTo>
                    <a:pt x="0" y="543"/>
                    <a:pt x="23" y="655"/>
                    <a:pt x="68" y="757"/>
                  </a:cubicBezTo>
                  <a:cubicBezTo>
                    <a:pt x="91" y="802"/>
                    <a:pt x="113" y="836"/>
                    <a:pt x="136" y="870"/>
                  </a:cubicBezTo>
                  <a:cubicBezTo>
                    <a:pt x="147" y="881"/>
                    <a:pt x="158" y="881"/>
                    <a:pt x="158" y="904"/>
                  </a:cubicBezTo>
                  <a:cubicBezTo>
                    <a:pt x="158" y="904"/>
                    <a:pt x="158" y="915"/>
                    <a:pt x="158" y="915"/>
                  </a:cubicBezTo>
                  <a:lnTo>
                    <a:pt x="181" y="926"/>
                  </a:lnTo>
                  <a:cubicBezTo>
                    <a:pt x="181" y="926"/>
                    <a:pt x="215" y="915"/>
                    <a:pt x="226" y="904"/>
                  </a:cubicBezTo>
                  <a:cubicBezTo>
                    <a:pt x="271" y="870"/>
                    <a:pt x="305" y="847"/>
                    <a:pt x="339" y="802"/>
                  </a:cubicBezTo>
                  <a:cubicBezTo>
                    <a:pt x="418" y="723"/>
                    <a:pt x="463" y="610"/>
                    <a:pt x="486" y="497"/>
                  </a:cubicBezTo>
                  <a:cubicBezTo>
                    <a:pt x="497" y="385"/>
                    <a:pt x="474" y="272"/>
                    <a:pt x="429" y="170"/>
                  </a:cubicBezTo>
                  <a:cubicBezTo>
                    <a:pt x="395" y="103"/>
                    <a:pt x="350" y="57"/>
                    <a:pt x="305" y="1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142050" y="3001500"/>
              <a:ext cx="11875" cy="22875"/>
            </a:xfrm>
            <a:custGeom>
              <a:avLst/>
              <a:gdLst/>
              <a:ahLst/>
              <a:cxnLst/>
              <a:rect l="l" t="t" r="r" b="b"/>
              <a:pathLst>
                <a:path w="475" h="915" extrusionOk="0">
                  <a:moveTo>
                    <a:pt x="158" y="0"/>
                  </a:moveTo>
                  <a:cubicBezTo>
                    <a:pt x="113" y="45"/>
                    <a:pt x="79" y="102"/>
                    <a:pt x="57" y="158"/>
                  </a:cubicBezTo>
                  <a:cubicBezTo>
                    <a:pt x="23" y="203"/>
                    <a:pt x="11" y="260"/>
                    <a:pt x="0" y="316"/>
                  </a:cubicBezTo>
                  <a:cubicBezTo>
                    <a:pt x="0" y="372"/>
                    <a:pt x="0" y="429"/>
                    <a:pt x="0" y="485"/>
                  </a:cubicBezTo>
                  <a:cubicBezTo>
                    <a:pt x="11" y="587"/>
                    <a:pt x="57" y="688"/>
                    <a:pt x="124" y="767"/>
                  </a:cubicBezTo>
                  <a:cubicBezTo>
                    <a:pt x="158" y="824"/>
                    <a:pt x="215" y="869"/>
                    <a:pt x="260" y="914"/>
                  </a:cubicBezTo>
                  <a:cubicBezTo>
                    <a:pt x="316" y="869"/>
                    <a:pt x="361" y="813"/>
                    <a:pt x="395" y="756"/>
                  </a:cubicBezTo>
                  <a:cubicBezTo>
                    <a:pt x="451" y="655"/>
                    <a:pt x="474" y="530"/>
                    <a:pt x="474" y="406"/>
                  </a:cubicBezTo>
                  <a:cubicBezTo>
                    <a:pt x="451" y="293"/>
                    <a:pt x="406" y="192"/>
                    <a:pt x="327" y="113"/>
                  </a:cubicBezTo>
                  <a:cubicBezTo>
                    <a:pt x="271" y="68"/>
                    <a:pt x="226" y="23"/>
                    <a:pt x="158" y="0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158675" y="3026875"/>
              <a:ext cx="12450" cy="26550"/>
            </a:xfrm>
            <a:custGeom>
              <a:avLst/>
              <a:gdLst/>
              <a:ahLst/>
              <a:cxnLst/>
              <a:rect l="l" t="t" r="r" b="b"/>
              <a:pathLst>
                <a:path w="498" h="1062" extrusionOk="0">
                  <a:moveTo>
                    <a:pt x="215" y="1"/>
                  </a:moveTo>
                  <a:cubicBezTo>
                    <a:pt x="159" y="46"/>
                    <a:pt x="125" y="113"/>
                    <a:pt x="91" y="181"/>
                  </a:cubicBezTo>
                  <a:cubicBezTo>
                    <a:pt x="69" y="226"/>
                    <a:pt x="46" y="294"/>
                    <a:pt x="35" y="350"/>
                  </a:cubicBezTo>
                  <a:cubicBezTo>
                    <a:pt x="23" y="418"/>
                    <a:pt x="12" y="486"/>
                    <a:pt x="12" y="554"/>
                  </a:cubicBezTo>
                  <a:cubicBezTo>
                    <a:pt x="1" y="666"/>
                    <a:pt x="35" y="779"/>
                    <a:pt x="91" y="892"/>
                  </a:cubicBezTo>
                  <a:cubicBezTo>
                    <a:pt x="125" y="949"/>
                    <a:pt x="170" y="1016"/>
                    <a:pt x="215" y="1061"/>
                  </a:cubicBezTo>
                  <a:cubicBezTo>
                    <a:pt x="272" y="1027"/>
                    <a:pt x="328" y="971"/>
                    <a:pt x="362" y="915"/>
                  </a:cubicBezTo>
                  <a:cubicBezTo>
                    <a:pt x="441" y="791"/>
                    <a:pt x="486" y="655"/>
                    <a:pt x="497" y="508"/>
                  </a:cubicBezTo>
                  <a:cubicBezTo>
                    <a:pt x="475" y="305"/>
                    <a:pt x="373" y="125"/>
                    <a:pt x="215" y="1"/>
                  </a:cubicBezTo>
                  <a:close/>
                </a:path>
              </a:pathLst>
            </a:custGeom>
            <a:solidFill>
              <a:srgbClr val="87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721150" y="3334375"/>
              <a:ext cx="16100" cy="13550"/>
            </a:xfrm>
            <a:custGeom>
              <a:avLst/>
              <a:gdLst/>
              <a:ahLst/>
              <a:cxnLst/>
              <a:rect l="l" t="t" r="r" b="b"/>
              <a:pathLst>
                <a:path w="644" h="542" extrusionOk="0">
                  <a:moveTo>
                    <a:pt x="372" y="0"/>
                  </a:moveTo>
                  <a:cubicBezTo>
                    <a:pt x="124" y="0"/>
                    <a:pt x="0" y="294"/>
                    <a:pt x="169" y="463"/>
                  </a:cubicBezTo>
                  <a:cubicBezTo>
                    <a:pt x="227" y="517"/>
                    <a:pt x="296" y="541"/>
                    <a:pt x="364" y="541"/>
                  </a:cubicBezTo>
                  <a:cubicBezTo>
                    <a:pt x="508" y="541"/>
                    <a:pt x="643" y="432"/>
                    <a:pt x="643" y="271"/>
                  </a:cubicBezTo>
                  <a:cubicBezTo>
                    <a:pt x="643" y="124"/>
                    <a:pt x="519" y="0"/>
                    <a:pt x="372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1747100" y="3377250"/>
              <a:ext cx="15825" cy="13550"/>
            </a:xfrm>
            <a:custGeom>
              <a:avLst/>
              <a:gdLst/>
              <a:ahLst/>
              <a:cxnLst/>
              <a:rect l="l" t="t" r="r" b="b"/>
              <a:pathLst>
                <a:path w="633" h="542" extrusionOk="0">
                  <a:moveTo>
                    <a:pt x="361" y="1"/>
                  </a:moveTo>
                  <a:cubicBezTo>
                    <a:pt x="113" y="1"/>
                    <a:pt x="0" y="294"/>
                    <a:pt x="169" y="463"/>
                  </a:cubicBezTo>
                  <a:cubicBezTo>
                    <a:pt x="224" y="517"/>
                    <a:pt x="291" y="541"/>
                    <a:pt x="356" y="541"/>
                  </a:cubicBezTo>
                  <a:cubicBezTo>
                    <a:pt x="496" y="541"/>
                    <a:pt x="632" y="433"/>
                    <a:pt x="632" y="271"/>
                  </a:cubicBezTo>
                  <a:cubicBezTo>
                    <a:pt x="632" y="125"/>
                    <a:pt x="508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1764025" y="3342825"/>
              <a:ext cx="15825" cy="13625"/>
            </a:xfrm>
            <a:custGeom>
              <a:avLst/>
              <a:gdLst/>
              <a:ahLst/>
              <a:cxnLst/>
              <a:rect l="l" t="t" r="r" b="b"/>
              <a:pathLst>
                <a:path w="633" h="545" extrusionOk="0">
                  <a:moveTo>
                    <a:pt x="361" y="1"/>
                  </a:moveTo>
                  <a:cubicBezTo>
                    <a:pt x="124" y="1"/>
                    <a:pt x="0" y="294"/>
                    <a:pt x="170" y="464"/>
                  </a:cubicBezTo>
                  <a:cubicBezTo>
                    <a:pt x="225" y="519"/>
                    <a:pt x="294" y="544"/>
                    <a:pt x="361" y="544"/>
                  </a:cubicBezTo>
                  <a:cubicBezTo>
                    <a:pt x="500" y="544"/>
                    <a:pt x="632" y="439"/>
                    <a:pt x="632" y="272"/>
                  </a:cubicBezTo>
                  <a:cubicBezTo>
                    <a:pt x="632" y="125"/>
                    <a:pt x="519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1789700" y="3394175"/>
              <a:ext cx="15825" cy="13725"/>
            </a:xfrm>
            <a:custGeom>
              <a:avLst/>
              <a:gdLst/>
              <a:ahLst/>
              <a:cxnLst/>
              <a:rect l="l" t="t" r="r" b="b"/>
              <a:pathLst>
                <a:path w="633" h="549" extrusionOk="0">
                  <a:moveTo>
                    <a:pt x="361" y="1"/>
                  </a:moveTo>
                  <a:cubicBezTo>
                    <a:pt x="124" y="1"/>
                    <a:pt x="0" y="294"/>
                    <a:pt x="169" y="463"/>
                  </a:cubicBezTo>
                  <a:cubicBezTo>
                    <a:pt x="225" y="523"/>
                    <a:pt x="294" y="549"/>
                    <a:pt x="361" y="549"/>
                  </a:cubicBezTo>
                  <a:cubicBezTo>
                    <a:pt x="500" y="549"/>
                    <a:pt x="632" y="438"/>
                    <a:pt x="632" y="271"/>
                  </a:cubicBezTo>
                  <a:cubicBezTo>
                    <a:pt x="632" y="125"/>
                    <a:pt x="519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1832575" y="3342825"/>
              <a:ext cx="15825" cy="13625"/>
            </a:xfrm>
            <a:custGeom>
              <a:avLst/>
              <a:gdLst/>
              <a:ahLst/>
              <a:cxnLst/>
              <a:rect l="l" t="t" r="r" b="b"/>
              <a:pathLst>
                <a:path w="633" h="545" extrusionOk="0">
                  <a:moveTo>
                    <a:pt x="361" y="1"/>
                  </a:moveTo>
                  <a:cubicBezTo>
                    <a:pt x="124" y="1"/>
                    <a:pt x="0" y="294"/>
                    <a:pt x="170" y="464"/>
                  </a:cubicBezTo>
                  <a:cubicBezTo>
                    <a:pt x="225" y="519"/>
                    <a:pt x="294" y="544"/>
                    <a:pt x="361" y="544"/>
                  </a:cubicBezTo>
                  <a:cubicBezTo>
                    <a:pt x="500" y="544"/>
                    <a:pt x="632" y="439"/>
                    <a:pt x="632" y="272"/>
                  </a:cubicBezTo>
                  <a:cubicBezTo>
                    <a:pt x="632" y="125"/>
                    <a:pt x="508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1661325" y="3342825"/>
              <a:ext cx="15825" cy="13625"/>
            </a:xfrm>
            <a:custGeom>
              <a:avLst/>
              <a:gdLst/>
              <a:ahLst/>
              <a:cxnLst/>
              <a:rect l="l" t="t" r="r" b="b"/>
              <a:pathLst>
                <a:path w="633" h="545" extrusionOk="0">
                  <a:moveTo>
                    <a:pt x="362" y="1"/>
                  </a:moveTo>
                  <a:cubicBezTo>
                    <a:pt x="125" y="1"/>
                    <a:pt x="1" y="294"/>
                    <a:pt x="170" y="464"/>
                  </a:cubicBezTo>
                  <a:cubicBezTo>
                    <a:pt x="226" y="519"/>
                    <a:pt x="294" y="544"/>
                    <a:pt x="362" y="544"/>
                  </a:cubicBezTo>
                  <a:cubicBezTo>
                    <a:pt x="500" y="544"/>
                    <a:pt x="633" y="439"/>
                    <a:pt x="633" y="272"/>
                  </a:cubicBezTo>
                  <a:cubicBezTo>
                    <a:pt x="633" y="125"/>
                    <a:pt x="509" y="1"/>
                    <a:pt x="362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037950" y="2880475"/>
              <a:ext cx="16100" cy="13825"/>
            </a:xfrm>
            <a:custGeom>
              <a:avLst/>
              <a:gdLst/>
              <a:ahLst/>
              <a:cxnLst/>
              <a:rect l="l" t="t" r="r" b="b"/>
              <a:pathLst>
                <a:path w="644" h="553" extrusionOk="0">
                  <a:moveTo>
                    <a:pt x="373" y="0"/>
                  </a:moveTo>
                  <a:cubicBezTo>
                    <a:pt x="124" y="0"/>
                    <a:pt x="0" y="294"/>
                    <a:pt x="170" y="474"/>
                  </a:cubicBezTo>
                  <a:cubicBezTo>
                    <a:pt x="227" y="528"/>
                    <a:pt x="297" y="552"/>
                    <a:pt x="364" y="552"/>
                  </a:cubicBezTo>
                  <a:cubicBezTo>
                    <a:pt x="508" y="552"/>
                    <a:pt x="643" y="443"/>
                    <a:pt x="643" y="282"/>
                  </a:cubicBezTo>
                  <a:cubicBezTo>
                    <a:pt x="643" y="124"/>
                    <a:pt x="519" y="0"/>
                    <a:pt x="373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055150" y="2932075"/>
              <a:ext cx="15825" cy="13575"/>
            </a:xfrm>
            <a:custGeom>
              <a:avLst/>
              <a:gdLst/>
              <a:ahLst/>
              <a:cxnLst/>
              <a:rect l="l" t="t" r="r" b="b"/>
              <a:pathLst>
                <a:path w="633" h="543" extrusionOk="0">
                  <a:moveTo>
                    <a:pt x="380" y="0"/>
                  </a:moveTo>
                  <a:cubicBezTo>
                    <a:pt x="374" y="0"/>
                    <a:pt x="368" y="1"/>
                    <a:pt x="362" y="1"/>
                  </a:cubicBezTo>
                  <a:cubicBezTo>
                    <a:pt x="125" y="1"/>
                    <a:pt x="1" y="283"/>
                    <a:pt x="170" y="464"/>
                  </a:cubicBezTo>
                  <a:cubicBezTo>
                    <a:pt x="224" y="518"/>
                    <a:pt x="291" y="542"/>
                    <a:pt x="357" y="542"/>
                  </a:cubicBezTo>
                  <a:cubicBezTo>
                    <a:pt x="497" y="542"/>
                    <a:pt x="633" y="433"/>
                    <a:pt x="633" y="272"/>
                  </a:cubicBezTo>
                  <a:cubicBezTo>
                    <a:pt x="633" y="121"/>
                    <a:pt x="519" y="0"/>
                    <a:pt x="380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185900" y="3137475"/>
              <a:ext cx="13725" cy="13550"/>
            </a:xfrm>
            <a:custGeom>
              <a:avLst/>
              <a:gdLst/>
              <a:ahLst/>
              <a:cxnLst/>
              <a:rect l="l" t="t" r="r" b="b"/>
              <a:pathLst>
                <a:path w="549" h="542" extrusionOk="0">
                  <a:moveTo>
                    <a:pt x="269" y="0"/>
                  </a:moveTo>
                  <a:cubicBezTo>
                    <a:pt x="133" y="0"/>
                    <a:pt x="1" y="90"/>
                    <a:pt x="6" y="271"/>
                  </a:cubicBezTo>
                  <a:cubicBezTo>
                    <a:pt x="6" y="451"/>
                    <a:pt x="142" y="542"/>
                    <a:pt x="277" y="542"/>
                  </a:cubicBezTo>
                  <a:cubicBezTo>
                    <a:pt x="413" y="542"/>
                    <a:pt x="548" y="451"/>
                    <a:pt x="548" y="271"/>
                  </a:cubicBezTo>
                  <a:cubicBezTo>
                    <a:pt x="542" y="90"/>
                    <a:pt x="404" y="0"/>
                    <a:pt x="269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080900" y="3154675"/>
              <a:ext cx="15750" cy="13550"/>
            </a:xfrm>
            <a:custGeom>
              <a:avLst/>
              <a:gdLst/>
              <a:ahLst/>
              <a:cxnLst/>
              <a:rect l="l" t="t" r="r" b="b"/>
              <a:pathLst>
                <a:path w="630" h="542" extrusionOk="0">
                  <a:moveTo>
                    <a:pt x="345" y="0"/>
                  </a:moveTo>
                  <a:cubicBezTo>
                    <a:pt x="117" y="0"/>
                    <a:pt x="1" y="286"/>
                    <a:pt x="167" y="463"/>
                  </a:cubicBezTo>
                  <a:cubicBezTo>
                    <a:pt x="221" y="517"/>
                    <a:pt x="288" y="541"/>
                    <a:pt x="354" y="541"/>
                  </a:cubicBezTo>
                  <a:cubicBezTo>
                    <a:pt x="494" y="541"/>
                    <a:pt x="629" y="432"/>
                    <a:pt x="629" y="271"/>
                  </a:cubicBezTo>
                  <a:cubicBezTo>
                    <a:pt x="629" y="113"/>
                    <a:pt x="517" y="0"/>
                    <a:pt x="359" y="0"/>
                  </a:cubicBezTo>
                  <a:cubicBezTo>
                    <a:pt x="354" y="0"/>
                    <a:pt x="350" y="0"/>
                    <a:pt x="345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1952475" y="3394175"/>
              <a:ext cx="15825" cy="13600"/>
            </a:xfrm>
            <a:custGeom>
              <a:avLst/>
              <a:gdLst/>
              <a:ahLst/>
              <a:cxnLst/>
              <a:rect l="l" t="t" r="r" b="b"/>
              <a:pathLst>
                <a:path w="633" h="544" extrusionOk="0">
                  <a:moveTo>
                    <a:pt x="361" y="1"/>
                  </a:moveTo>
                  <a:cubicBezTo>
                    <a:pt x="124" y="1"/>
                    <a:pt x="0" y="294"/>
                    <a:pt x="169" y="463"/>
                  </a:cubicBezTo>
                  <a:cubicBezTo>
                    <a:pt x="225" y="519"/>
                    <a:pt x="294" y="544"/>
                    <a:pt x="361" y="544"/>
                  </a:cubicBezTo>
                  <a:cubicBezTo>
                    <a:pt x="500" y="544"/>
                    <a:pt x="632" y="438"/>
                    <a:pt x="632" y="271"/>
                  </a:cubicBezTo>
                  <a:cubicBezTo>
                    <a:pt x="632" y="125"/>
                    <a:pt x="508" y="1"/>
                    <a:pt x="361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143175" y="3222950"/>
              <a:ext cx="13550" cy="13550"/>
            </a:xfrm>
            <a:custGeom>
              <a:avLst/>
              <a:gdLst/>
              <a:ahLst/>
              <a:cxnLst/>
              <a:rect l="l" t="t" r="r" b="b"/>
              <a:pathLst>
                <a:path w="542" h="542" extrusionOk="0">
                  <a:moveTo>
                    <a:pt x="271" y="0"/>
                  </a:moveTo>
                  <a:cubicBezTo>
                    <a:pt x="136" y="0"/>
                    <a:pt x="0" y="90"/>
                    <a:pt x="0" y="271"/>
                  </a:cubicBezTo>
                  <a:cubicBezTo>
                    <a:pt x="0" y="451"/>
                    <a:pt x="136" y="542"/>
                    <a:pt x="271" y="542"/>
                  </a:cubicBezTo>
                  <a:cubicBezTo>
                    <a:pt x="406" y="542"/>
                    <a:pt x="542" y="451"/>
                    <a:pt x="542" y="271"/>
                  </a:cubicBezTo>
                  <a:cubicBezTo>
                    <a:pt x="542" y="90"/>
                    <a:pt x="406" y="0"/>
                    <a:pt x="271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1911850" y="3369150"/>
              <a:ext cx="13550" cy="12500"/>
            </a:xfrm>
            <a:custGeom>
              <a:avLst/>
              <a:gdLst/>
              <a:ahLst/>
              <a:cxnLst/>
              <a:rect l="l" t="t" r="r" b="b"/>
              <a:pathLst>
                <a:path w="542" h="500" extrusionOk="0">
                  <a:moveTo>
                    <a:pt x="271" y="0"/>
                  </a:moveTo>
                  <a:cubicBezTo>
                    <a:pt x="141" y="0"/>
                    <a:pt x="11" y="82"/>
                    <a:pt x="0" y="246"/>
                  </a:cubicBezTo>
                  <a:cubicBezTo>
                    <a:pt x="11" y="415"/>
                    <a:pt x="141" y="499"/>
                    <a:pt x="271" y="499"/>
                  </a:cubicBezTo>
                  <a:cubicBezTo>
                    <a:pt x="401" y="499"/>
                    <a:pt x="531" y="415"/>
                    <a:pt x="542" y="246"/>
                  </a:cubicBezTo>
                  <a:cubicBezTo>
                    <a:pt x="531" y="82"/>
                    <a:pt x="401" y="0"/>
                    <a:pt x="271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003800" y="2914875"/>
              <a:ext cx="15825" cy="13550"/>
            </a:xfrm>
            <a:custGeom>
              <a:avLst/>
              <a:gdLst/>
              <a:ahLst/>
              <a:cxnLst/>
              <a:rect l="l" t="t" r="r" b="b"/>
              <a:pathLst>
                <a:path w="633" h="542" extrusionOk="0">
                  <a:moveTo>
                    <a:pt x="362" y="1"/>
                  </a:moveTo>
                  <a:cubicBezTo>
                    <a:pt x="125" y="1"/>
                    <a:pt x="1" y="294"/>
                    <a:pt x="170" y="463"/>
                  </a:cubicBezTo>
                  <a:cubicBezTo>
                    <a:pt x="224" y="518"/>
                    <a:pt x="291" y="542"/>
                    <a:pt x="357" y="542"/>
                  </a:cubicBezTo>
                  <a:cubicBezTo>
                    <a:pt x="497" y="542"/>
                    <a:pt x="633" y="433"/>
                    <a:pt x="633" y="272"/>
                  </a:cubicBezTo>
                  <a:cubicBezTo>
                    <a:pt x="633" y="125"/>
                    <a:pt x="509" y="1"/>
                    <a:pt x="362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1823825" y="2854800"/>
              <a:ext cx="16100" cy="13725"/>
            </a:xfrm>
            <a:custGeom>
              <a:avLst/>
              <a:gdLst/>
              <a:ahLst/>
              <a:cxnLst/>
              <a:rect l="l" t="t" r="r" b="b"/>
              <a:pathLst>
                <a:path w="644" h="549" extrusionOk="0">
                  <a:moveTo>
                    <a:pt x="373" y="0"/>
                  </a:moveTo>
                  <a:cubicBezTo>
                    <a:pt x="125" y="0"/>
                    <a:pt x="1" y="294"/>
                    <a:pt x="181" y="463"/>
                  </a:cubicBezTo>
                  <a:cubicBezTo>
                    <a:pt x="237" y="522"/>
                    <a:pt x="306" y="549"/>
                    <a:pt x="373" y="549"/>
                  </a:cubicBezTo>
                  <a:cubicBezTo>
                    <a:pt x="511" y="549"/>
                    <a:pt x="644" y="438"/>
                    <a:pt x="644" y="271"/>
                  </a:cubicBezTo>
                  <a:cubicBezTo>
                    <a:pt x="644" y="124"/>
                    <a:pt x="520" y="0"/>
                    <a:pt x="373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1299425" y="4224800"/>
              <a:ext cx="163900" cy="74100"/>
            </a:xfrm>
            <a:custGeom>
              <a:avLst/>
              <a:gdLst/>
              <a:ahLst/>
              <a:cxnLst/>
              <a:rect l="l" t="t" r="r" b="b"/>
              <a:pathLst>
                <a:path w="6556" h="2964" extrusionOk="0">
                  <a:moveTo>
                    <a:pt x="247" y="1384"/>
                  </a:moveTo>
                  <a:cubicBezTo>
                    <a:pt x="247" y="1385"/>
                    <a:pt x="246" y="1386"/>
                    <a:pt x="246" y="1387"/>
                  </a:cubicBezTo>
                  <a:lnTo>
                    <a:pt x="246" y="1387"/>
                  </a:lnTo>
                  <a:cubicBezTo>
                    <a:pt x="246" y="1386"/>
                    <a:pt x="247" y="1385"/>
                    <a:pt x="247" y="1384"/>
                  </a:cubicBezTo>
                  <a:close/>
                  <a:moveTo>
                    <a:pt x="4143" y="0"/>
                  </a:moveTo>
                  <a:cubicBezTo>
                    <a:pt x="3633" y="0"/>
                    <a:pt x="2999" y="150"/>
                    <a:pt x="2640" y="222"/>
                  </a:cubicBezTo>
                  <a:cubicBezTo>
                    <a:pt x="2200" y="346"/>
                    <a:pt x="1692" y="718"/>
                    <a:pt x="1319" y="899"/>
                  </a:cubicBezTo>
                  <a:cubicBezTo>
                    <a:pt x="1319" y="899"/>
                    <a:pt x="317" y="1390"/>
                    <a:pt x="249" y="1390"/>
                  </a:cubicBezTo>
                  <a:cubicBezTo>
                    <a:pt x="246" y="1390"/>
                    <a:pt x="245" y="1389"/>
                    <a:pt x="246" y="1387"/>
                  </a:cubicBezTo>
                  <a:lnTo>
                    <a:pt x="246" y="1387"/>
                  </a:lnTo>
                  <a:cubicBezTo>
                    <a:pt x="1" y="1759"/>
                    <a:pt x="304" y="2322"/>
                    <a:pt x="360" y="2693"/>
                  </a:cubicBezTo>
                  <a:lnTo>
                    <a:pt x="1861" y="2964"/>
                  </a:lnTo>
                  <a:cubicBezTo>
                    <a:pt x="2549" y="2783"/>
                    <a:pt x="6555" y="1644"/>
                    <a:pt x="4818" y="188"/>
                  </a:cubicBezTo>
                  <a:cubicBezTo>
                    <a:pt x="4682" y="49"/>
                    <a:pt x="4433" y="0"/>
                    <a:pt x="414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1254825" y="4239700"/>
              <a:ext cx="716275" cy="517900"/>
            </a:xfrm>
            <a:custGeom>
              <a:avLst/>
              <a:gdLst/>
              <a:ahLst/>
              <a:cxnLst/>
              <a:rect l="l" t="t" r="r" b="b"/>
              <a:pathLst>
                <a:path w="28651" h="20716" extrusionOk="0">
                  <a:moveTo>
                    <a:pt x="7812" y="0"/>
                  </a:moveTo>
                  <a:cubicBezTo>
                    <a:pt x="7316" y="0"/>
                    <a:pt x="6821" y="55"/>
                    <a:pt x="6331" y="156"/>
                  </a:cubicBezTo>
                  <a:cubicBezTo>
                    <a:pt x="5552" y="314"/>
                    <a:pt x="4852" y="653"/>
                    <a:pt x="4130" y="946"/>
                  </a:cubicBezTo>
                  <a:lnTo>
                    <a:pt x="1952" y="1770"/>
                  </a:lnTo>
                  <a:cubicBezTo>
                    <a:pt x="1242" y="2052"/>
                    <a:pt x="508" y="2390"/>
                    <a:pt x="0" y="3000"/>
                  </a:cubicBezTo>
                  <a:cubicBezTo>
                    <a:pt x="519" y="2402"/>
                    <a:pt x="1253" y="2074"/>
                    <a:pt x="1964" y="1792"/>
                  </a:cubicBezTo>
                  <a:lnTo>
                    <a:pt x="4153" y="1003"/>
                  </a:lnTo>
                  <a:cubicBezTo>
                    <a:pt x="4875" y="720"/>
                    <a:pt x="5586" y="393"/>
                    <a:pt x="6342" y="246"/>
                  </a:cubicBezTo>
                  <a:cubicBezTo>
                    <a:pt x="6801" y="157"/>
                    <a:pt x="7269" y="114"/>
                    <a:pt x="7738" y="114"/>
                  </a:cubicBezTo>
                  <a:cubicBezTo>
                    <a:pt x="8040" y="114"/>
                    <a:pt x="8343" y="132"/>
                    <a:pt x="8644" y="167"/>
                  </a:cubicBezTo>
                  <a:cubicBezTo>
                    <a:pt x="9400" y="280"/>
                    <a:pt x="10134" y="551"/>
                    <a:pt x="10777" y="957"/>
                  </a:cubicBezTo>
                  <a:cubicBezTo>
                    <a:pt x="11442" y="1375"/>
                    <a:pt x="11939" y="1950"/>
                    <a:pt x="12402" y="2571"/>
                  </a:cubicBezTo>
                  <a:cubicBezTo>
                    <a:pt x="13271" y="3835"/>
                    <a:pt x="13823" y="5302"/>
                    <a:pt x="14568" y="6678"/>
                  </a:cubicBezTo>
                  <a:cubicBezTo>
                    <a:pt x="14737" y="7017"/>
                    <a:pt x="14941" y="7355"/>
                    <a:pt x="15132" y="7705"/>
                  </a:cubicBezTo>
                  <a:cubicBezTo>
                    <a:pt x="15336" y="8033"/>
                    <a:pt x="15539" y="8371"/>
                    <a:pt x="15764" y="8687"/>
                  </a:cubicBezTo>
                  <a:cubicBezTo>
                    <a:pt x="16227" y="9330"/>
                    <a:pt x="16791" y="9883"/>
                    <a:pt x="17322" y="10447"/>
                  </a:cubicBezTo>
                  <a:cubicBezTo>
                    <a:pt x="18394" y="11576"/>
                    <a:pt x="19545" y="12636"/>
                    <a:pt x="20696" y="13675"/>
                  </a:cubicBezTo>
                  <a:lnTo>
                    <a:pt x="24171" y="16778"/>
                  </a:lnTo>
                  <a:cubicBezTo>
                    <a:pt x="24747" y="17297"/>
                    <a:pt x="25311" y="17827"/>
                    <a:pt x="25875" y="18346"/>
                  </a:cubicBezTo>
                  <a:cubicBezTo>
                    <a:pt x="26450" y="18877"/>
                    <a:pt x="26981" y="19441"/>
                    <a:pt x="27534" y="19982"/>
                  </a:cubicBezTo>
                  <a:cubicBezTo>
                    <a:pt x="27759" y="20219"/>
                    <a:pt x="27985" y="20468"/>
                    <a:pt x="28211" y="20716"/>
                  </a:cubicBezTo>
                  <a:lnTo>
                    <a:pt x="28651" y="20716"/>
                  </a:lnTo>
                  <a:cubicBezTo>
                    <a:pt x="28358" y="20389"/>
                    <a:pt x="28064" y="20073"/>
                    <a:pt x="27759" y="19757"/>
                  </a:cubicBezTo>
                  <a:cubicBezTo>
                    <a:pt x="27195" y="19215"/>
                    <a:pt x="26665" y="18651"/>
                    <a:pt x="26089" y="18121"/>
                  </a:cubicBezTo>
                  <a:cubicBezTo>
                    <a:pt x="25525" y="17590"/>
                    <a:pt x="24950" y="17060"/>
                    <a:pt x="24363" y="16552"/>
                  </a:cubicBezTo>
                  <a:lnTo>
                    <a:pt x="20876" y="13471"/>
                  </a:lnTo>
                  <a:cubicBezTo>
                    <a:pt x="19725" y="12433"/>
                    <a:pt x="18585" y="11384"/>
                    <a:pt x="17513" y="10267"/>
                  </a:cubicBezTo>
                  <a:cubicBezTo>
                    <a:pt x="16972" y="9703"/>
                    <a:pt x="16419" y="9161"/>
                    <a:pt x="15967" y="8552"/>
                  </a:cubicBezTo>
                  <a:cubicBezTo>
                    <a:pt x="15753" y="8236"/>
                    <a:pt x="15550" y="7908"/>
                    <a:pt x="15347" y="7581"/>
                  </a:cubicBezTo>
                  <a:cubicBezTo>
                    <a:pt x="15132" y="7254"/>
                    <a:pt x="14963" y="6915"/>
                    <a:pt x="14783" y="6566"/>
                  </a:cubicBezTo>
                  <a:cubicBezTo>
                    <a:pt x="14027" y="5223"/>
                    <a:pt x="13451" y="3767"/>
                    <a:pt x="12560" y="2469"/>
                  </a:cubicBezTo>
                  <a:cubicBezTo>
                    <a:pt x="12086" y="1849"/>
                    <a:pt x="11533" y="1239"/>
                    <a:pt x="10867" y="845"/>
                  </a:cubicBezTo>
                  <a:cubicBezTo>
                    <a:pt x="10190" y="427"/>
                    <a:pt x="9445" y="156"/>
                    <a:pt x="8655" y="55"/>
                  </a:cubicBezTo>
                  <a:cubicBezTo>
                    <a:pt x="8374" y="18"/>
                    <a:pt x="8093" y="0"/>
                    <a:pt x="7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1189100" y="4314675"/>
              <a:ext cx="66025" cy="442650"/>
            </a:xfrm>
            <a:custGeom>
              <a:avLst/>
              <a:gdLst/>
              <a:ahLst/>
              <a:cxnLst/>
              <a:rect l="l" t="t" r="r" b="b"/>
              <a:pathLst>
                <a:path w="2641" h="17706" extrusionOk="0">
                  <a:moveTo>
                    <a:pt x="2641" y="1"/>
                  </a:moveTo>
                  <a:cubicBezTo>
                    <a:pt x="2144" y="588"/>
                    <a:pt x="1828" y="1287"/>
                    <a:pt x="1704" y="2032"/>
                  </a:cubicBezTo>
                  <a:cubicBezTo>
                    <a:pt x="1072" y="6681"/>
                    <a:pt x="1275" y="11375"/>
                    <a:pt x="361" y="16013"/>
                  </a:cubicBezTo>
                  <a:cubicBezTo>
                    <a:pt x="248" y="16577"/>
                    <a:pt x="124" y="17141"/>
                    <a:pt x="0" y="17706"/>
                  </a:cubicBezTo>
                  <a:lnTo>
                    <a:pt x="643" y="17706"/>
                  </a:lnTo>
                  <a:cubicBezTo>
                    <a:pt x="666" y="17593"/>
                    <a:pt x="688" y="17480"/>
                    <a:pt x="711" y="17367"/>
                  </a:cubicBezTo>
                  <a:cubicBezTo>
                    <a:pt x="959" y="15923"/>
                    <a:pt x="1151" y="14467"/>
                    <a:pt x="1309" y="13011"/>
                  </a:cubicBezTo>
                  <a:cubicBezTo>
                    <a:pt x="1456" y="11556"/>
                    <a:pt x="1569" y="10089"/>
                    <a:pt x="1648" y="8622"/>
                  </a:cubicBezTo>
                  <a:cubicBezTo>
                    <a:pt x="1727" y="7155"/>
                    <a:pt x="1783" y="5699"/>
                    <a:pt x="1794" y="4232"/>
                  </a:cubicBezTo>
                  <a:cubicBezTo>
                    <a:pt x="1817" y="3499"/>
                    <a:pt x="1794" y="2765"/>
                    <a:pt x="1885" y="2032"/>
                  </a:cubicBezTo>
                  <a:cubicBezTo>
                    <a:pt x="1975" y="1310"/>
                    <a:pt x="2167" y="576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1202350" y="4240850"/>
              <a:ext cx="763675" cy="516475"/>
            </a:xfrm>
            <a:custGeom>
              <a:avLst/>
              <a:gdLst/>
              <a:ahLst/>
              <a:cxnLst/>
              <a:rect l="l" t="t" r="r" b="b"/>
              <a:pathLst>
                <a:path w="30547" h="20659" extrusionOk="0">
                  <a:moveTo>
                    <a:pt x="9853" y="1"/>
                  </a:moveTo>
                  <a:cubicBezTo>
                    <a:pt x="8897" y="1"/>
                    <a:pt x="7936" y="208"/>
                    <a:pt x="7076" y="584"/>
                  </a:cubicBezTo>
                  <a:cubicBezTo>
                    <a:pt x="3228" y="2254"/>
                    <a:pt x="1298" y="1814"/>
                    <a:pt x="1253" y="6283"/>
                  </a:cubicBezTo>
                  <a:cubicBezTo>
                    <a:pt x="1208" y="10661"/>
                    <a:pt x="858" y="16156"/>
                    <a:pt x="0" y="20659"/>
                  </a:cubicBezTo>
                  <a:lnTo>
                    <a:pt x="30547" y="20659"/>
                  </a:lnTo>
                  <a:cubicBezTo>
                    <a:pt x="26868" y="16653"/>
                    <a:pt x="22072" y="13245"/>
                    <a:pt x="18484" y="9217"/>
                  </a:cubicBezTo>
                  <a:cubicBezTo>
                    <a:pt x="17649" y="8302"/>
                    <a:pt x="17006" y="7039"/>
                    <a:pt x="16442" y="5944"/>
                  </a:cubicBezTo>
                  <a:cubicBezTo>
                    <a:pt x="15460" y="4060"/>
                    <a:pt x="14715" y="1904"/>
                    <a:pt x="12785" y="765"/>
                  </a:cubicBezTo>
                  <a:cubicBezTo>
                    <a:pt x="11898" y="239"/>
                    <a:pt x="10878" y="1"/>
                    <a:pt x="9853" y="1"/>
                  </a:cubicBezTo>
                  <a:close/>
                </a:path>
              </a:pathLst>
            </a:custGeom>
            <a:solidFill>
              <a:srgbClr val="FF9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1226900" y="4291550"/>
              <a:ext cx="187900" cy="466050"/>
            </a:xfrm>
            <a:custGeom>
              <a:avLst/>
              <a:gdLst/>
              <a:ahLst/>
              <a:cxnLst/>
              <a:rect l="l" t="t" r="r" b="b"/>
              <a:pathLst>
                <a:path w="7516" h="18642" extrusionOk="0">
                  <a:moveTo>
                    <a:pt x="5067" y="0"/>
                  </a:moveTo>
                  <a:cubicBezTo>
                    <a:pt x="4807" y="102"/>
                    <a:pt x="4548" y="192"/>
                    <a:pt x="4311" y="283"/>
                  </a:cubicBezTo>
                  <a:cubicBezTo>
                    <a:pt x="1907" y="1151"/>
                    <a:pt x="1264" y="1377"/>
                    <a:pt x="1241" y="4277"/>
                  </a:cubicBezTo>
                  <a:cubicBezTo>
                    <a:pt x="1208" y="6918"/>
                    <a:pt x="1027" y="13169"/>
                    <a:pt x="0" y="18642"/>
                  </a:cubicBezTo>
                  <a:lnTo>
                    <a:pt x="4649" y="18631"/>
                  </a:lnTo>
                  <a:cubicBezTo>
                    <a:pt x="4683" y="18168"/>
                    <a:pt x="4740" y="17694"/>
                    <a:pt x="4796" y="17209"/>
                  </a:cubicBezTo>
                  <a:cubicBezTo>
                    <a:pt x="4909" y="16340"/>
                    <a:pt x="5101" y="15460"/>
                    <a:pt x="5067" y="14568"/>
                  </a:cubicBezTo>
                  <a:cubicBezTo>
                    <a:pt x="5010" y="13485"/>
                    <a:pt x="4706" y="12921"/>
                    <a:pt x="5134" y="11838"/>
                  </a:cubicBezTo>
                  <a:cubicBezTo>
                    <a:pt x="5586" y="10709"/>
                    <a:pt x="5891" y="9648"/>
                    <a:pt x="6421" y="8554"/>
                  </a:cubicBezTo>
                  <a:cubicBezTo>
                    <a:pt x="6635" y="8136"/>
                    <a:pt x="6793" y="7708"/>
                    <a:pt x="6974" y="7324"/>
                  </a:cubicBezTo>
                  <a:cubicBezTo>
                    <a:pt x="7515" y="6105"/>
                    <a:pt x="6015" y="3149"/>
                    <a:pt x="5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1416475" y="4264950"/>
              <a:ext cx="516550" cy="492375"/>
            </a:xfrm>
            <a:custGeom>
              <a:avLst/>
              <a:gdLst/>
              <a:ahLst/>
              <a:cxnLst/>
              <a:rect l="l" t="t" r="r" b="b"/>
              <a:pathLst>
                <a:path w="20662" h="19695" extrusionOk="0">
                  <a:moveTo>
                    <a:pt x="1316" y="0"/>
                  </a:moveTo>
                  <a:cubicBezTo>
                    <a:pt x="884" y="0"/>
                    <a:pt x="442" y="50"/>
                    <a:pt x="0" y="150"/>
                  </a:cubicBezTo>
                  <a:cubicBezTo>
                    <a:pt x="136" y="286"/>
                    <a:pt x="248" y="455"/>
                    <a:pt x="339" y="624"/>
                  </a:cubicBezTo>
                  <a:cubicBezTo>
                    <a:pt x="1185" y="2351"/>
                    <a:pt x="971" y="4461"/>
                    <a:pt x="2031" y="6041"/>
                  </a:cubicBezTo>
                  <a:cubicBezTo>
                    <a:pt x="3069" y="7587"/>
                    <a:pt x="4615" y="8738"/>
                    <a:pt x="5439" y="10430"/>
                  </a:cubicBezTo>
                  <a:cubicBezTo>
                    <a:pt x="6229" y="12055"/>
                    <a:pt x="7651" y="13364"/>
                    <a:pt x="8734" y="14797"/>
                  </a:cubicBezTo>
                  <a:cubicBezTo>
                    <a:pt x="9919" y="16332"/>
                    <a:pt x="11025" y="17912"/>
                    <a:pt x="12210" y="19435"/>
                  </a:cubicBezTo>
                  <a:cubicBezTo>
                    <a:pt x="12277" y="19525"/>
                    <a:pt x="12356" y="19616"/>
                    <a:pt x="12413" y="19695"/>
                  </a:cubicBezTo>
                  <a:lnTo>
                    <a:pt x="20662" y="19695"/>
                  </a:lnTo>
                  <a:cubicBezTo>
                    <a:pt x="19048" y="18013"/>
                    <a:pt x="17231" y="16411"/>
                    <a:pt x="15460" y="14854"/>
                  </a:cubicBezTo>
                  <a:cubicBezTo>
                    <a:pt x="13304" y="12958"/>
                    <a:pt x="11081" y="11006"/>
                    <a:pt x="9197" y="8896"/>
                  </a:cubicBezTo>
                  <a:cubicBezTo>
                    <a:pt x="8294" y="7880"/>
                    <a:pt x="7617" y="6582"/>
                    <a:pt x="7019" y="5420"/>
                  </a:cubicBezTo>
                  <a:cubicBezTo>
                    <a:pt x="6850" y="5082"/>
                    <a:pt x="6680" y="4732"/>
                    <a:pt x="6511" y="4382"/>
                  </a:cubicBezTo>
                  <a:cubicBezTo>
                    <a:pt x="5766" y="2859"/>
                    <a:pt x="5078" y="1426"/>
                    <a:pt x="3735" y="624"/>
                  </a:cubicBezTo>
                  <a:cubicBezTo>
                    <a:pt x="3031" y="208"/>
                    <a:pt x="2195" y="0"/>
                    <a:pt x="13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1574025" y="4699250"/>
              <a:ext cx="29875" cy="21425"/>
            </a:xfrm>
            <a:custGeom>
              <a:avLst/>
              <a:gdLst/>
              <a:ahLst/>
              <a:cxnLst/>
              <a:rect l="l" t="t" r="r" b="b"/>
              <a:pathLst>
                <a:path w="1195" h="857" extrusionOk="0">
                  <a:moveTo>
                    <a:pt x="421" y="1"/>
                  </a:moveTo>
                  <a:cubicBezTo>
                    <a:pt x="196" y="1"/>
                    <a:pt x="0" y="114"/>
                    <a:pt x="6" y="393"/>
                  </a:cubicBezTo>
                  <a:cubicBezTo>
                    <a:pt x="17" y="706"/>
                    <a:pt x="330" y="856"/>
                    <a:pt x="617" y="856"/>
                  </a:cubicBezTo>
                  <a:cubicBezTo>
                    <a:pt x="920" y="856"/>
                    <a:pt x="1194" y="689"/>
                    <a:pt x="1055" y="370"/>
                  </a:cubicBezTo>
                  <a:cubicBezTo>
                    <a:pt x="1044" y="348"/>
                    <a:pt x="1033" y="325"/>
                    <a:pt x="1022" y="303"/>
                  </a:cubicBezTo>
                  <a:cubicBezTo>
                    <a:pt x="913" y="120"/>
                    <a:pt x="651" y="1"/>
                    <a:pt x="42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1511550" y="4741675"/>
              <a:ext cx="29350" cy="21425"/>
            </a:xfrm>
            <a:custGeom>
              <a:avLst/>
              <a:gdLst/>
              <a:ahLst/>
              <a:cxnLst/>
              <a:rect l="l" t="t" r="r" b="b"/>
              <a:pathLst>
                <a:path w="1174" h="857" extrusionOk="0">
                  <a:moveTo>
                    <a:pt x="555" y="1"/>
                  </a:moveTo>
                  <a:cubicBezTo>
                    <a:pt x="263" y="1"/>
                    <a:pt x="0" y="159"/>
                    <a:pt x="124" y="468"/>
                  </a:cubicBezTo>
                  <a:cubicBezTo>
                    <a:pt x="135" y="490"/>
                    <a:pt x="147" y="513"/>
                    <a:pt x="158" y="535"/>
                  </a:cubicBezTo>
                  <a:cubicBezTo>
                    <a:pt x="259" y="726"/>
                    <a:pt x="530" y="857"/>
                    <a:pt x="765" y="857"/>
                  </a:cubicBezTo>
                  <a:cubicBezTo>
                    <a:pt x="975" y="857"/>
                    <a:pt x="1157" y="752"/>
                    <a:pt x="1162" y="490"/>
                  </a:cubicBezTo>
                  <a:cubicBezTo>
                    <a:pt x="1174" y="162"/>
                    <a:pt x="849" y="1"/>
                    <a:pt x="555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1638475" y="4674700"/>
              <a:ext cx="31725" cy="20925"/>
            </a:xfrm>
            <a:custGeom>
              <a:avLst/>
              <a:gdLst/>
              <a:ahLst/>
              <a:cxnLst/>
              <a:rect l="l" t="t" r="r" b="b"/>
              <a:pathLst>
                <a:path w="1269" h="837" extrusionOk="0">
                  <a:moveTo>
                    <a:pt x="676" y="1"/>
                  </a:moveTo>
                  <a:cubicBezTo>
                    <a:pt x="336" y="1"/>
                    <a:pt x="0" y="207"/>
                    <a:pt x="193" y="540"/>
                  </a:cubicBezTo>
                  <a:cubicBezTo>
                    <a:pt x="204" y="563"/>
                    <a:pt x="226" y="574"/>
                    <a:pt x="238" y="596"/>
                  </a:cubicBezTo>
                  <a:cubicBezTo>
                    <a:pt x="349" y="749"/>
                    <a:pt x="575" y="837"/>
                    <a:pt x="783" y="837"/>
                  </a:cubicBezTo>
                  <a:cubicBezTo>
                    <a:pt x="1038" y="837"/>
                    <a:pt x="1268" y="704"/>
                    <a:pt x="1231" y="393"/>
                  </a:cubicBezTo>
                  <a:cubicBezTo>
                    <a:pt x="1197" y="120"/>
                    <a:pt x="935" y="1"/>
                    <a:pt x="67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1405700" y="4717950"/>
              <a:ext cx="29500" cy="27875"/>
            </a:xfrm>
            <a:custGeom>
              <a:avLst/>
              <a:gdLst/>
              <a:ahLst/>
              <a:cxnLst/>
              <a:rect l="l" t="t" r="r" b="b"/>
              <a:pathLst>
                <a:path w="1180" h="1115" extrusionOk="0">
                  <a:moveTo>
                    <a:pt x="672" y="1"/>
                  </a:moveTo>
                  <a:cubicBezTo>
                    <a:pt x="619" y="1"/>
                    <a:pt x="561" y="13"/>
                    <a:pt x="499" y="40"/>
                  </a:cubicBezTo>
                  <a:cubicBezTo>
                    <a:pt x="1" y="256"/>
                    <a:pt x="293" y="1115"/>
                    <a:pt x="679" y="1115"/>
                  </a:cubicBezTo>
                  <a:cubicBezTo>
                    <a:pt x="756" y="1115"/>
                    <a:pt x="837" y="1080"/>
                    <a:pt x="916" y="999"/>
                  </a:cubicBezTo>
                  <a:cubicBezTo>
                    <a:pt x="928" y="988"/>
                    <a:pt x="939" y="965"/>
                    <a:pt x="961" y="943"/>
                  </a:cubicBezTo>
                  <a:cubicBezTo>
                    <a:pt x="1180" y="655"/>
                    <a:pt x="1058" y="1"/>
                    <a:pt x="67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1367075" y="4720525"/>
              <a:ext cx="37100" cy="21175"/>
            </a:xfrm>
            <a:custGeom>
              <a:avLst/>
              <a:gdLst/>
              <a:ahLst/>
              <a:cxnLst/>
              <a:rect l="l" t="t" r="r" b="b"/>
              <a:pathLst>
                <a:path w="1484" h="847" extrusionOk="0">
                  <a:moveTo>
                    <a:pt x="719" y="1"/>
                  </a:moveTo>
                  <a:cubicBezTo>
                    <a:pt x="373" y="1"/>
                    <a:pt x="1" y="224"/>
                    <a:pt x="182" y="603"/>
                  </a:cubicBezTo>
                  <a:cubicBezTo>
                    <a:pt x="266" y="777"/>
                    <a:pt x="428" y="847"/>
                    <a:pt x="602" y="847"/>
                  </a:cubicBezTo>
                  <a:cubicBezTo>
                    <a:pt x="1012" y="847"/>
                    <a:pt x="1483" y="457"/>
                    <a:pt x="1119" y="140"/>
                  </a:cubicBezTo>
                  <a:cubicBezTo>
                    <a:pt x="1107" y="129"/>
                    <a:pt x="1085" y="106"/>
                    <a:pt x="1062" y="95"/>
                  </a:cubicBezTo>
                  <a:cubicBezTo>
                    <a:pt x="971" y="31"/>
                    <a:pt x="847" y="1"/>
                    <a:pt x="719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1439050" y="4658950"/>
              <a:ext cx="37525" cy="25050"/>
            </a:xfrm>
            <a:custGeom>
              <a:avLst/>
              <a:gdLst/>
              <a:ahLst/>
              <a:cxnLst/>
              <a:rect l="l" t="t" r="r" b="b"/>
              <a:pathLst>
                <a:path w="1501" h="1002" extrusionOk="0">
                  <a:moveTo>
                    <a:pt x="818" y="0"/>
                  </a:moveTo>
                  <a:cubicBezTo>
                    <a:pt x="312" y="0"/>
                    <a:pt x="1" y="1001"/>
                    <a:pt x="582" y="1001"/>
                  </a:cubicBezTo>
                  <a:cubicBezTo>
                    <a:pt x="591" y="1001"/>
                    <a:pt x="600" y="1001"/>
                    <a:pt x="609" y="1001"/>
                  </a:cubicBezTo>
                  <a:cubicBezTo>
                    <a:pt x="632" y="1001"/>
                    <a:pt x="654" y="1001"/>
                    <a:pt x="677" y="989"/>
                  </a:cubicBezTo>
                  <a:cubicBezTo>
                    <a:pt x="1094" y="933"/>
                    <a:pt x="1501" y="222"/>
                    <a:pt x="970" y="30"/>
                  </a:cubicBezTo>
                  <a:cubicBezTo>
                    <a:pt x="918" y="10"/>
                    <a:pt x="867" y="0"/>
                    <a:pt x="81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1528125" y="4693200"/>
              <a:ext cx="37025" cy="25225"/>
            </a:xfrm>
            <a:custGeom>
              <a:avLst/>
              <a:gdLst/>
              <a:ahLst/>
              <a:cxnLst/>
              <a:rect l="l" t="t" r="r" b="b"/>
              <a:pathLst>
                <a:path w="1481" h="1009" extrusionOk="0">
                  <a:moveTo>
                    <a:pt x="809" y="1"/>
                  </a:moveTo>
                  <a:cubicBezTo>
                    <a:pt x="294" y="1"/>
                    <a:pt x="0" y="1009"/>
                    <a:pt x="577" y="1009"/>
                  </a:cubicBezTo>
                  <a:cubicBezTo>
                    <a:pt x="588" y="1009"/>
                    <a:pt x="600" y="1008"/>
                    <a:pt x="612" y="1007"/>
                  </a:cubicBezTo>
                  <a:cubicBezTo>
                    <a:pt x="635" y="1007"/>
                    <a:pt x="657" y="1007"/>
                    <a:pt x="680" y="996"/>
                  </a:cubicBezTo>
                  <a:cubicBezTo>
                    <a:pt x="1097" y="928"/>
                    <a:pt x="1481" y="206"/>
                    <a:pt x="951" y="26"/>
                  </a:cubicBezTo>
                  <a:cubicBezTo>
                    <a:pt x="902" y="9"/>
                    <a:pt x="855" y="1"/>
                    <a:pt x="809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1461600" y="4716300"/>
              <a:ext cx="28375" cy="23850"/>
            </a:xfrm>
            <a:custGeom>
              <a:avLst/>
              <a:gdLst/>
              <a:ahLst/>
              <a:cxnLst/>
              <a:rect l="l" t="t" r="r" b="b"/>
              <a:pathLst>
                <a:path w="1135" h="954" extrusionOk="0">
                  <a:moveTo>
                    <a:pt x="476" y="0"/>
                  </a:moveTo>
                  <a:cubicBezTo>
                    <a:pt x="333" y="0"/>
                    <a:pt x="203" y="75"/>
                    <a:pt x="136" y="264"/>
                  </a:cubicBezTo>
                  <a:cubicBezTo>
                    <a:pt x="0" y="649"/>
                    <a:pt x="447" y="954"/>
                    <a:pt x="783" y="954"/>
                  </a:cubicBezTo>
                  <a:cubicBezTo>
                    <a:pt x="977" y="954"/>
                    <a:pt x="1134" y="851"/>
                    <a:pt x="1118" y="602"/>
                  </a:cubicBezTo>
                  <a:cubicBezTo>
                    <a:pt x="1118" y="580"/>
                    <a:pt x="1118" y="557"/>
                    <a:pt x="1106" y="535"/>
                  </a:cubicBezTo>
                  <a:cubicBezTo>
                    <a:pt x="1062" y="263"/>
                    <a:pt x="745" y="0"/>
                    <a:pt x="47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1455725" y="4600625"/>
              <a:ext cx="28400" cy="23900"/>
            </a:xfrm>
            <a:custGeom>
              <a:avLst/>
              <a:gdLst/>
              <a:ahLst/>
              <a:cxnLst/>
              <a:rect l="l" t="t" r="r" b="b"/>
              <a:pathLst>
                <a:path w="1136" h="956" extrusionOk="0">
                  <a:moveTo>
                    <a:pt x="483" y="1"/>
                  </a:moveTo>
                  <a:cubicBezTo>
                    <a:pt x="342" y="1"/>
                    <a:pt x="214" y="73"/>
                    <a:pt x="145" y="253"/>
                  </a:cubicBezTo>
                  <a:cubicBezTo>
                    <a:pt x="0" y="637"/>
                    <a:pt x="455" y="956"/>
                    <a:pt x="794" y="956"/>
                  </a:cubicBezTo>
                  <a:cubicBezTo>
                    <a:pt x="983" y="956"/>
                    <a:pt x="1135" y="857"/>
                    <a:pt x="1127" y="614"/>
                  </a:cubicBezTo>
                  <a:cubicBezTo>
                    <a:pt x="1127" y="592"/>
                    <a:pt x="1116" y="569"/>
                    <a:pt x="1116" y="547"/>
                  </a:cubicBezTo>
                  <a:cubicBezTo>
                    <a:pt x="1079" y="271"/>
                    <a:pt x="757" y="1"/>
                    <a:pt x="48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1497300" y="4673025"/>
              <a:ext cx="29750" cy="21275"/>
            </a:xfrm>
            <a:custGeom>
              <a:avLst/>
              <a:gdLst/>
              <a:ahLst/>
              <a:cxnLst/>
              <a:rect l="l" t="t" r="r" b="b"/>
              <a:pathLst>
                <a:path w="1190" h="851" extrusionOk="0">
                  <a:moveTo>
                    <a:pt x="415" y="0"/>
                  </a:moveTo>
                  <a:cubicBezTo>
                    <a:pt x="193" y="0"/>
                    <a:pt x="0" y="114"/>
                    <a:pt x="6" y="393"/>
                  </a:cubicBezTo>
                  <a:cubicBezTo>
                    <a:pt x="11" y="703"/>
                    <a:pt x="318" y="850"/>
                    <a:pt x="603" y="850"/>
                  </a:cubicBezTo>
                  <a:cubicBezTo>
                    <a:pt x="909" y="850"/>
                    <a:pt x="1190" y="680"/>
                    <a:pt x="1044" y="359"/>
                  </a:cubicBezTo>
                  <a:cubicBezTo>
                    <a:pt x="1033" y="347"/>
                    <a:pt x="1033" y="325"/>
                    <a:pt x="1010" y="302"/>
                  </a:cubicBezTo>
                  <a:cubicBezTo>
                    <a:pt x="901" y="120"/>
                    <a:pt x="643" y="0"/>
                    <a:pt x="415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1463425" y="4617025"/>
              <a:ext cx="29375" cy="21600"/>
            </a:xfrm>
            <a:custGeom>
              <a:avLst/>
              <a:gdLst/>
              <a:ahLst/>
              <a:cxnLst/>
              <a:rect l="l" t="t" r="r" b="b"/>
              <a:pathLst>
                <a:path w="1175" h="864" extrusionOk="0">
                  <a:moveTo>
                    <a:pt x="557" y="1"/>
                  </a:moveTo>
                  <a:cubicBezTo>
                    <a:pt x="263" y="1"/>
                    <a:pt x="1" y="161"/>
                    <a:pt x="131" y="477"/>
                  </a:cubicBezTo>
                  <a:cubicBezTo>
                    <a:pt x="142" y="489"/>
                    <a:pt x="153" y="511"/>
                    <a:pt x="165" y="534"/>
                  </a:cubicBezTo>
                  <a:cubicBezTo>
                    <a:pt x="266" y="730"/>
                    <a:pt x="536" y="863"/>
                    <a:pt x="770" y="863"/>
                  </a:cubicBezTo>
                  <a:cubicBezTo>
                    <a:pt x="981" y="863"/>
                    <a:pt x="1164" y="756"/>
                    <a:pt x="1169" y="489"/>
                  </a:cubicBezTo>
                  <a:cubicBezTo>
                    <a:pt x="1175" y="161"/>
                    <a:pt x="850" y="1"/>
                    <a:pt x="557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1565550" y="4614900"/>
              <a:ext cx="29900" cy="21300"/>
            </a:xfrm>
            <a:custGeom>
              <a:avLst/>
              <a:gdLst/>
              <a:ahLst/>
              <a:cxnLst/>
              <a:rect l="l" t="t" r="r" b="b"/>
              <a:pathLst>
                <a:path w="1196" h="852" extrusionOk="0">
                  <a:moveTo>
                    <a:pt x="421" y="1"/>
                  </a:moveTo>
                  <a:cubicBezTo>
                    <a:pt x="196" y="1"/>
                    <a:pt x="1" y="114"/>
                    <a:pt x="6" y="393"/>
                  </a:cubicBezTo>
                  <a:cubicBezTo>
                    <a:pt x="12" y="705"/>
                    <a:pt x="322" y="852"/>
                    <a:pt x="609" y="852"/>
                  </a:cubicBezTo>
                  <a:cubicBezTo>
                    <a:pt x="915" y="852"/>
                    <a:pt x="1196" y="685"/>
                    <a:pt x="1056" y="371"/>
                  </a:cubicBezTo>
                  <a:cubicBezTo>
                    <a:pt x="1045" y="348"/>
                    <a:pt x="1033" y="325"/>
                    <a:pt x="1022" y="303"/>
                  </a:cubicBezTo>
                  <a:cubicBezTo>
                    <a:pt x="914" y="120"/>
                    <a:pt x="652" y="1"/>
                    <a:pt x="42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1479100" y="4557925"/>
              <a:ext cx="29800" cy="27050"/>
            </a:xfrm>
            <a:custGeom>
              <a:avLst/>
              <a:gdLst/>
              <a:ahLst/>
              <a:cxnLst/>
              <a:rect l="l" t="t" r="r" b="b"/>
              <a:pathLst>
                <a:path w="1192" h="1082" extrusionOk="0">
                  <a:moveTo>
                    <a:pt x="723" y="0"/>
                  </a:moveTo>
                  <a:cubicBezTo>
                    <a:pt x="679" y="0"/>
                    <a:pt x="630" y="10"/>
                    <a:pt x="576" y="32"/>
                  </a:cubicBezTo>
                  <a:cubicBezTo>
                    <a:pt x="553" y="43"/>
                    <a:pt x="531" y="54"/>
                    <a:pt x="508" y="65"/>
                  </a:cubicBezTo>
                  <a:cubicBezTo>
                    <a:pt x="147" y="269"/>
                    <a:pt x="0" y="1070"/>
                    <a:pt x="564" y="1081"/>
                  </a:cubicBezTo>
                  <a:cubicBezTo>
                    <a:pt x="567" y="1081"/>
                    <a:pt x="570" y="1081"/>
                    <a:pt x="573" y="1081"/>
                  </a:cubicBezTo>
                  <a:cubicBezTo>
                    <a:pt x="1152" y="1081"/>
                    <a:pt x="1191" y="0"/>
                    <a:pt x="72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1610900" y="4701900"/>
              <a:ext cx="28375" cy="23975"/>
            </a:xfrm>
            <a:custGeom>
              <a:avLst/>
              <a:gdLst/>
              <a:ahLst/>
              <a:cxnLst/>
              <a:rect l="l" t="t" r="r" b="b"/>
              <a:pathLst>
                <a:path w="1135" h="959" extrusionOk="0">
                  <a:moveTo>
                    <a:pt x="480" y="1"/>
                  </a:moveTo>
                  <a:cubicBezTo>
                    <a:pt x="340" y="1"/>
                    <a:pt x="214" y="73"/>
                    <a:pt x="145" y="253"/>
                  </a:cubicBezTo>
                  <a:cubicBezTo>
                    <a:pt x="0" y="643"/>
                    <a:pt x="451" y="959"/>
                    <a:pt x="789" y="959"/>
                  </a:cubicBezTo>
                  <a:cubicBezTo>
                    <a:pt x="980" y="959"/>
                    <a:pt x="1135" y="858"/>
                    <a:pt x="1126" y="614"/>
                  </a:cubicBezTo>
                  <a:cubicBezTo>
                    <a:pt x="1126" y="592"/>
                    <a:pt x="1115" y="569"/>
                    <a:pt x="1115" y="547"/>
                  </a:cubicBezTo>
                  <a:cubicBezTo>
                    <a:pt x="1070" y="271"/>
                    <a:pt x="751" y="1"/>
                    <a:pt x="48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1594700" y="4687325"/>
              <a:ext cx="29975" cy="27050"/>
            </a:xfrm>
            <a:custGeom>
              <a:avLst/>
              <a:gdLst/>
              <a:ahLst/>
              <a:cxnLst/>
              <a:rect l="l" t="t" r="r" b="b"/>
              <a:pathLst>
                <a:path w="1199" h="1082" extrusionOk="0">
                  <a:moveTo>
                    <a:pt x="618" y="1"/>
                  </a:moveTo>
                  <a:cubicBezTo>
                    <a:pt x="46" y="1"/>
                    <a:pt x="1" y="1082"/>
                    <a:pt x="474" y="1082"/>
                  </a:cubicBezTo>
                  <a:cubicBezTo>
                    <a:pt x="519" y="1082"/>
                    <a:pt x="569" y="1072"/>
                    <a:pt x="623" y="1051"/>
                  </a:cubicBezTo>
                  <a:cubicBezTo>
                    <a:pt x="635" y="1039"/>
                    <a:pt x="657" y="1028"/>
                    <a:pt x="680" y="1017"/>
                  </a:cubicBezTo>
                  <a:cubicBezTo>
                    <a:pt x="1052" y="814"/>
                    <a:pt x="1199" y="24"/>
                    <a:pt x="635" y="1"/>
                  </a:cubicBezTo>
                  <a:cubicBezTo>
                    <a:pt x="629" y="1"/>
                    <a:pt x="624" y="1"/>
                    <a:pt x="61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1465125" y="4675275"/>
              <a:ext cx="29750" cy="21300"/>
            </a:xfrm>
            <a:custGeom>
              <a:avLst/>
              <a:gdLst/>
              <a:ahLst/>
              <a:cxnLst/>
              <a:rect l="l" t="t" r="r" b="b"/>
              <a:pathLst>
                <a:path w="1190" h="852" extrusionOk="0">
                  <a:moveTo>
                    <a:pt x="416" y="1"/>
                  </a:moveTo>
                  <a:cubicBezTo>
                    <a:pt x="193" y="1"/>
                    <a:pt x="1" y="114"/>
                    <a:pt x="6" y="393"/>
                  </a:cubicBezTo>
                  <a:cubicBezTo>
                    <a:pt x="12" y="704"/>
                    <a:pt x="322" y="852"/>
                    <a:pt x="608" y="852"/>
                  </a:cubicBezTo>
                  <a:cubicBezTo>
                    <a:pt x="912" y="852"/>
                    <a:pt x="1190" y="685"/>
                    <a:pt x="1044" y="370"/>
                  </a:cubicBezTo>
                  <a:cubicBezTo>
                    <a:pt x="1033" y="348"/>
                    <a:pt x="1022" y="325"/>
                    <a:pt x="1011" y="303"/>
                  </a:cubicBezTo>
                  <a:cubicBezTo>
                    <a:pt x="902" y="120"/>
                    <a:pt x="643" y="1"/>
                    <a:pt x="41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1608300" y="4729775"/>
              <a:ext cx="34950" cy="25925"/>
            </a:xfrm>
            <a:custGeom>
              <a:avLst/>
              <a:gdLst/>
              <a:ahLst/>
              <a:cxnLst/>
              <a:rect l="l" t="t" r="r" b="b"/>
              <a:pathLst>
                <a:path w="1398" h="1037" extrusionOk="0">
                  <a:moveTo>
                    <a:pt x="869" y="0"/>
                  </a:moveTo>
                  <a:cubicBezTo>
                    <a:pt x="845" y="0"/>
                    <a:pt x="818" y="2"/>
                    <a:pt x="790" y="7"/>
                  </a:cubicBezTo>
                  <a:lnTo>
                    <a:pt x="723" y="30"/>
                  </a:lnTo>
                  <a:cubicBezTo>
                    <a:pt x="316" y="142"/>
                    <a:pt x="0" y="887"/>
                    <a:pt x="553" y="1023"/>
                  </a:cubicBezTo>
                  <a:cubicBezTo>
                    <a:pt x="589" y="1032"/>
                    <a:pt x="624" y="1036"/>
                    <a:pt x="658" y="1036"/>
                  </a:cubicBezTo>
                  <a:cubicBezTo>
                    <a:pt x="1179" y="1036"/>
                    <a:pt x="1398" y="0"/>
                    <a:pt x="869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1493750" y="4619600"/>
              <a:ext cx="31075" cy="26675"/>
            </a:xfrm>
            <a:custGeom>
              <a:avLst/>
              <a:gdLst/>
              <a:ahLst/>
              <a:cxnLst/>
              <a:rect l="l" t="t" r="r" b="b"/>
              <a:pathLst>
                <a:path w="1243" h="1067" extrusionOk="0">
                  <a:moveTo>
                    <a:pt x="646" y="1"/>
                  </a:moveTo>
                  <a:cubicBezTo>
                    <a:pt x="83" y="1"/>
                    <a:pt x="0" y="1066"/>
                    <a:pt x="481" y="1066"/>
                  </a:cubicBezTo>
                  <a:cubicBezTo>
                    <a:pt x="524" y="1066"/>
                    <a:pt x="571" y="1058"/>
                    <a:pt x="622" y="1040"/>
                  </a:cubicBezTo>
                  <a:cubicBezTo>
                    <a:pt x="644" y="1029"/>
                    <a:pt x="655" y="1018"/>
                    <a:pt x="678" y="1018"/>
                  </a:cubicBezTo>
                  <a:cubicBezTo>
                    <a:pt x="1062" y="826"/>
                    <a:pt x="1242" y="36"/>
                    <a:pt x="678" y="2"/>
                  </a:cubicBezTo>
                  <a:cubicBezTo>
                    <a:pt x="667" y="1"/>
                    <a:pt x="656" y="1"/>
                    <a:pt x="64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1432550" y="4588100"/>
              <a:ext cx="30025" cy="27050"/>
            </a:xfrm>
            <a:custGeom>
              <a:avLst/>
              <a:gdLst/>
              <a:ahLst/>
              <a:cxnLst/>
              <a:rect l="l" t="t" r="r" b="b"/>
              <a:pathLst>
                <a:path w="1201" h="1082" extrusionOk="0">
                  <a:moveTo>
                    <a:pt x="726" y="1"/>
                  </a:moveTo>
                  <a:cubicBezTo>
                    <a:pt x="681" y="1"/>
                    <a:pt x="631" y="10"/>
                    <a:pt x="576" y="32"/>
                  </a:cubicBezTo>
                  <a:cubicBezTo>
                    <a:pt x="553" y="43"/>
                    <a:pt x="542" y="55"/>
                    <a:pt x="519" y="66"/>
                  </a:cubicBezTo>
                  <a:cubicBezTo>
                    <a:pt x="147" y="269"/>
                    <a:pt x="0" y="1059"/>
                    <a:pt x="565" y="1081"/>
                  </a:cubicBezTo>
                  <a:cubicBezTo>
                    <a:pt x="567" y="1081"/>
                    <a:pt x="570" y="1081"/>
                    <a:pt x="573" y="1081"/>
                  </a:cubicBezTo>
                  <a:cubicBezTo>
                    <a:pt x="1152" y="1081"/>
                    <a:pt x="1201" y="1"/>
                    <a:pt x="72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1438225" y="4739700"/>
              <a:ext cx="29750" cy="21375"/>
            </a:xfrm>
            <a:custGeom>
              <a:avLst/>
              <a:gdLst/>
              <a:ahLst/>
              <a:cxnLst/>
              <a:rect l="l" t="t" r="r" b="b"/>
              <a:pathLst>
                <a:path w="1190" h="855" extrusionOk="0">
                  <a:moveTo>
                    <a:pt x="582" y="0"/>
                  </a:moveTo>
                  <a:cubicBezTo>
                    <a:pt x="278" y="0"/>
                    <a:pt x="0" y="170"/>
                    <a:pt x="146" y="490"/>
                  </a:cubicBezTo>
                  <a:cubicBezTo>
                    <a:pt x="157" y="513"/>
                    <a:pt x="157" y="535"/>
                    <a:pt x="180" y="547"/>
                  </a:cubicBezTo>
                  <a:cubicBezTo>
                    <a:pt x="289" y="732"/>
                    <a:pt x="553" y="854"/>
                    <a:pt x="783" y="854"/>
                  </a:cubicBezTo>
                  <a:cubicBezTo>
                    <a:pt x="1001" y="854"/>
                    <a:pt x="1189" y="743"/>
                    <a:pt x="1184" y="468"/>
                  </a:cubicBezTo>
                  <a:cubicBezTo>
                    <a:pt x="1178" y="151"/>
                    <a:pt x="868" y="0"/>
                    <a:pt x="58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1485500" y="4572725"/>
              <a:ext cx="37300" cy="21100"/>
            </a:xfrm>
            <a:custGeom>
              <a:avLst/>
              <a:gdLst/>
              <a:ahLst/>
              <a:cxnLst/>
              <a:rect l="l" t="t" r="r" b="b"/>
              <a:pathLst>
                <a:path w="1492" h="844" extrusionOk="0">
                  <a:moveTo>
                    <a:pt x="742" y="1"/>
                  </a:moveTo>
                  <a:cubicBezTo>
                    <a:pt x="386" y="1"/>
                    <a:pt x="1" y="240"/>
                    <a:pt x="196" y="613"/>
                  </a:cubicBezTo>
                  <a:cubicBezTo>
                    <a:pt x="283" y="778"/>
                    <a:pt x="438" y="844"/>
                    <a:pt x="604" y="844"/>
                  </a:cubicBezTo>
                  <a:cubicBezTo>
                    <a:pt x="1017" y="844"/>
                    <a:pt x="1491" y="434"/>
                    <a:pt x="1121" y="128"/>
                  </a:cubicBezTo>
                  <a:cubicBezTo>
                    <a:pt x="1098" y="117"/>
                    <a:pt x="1076" y="94"/>
                    <a:pt x="1064" y="83"/>
                  </a:cubicBezTo>
                  <a:cubicBezTo>
                    <a:pt x="975" y="27"/>
                    <a:pt x="860" y="1"/>
                    <a:pt x="742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1450325" y="4496900"/>
              <a:ext cx="37025" cy="25200"/>
            </a:xfrm>
            <a:custGeom>
              <a:avLst/>
              <a:gdLst/>
              <a:ahLst/>
              <a:cxnLst/>
              <a:rect l="l" t="t" r="r" b="b"/>
              <a:pathLst>
                <a:path w="1481" h="1008" extrusionOk="0">
                  <a:moveTo>
                    <a:pt x="904" y="0"/>
                  </a:moveTo>
                  <a:cubicBezTo>
                    <a:pt x="893" y="0"/>
                    <a:pt x="881" y="1"/>
                    <a:pt x="869" y="1"/>
                  </a:cubicBezTo>
                  <a:lnTo>
                    <a:pt x="801" y="13"/>
                  </a:lnTo>
                  <a:cubicBezTo>
                    <a:pt x="384" y="80"/>
                    <a:pt x="0" y="803"/>
                    <a:pt x="531" y="983"/>
                  </a:cubicBezTo>
                  <a:cubicBezTo>
                    <a:pt x="579" y="1000"/>
                    <a:pt x="626" y="1008"/>
                    <a:pt x="672" y="1008"/>
                  </a:cubicBezTo>
                  <a:cubicBezTo>
                    <a:pt x="1188" y="1008"/>
                    <a:pt x="1481" y="0"/>
                    <a:pt x="90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1487775" y="4509875"/>
              <a:ext cx="31125" cy="26725"/>
            </a:xfrm>
            <a:custGeom>
              <a:avLst/>
              <a:gdLst/>
              <a:ahLst/>
              <a:cxnLst/>
              <a:rect l="l" t="t" r="r" b="b"/>
              <a:pathLst>
                <a:path w="1245" h="1069" extrusionOk="0">
                  <a:moveTo>
                    <a:pt x="656" y="1"/>
                  </a:moveTo>
                  <a:cubicBezTo>
                    <a:pt x="88" y="1"/>
                    <a:pt x="1" y="1068"/>
                    <a:pt x="478" y="1068"/>
                  </a:cubicBezTo>
                  <a:cubicBezTo>
                    <a:pt x="522" y="1068"/>
                    <a:pt x="570" y="1059"/>
                    <a:pt x="624" y="1040"/>
                  </a:cubicBezTo>
                  <a:cubicBezTo>
                    <a:pt x="635" y="1028"/>
                    <a:pt x="658" y="1028"/>
                    <a:pt x="680" y="1017"/>
                  </a:cubicBezTo>
                  <a:cubicBezTo>
                    <a:pt x="1064" y="825"/>
                    <a:pt x="1244" y="35"/>
                    <a:pt x="680" y="1"/>
                  </a:cubicBezTo>
                  <a:cubicBezTo>
                    <a:pt x="672" y="1"/>
                    <a:pt x="664" y="1"/>
                    <a:pt x="65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1562975" y="4726175"/>
              <a:ext cx="28850" cy="27800"/>
            </a:xfrm>
            <a:custGeom>
              <a:avLst/>
              <a:gdLst/>
              <a:ahLst/>
              <a:cxnLst/>
              <a:rect l="l" t="t" r="r" b="b"/>
              <a:pathLst>
                <a:path w="1154" h="1112" extrusionOk="0">
                  <a:moveTo>
                    <a:pt x="665" y="1"/>
                  </a:moveTo>
                  <a:cubicBezTo>
                    <a:pt x="619" y="1"/>
                    <a:pt x="570" y="9"/>
                    <a:pt x="516" y="27"/>
                  </a:cubicBezTo>
                  <a:cubicBezTo>
                    <a:pt x="1" y="199"/>
                    <a:pt x="243" y="1111"/>
                    <a:pt x="630" y="1111"/>
                  </a:cubicBezTo>
                  <a:cubicBezTo>
                    <a:pt x="701" y="1111"/>
                    <a:pt x="777" y="1080"/>
                    <a:pt x="854" y="1009"/>
                  </a:cubicBezTo>
                  <a:cubicBezTo>
                    <a:pt x="877" y="997"/>
                    <a:pt x="888" y="975"/>
                    <a:pt x="899" y="964"/>
                  </a:cubicBezTo>
                  <a:cubicBezTo>
                    <a:pt x="1153" y="679"/>
                    <a:pt x="1078" y="1"/>
                    <a:pt x="66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1563675" y="4663450"/>
              <a:ext cx="29700" cy="27725"/>
            </a:xfrm>
            <a:custGeom>
              <a:avLst/>
              <a:gdLst/>
              <a:ahLst/>
              <a:cxnLst/>
              <a:rect l="l" t="t" r="r" b="b"/>
              <a:pathLst>
                <a:path w="1188" h="1109" extrusionOk="0">
                  <a:moveTo>
                    <a:pt x="511" y="1"/>
                  </a:moveTo>
                  <a:cubicBezTo>
                    <a:pt x="433" y="1"/>
                    <a:pt x="352" y="37"/>
                    <a:pt x="273" y="121"/>
                  </a:cubicBezTo>
                  <a:cubicBezTo>
                    <a:pt x="251" y="132"/>
                    <a:pt x="239" y="155"/>
                    <a:pt x="228" y="166"/>
                  </a:cubicBezTo>
                  <a:cubicBezTo>
                    <a:pt x="0" y="464"/>
                    <a:pt x="129" y="1109"/>
                    <a:pt x="515" y="1109"/>
                  </a:cubicBezTo>
                  <a:cubicBezTo>
                    <a:pt x="569" y="1109"/>
                    <a:pt x="628" y="1096"/>
                    <a:pt x="691" y="1069"/>
                  </a:cubicBezTo>
                  <a:cubicBezTo>
                    <a:pt x="1187" y="854"/>
                    <a:pt x="891" y="1"/>
                    <a:pt x="51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1637625" y="4732700"/>
              <a:ext cx="29450" cy="27800"/>
            </a:xfrm>
            <a:custGeom>
              <a:avLst/>
              <a:gdLst/>
              <a:ahLst/>
              <a:cxnLst/>
              <a:rect l="l" t="t" r="r" b="b"/>
              <a:pathLst>
                <a:path w="1178" h="1112" extrusionOk="0">
                  <a:moveTo>
                    <a:pt x="661" y="1"/>
                  </a:moveTo>
                  <a:cubicBezTo>
                    <a:pt x="604" y="1"/>
                    <a:pt x="542" y="15"/>
                    <a:pt x="475" y="48"/>
                  </a:cubicBezTo>
                  <a:cubicBezTo>
                    <a:pt x="0" y="281"/>
                    <a:pt x="316" y="1111"/>
                    <a:pt x="688" y="1111"/>
                  </a:cubicBezTo>
                  <a:cubicBezTo>
                    <a:pt x="767" y="1111"/>
                    <a:pt x="849" y="1074"/>
                    <a:pt x="926" y="985"/>
                  </a:cubicBezTo>
                  <a:cubicBezTo>
                    <a:pt x="949" y="973"/>
                    <a:pt x="960" y="951"/>
                    <a:pt x="971" y="928"/>
                  </a:cubicBezTo>
                  <a:cubicBezTo>
                    <a:pt x="1177" y="634"/>
                    <a:pt x="1034" y="1"/>
                    <a:pt x="66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1428900" y="4424750"/>
              <a:ext cx="37450" cy="21075"/>
            </a:xfrm>
            <a:custGeom>
              <a:avLst/>
              <a:gdLst/>
              <a:ahLst/>
              <a:cxnLst/>
              <a:rect l="l" t="t" r="r" b="b"/>
              <a:pathLst>
                <a:path w="1498" h="843" extrusionOk="0">
                  <a:moveTo>
                    <a:pt x="734" y="0"/>
                  </a:moveTo>
                  <a:cubicBezTo>
                    <a:pt x="382" y="0"/>
                    <a:pt x="1" y="241"/>
                    <a:pt x="203" y="619"/>
                  </a:cubicBezTo>
                  <a:cubicBezTo>
                    <a:pt x="289" y="779"/>
                    <a:pt x="442" y="843"/>
                    <a:pt x="604" y="843"/>
                  </a:cubicBezTo>
                  <a:cubicBezTo>
                    <a:pt x="1018" y="843"/>
                    <a:pt x="1497" y="430"/>
                    <a:pt x="1117" y="123"/>
                  </a:cubicBezTo>
                  <a:lnTo>
                    <a:pt x="1060" y="89"/>
                  </a:lnTo>
                  <a:cubicBezTo>
                    <a:pt x="971" y="28"/>
                    <a:pt x="854" y="0"/>
                    <a:pt x="7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1451200" y="4545850"/>
              <a:ext cx="28875" cy="26975"/>
            </a:xfrm>
            <a:custGeom>
              <a:avLst/>
              <a:gdLst/>
              <a:ahLst/>
              <a:cxnLst/>
              <a:rect l="l" t="t" r="r" b="b"/>
              <a:pathLst>
                <a:path w="1155" h="1079" extrusionOk="0">
                  <a:moveTo>
                    <a:pt x="694" y="1"/>
                  </a:moveTo>
                  <a:cubicBezTo>
                    <a:pt x="645" y="1"/>
                    <a:pt x="590" y="13"/>
                    <a:pt x="529" y="41"/>
                  </a:cubicBezTo>
                  <a:cubicBezTo>
                    <a:pt x="507" y="52"/>
                    <a:pt x="496" y="63"/>
                    <a:pt x="473" y="75"/>
                  </a:cubicBezTo>
                  <a:cubicBezTo>
                    <a:pt x="114" y="287"/>
                    <a:pt x="1" y="1079"/>
                    <a:pt x="552" y="1079"/>
                  </a:cubicBezTo>
                  <a:cubicBezTo>
                    <a:pt x="555" y="1079"/>
                    <a:pt x="559" y="1079"/>
                    <a:pt x="563" y="1079"/>
                  </a:cubicBezTo>
                  <a:cubicBezTo>
                    <a:pt x="1144" y="1069"/>
                    <a:pt x="1154" y="1"/>
                    <a:pt x="694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1420725" y="4697875"/>
              <a:ext cx="29750" cy="21275"/>
            </a:xfrm>
            <a:custGeom>
              <a:avLst/>
              <a:gdLst/>
              <a:ahLst/>
              <a:cxnLst/>
              <a:rect l="l" t="t" r="r" b="b"/>
              <a:pathLst>
                <a:path w="1190" h="851" extrusionOk="0">
                  <a:moveTo>
                    <a:pt x="583" y="0"/>
                  </a:moveTo>
                  <a:cubicBezTo>
                    <a:pt x="278" y="0"/>
                    <a:pt x="1" y="168"/>
                    <a:pt x="146" y="482"/>
                  </a:cubicBezTo>
                  <a:cubicBezTo>
                    <a:pt x="157" y="504"/>
                    <a:pt x="169" y="527"/>
                    <a:pt x="180" y="538"/>
                  </a:cubicBezTo>
                  <a:cubicBezTo>
                    <a:pt x="289" y="728"/>
                    <a:pt x="550" y="850"/>
                    <a:pt x="779" y="850"/>
                  </a:cubicBezTo>
                  <a:cubicBezTo>
                    <a:pt x="999" y="850"/>
                    <a:pt x="1190" y="736"/>
                    <a:pt x="1184" y="459"/>
                  </a:cubicBezTo>
                  <a:cubicBezTo>
                    <a:pt x="1179" y="148"/>
                    <a:pt x="869" y="0"/>
                    <a:pt x="58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1500400" y="4720825"/>
              <a:ext cx="29500" cy="21400"/>
            </a:xfrm>
            <a:custGeom>
              <a:avLst/>
              <a:gdLst/>
              <a:ahLst/>
              <a:cxnLst/>
              <a:rect l="l" t="t" r="r" b="b"/>
              <a:pathLst>
                <a:path w="1180" h="856" extrusionOk="0">
                  <a:moveTo>
                    <a:pt x="409" y="0"/>
                  </a:moveTo>
                  <a:cubicBezTo>
                    <a:pt x="195" y="0"/>
                    <a:pt x="11" y="108"/>
                    <a:pt x="6" y="376"/>
                  </a:cubicBezTo>
                  <a:cubicBezTo>
                    <a:pt x="0" y="698"/>
                    <a:pt x="325" y="856"/>
                    <a:pt x="619" y="856"/>
                  </a:cubicBezTo>
                  <a:cubicBezTo>
                    <a:pt x="914" y="856"/>
                    <a:pt x="1179" y="698"/>
                    <a:pt x="1055" y="388"/>
                  </a:cubicBezTo>
                  <a:cubicBezTo>
                    <a:pt x="1044" y="365"/>
                    <a:pt x="1033" y="342"/>
                    <a:pt x="1021" y="320"/>
                  </a:cubicBezTo>
                  <a:cubicBezTo>
                    <a:pt x="915" y="131"/>
                    <a:pt x="644" y="0"/>
                    <a:pt x="409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1434275" y="4637600"/>
              <a:ext cx="31750" cy="20925"/>
            </a:xfrm>
            <a:custGeom>
              <a:avLst/>
              <a:gdLst/>
              <a:ahLst/>
              <a:cxnLst/>
              <a:rect l="l" t="t" r="r" b="b"/>
              <a:pathLst>
                <a:path w="1270" h="837" extrusionOk="0">
                  <a:moveTo>
                    <a:pt x="488" y="1"/>
                  </a:moveTo>
                  <a:cubicBezTo>
                    <a:pt x="231" y="1"/>
                    <a:pt x="1" y="133"/>
                    <a:pt x="44" y="444"/>
                  </a:cubicBezTo>
                  <a:cubicBezTo>
                    <a:pt x="78" y="717"/>
                    <a:pt x="340" y="837"/>
                    <a:pt x="598" y="837"/>
                  </a:cubicBezTo>
                  <a:cubicBezTo>
                    <a:pt x="937" y="837"/>
                    <a:pt x="1270" y="631"/>
                    <a:pt x="1071" y="298"/>
                  </a:cubicBezTo>
                  <a:cubicBezTo>
                    <a:pt x="1060" y="286"/>
                    <a:pt x="1048" y="264"/>
                    <a:pt x="1037" y="241"/>
                  </a:cubicBezTo>
                  <a:cubicBezTo>
                    <a:pt x="926" y="89"/>
                    <a:pt x="698" y="1"/>
                    <a:pt x="488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1415225" y="4609750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629" y="1"/>
                  </a:moveTo>
                  <a:cubicBezTo>
                    <a:pt x="49" y="1"/>
                    <a:pt x="1" y="1082"/>
                    <a:pt x="476" y="1082"/>
                  </a:cubicBezTo>
                  <a:cubicBezTo>
                    <a:pt x="521" y="1082"/>
                    <a:pt x="571" y="1072"/>
                    <a:pt x="626" y="1050"/>
                  </a:cubicBezTo>
                  <a:cubicBezTo>
                    <a:pt x="648" y="1039"/>
                    <a:pt x="671" y="1028"/>
                    <a:pt x="693" y="1017"/>
                  </a:cubicBezTo>
                  <a:cubicBezTo>
                    <a:pt x="1054" y="813"/>
                    <a:pt x="1201" y="12"/>
                    <a:pt x="637" y="1"/>
                  </a:cubicBezTo>
                  <a:cubicBezTo>
                    <a:pt x="634" y="1"/>
                    <a:pt x="631" y="1"/>
                    <a:pt x="629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1512925" y="4584850"/>
              <a:ext cx="28200" cy="23925"/>
            </a:xfrm>
            <a:custGeom>
              <a:avLst/>
              <a:gdLst/>
              <a:ahLst/>
              <a:cxnLst/>
              <a:rect l="l" t="t" r="r" b="b"/>
              <a:pathLst>
                <a:path w="1128" h="957" extrusionOk="0">
                  <a:moveTo>
                    <a:pt x="338" y="1"/>
                  </a:moveTo>
                  <a:cubicBezTo>
                    <a:pt x="150" y="1"/>
                    <a:pt x="1" y="100"/>
                    <a:pt x="13" y="343"/>
                  </a:cubicBezTo>
                  <a:cubicBezTo>
                    <a:pt x="13" y="365"/>
                    <a:pt x="13" y="388"/>
                    <a:pt x="13" y="410"/>
                  </a:cubicBezTo>
                  <a:cubicBezTo>
                    <a:pt x="57" y="686"/>
                    <a:pt x="377" y="956"/>
                    <a:pt x="648" y="956"/>
                  </a:cubicBezTo>
                  <a:cubicBezTo>
                    <a:pt x="787" y="956"/>
                    <a:pt x="914" y="884"/>
                    <a:pt x="983" y="704"/>
                  </a:cubicBezTo>
                  <a:cubicBezTo>
                    <a:pt x="1128" y="320"/>
                    <a:pt x="673" y="1"/>
                    <a:pt x="33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1545100" y="4630425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726" y="0"/>
                  </a:moveTo>
                  <a:cubicBezTo>
                    <a:pt x="681" y="0"/>
                    <a:pt x="631" y="10"/>
                    <a:pt x="576" y="32"/>
                  </a:cubicBezTo>
                  <a:cubicBezTo>
                    <a:pt x="554" y="43"/>
                    <a:pt x="542" y="54"/>
                    <a:pt x="520" y="65"/>
                  </a:cubicBezTo>
                  <a:cubicBezTo>
                    <a:pt x="147" y="269"/>
                    <a:pt x="1" y="1058"/>
                    <a:pt x="565" y="1081"/>
                  </a:cubicBezTo>
                  <a:cubicBezTo>
                    <a:pt x="568" y="1081"/>
                    <a:pt x="570" y="1081"/>
                    <a:pt x="573" y="1081"/>
                  </a:cubicBezTo>
                  <a:cubicBezTo>
                    <a:pt x="1153" y="1081"/>
                    <a:pt x="1201" y="0"/>
                    <a:pt x="726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1525525" y="4631250"/>
              <a:ext cx="29350" cy="21475"/>
            </a:xfrm>
            <a:custGeom>
              <a:avLst/>
              <a:gdLst/>
              <a:ahLst/>
              <a:cxnLst/>
              <a:rect l="l" t="t" r="r" b="b"/>
              <a:pathLst>
                <a:path w="1174" h="859" extrusionOk="0">
                  <a:moveTo>
                    <a:pt x="551" y="0"/>
                  </a:moveTo>
                  <a:cubicBezTo>
                    <a:pt x="260" y="0"/>
                    <a:pt x="0" y="158"/>
                    <a:pt x="129" y="473"/>
                  </a:cubicBezTo>
                  <a:cubicBezTo>
                    <a:pt x="141" y="484"/>
                    <a:pt x="152" y="506"/>
                    <a:pt x="163" y="529"/>
                  </a:cubicBezTo>
                  <a:cubicBezTo>
                    <a:pt x="264" y="725"/>
                    <a:pt x="534" y="859"/>
                    <a:pt x="769" y="859"/>
                  </a:cubicBezTo>
                  <a:cubicBezTo>
                    <a:pt x="980" y="859"/>
                    <a:pt x="1162" y="751"/>
                    <a:pt x="1167" y="484"/>
                  </a:cubicBezTo>
                  <a:cubicBezTo>
                    <a:pt x="1173" y="161"/>
                    <a:pt x="846" y="0"/>
                    <a:pt x="551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1534675" y="4660250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731" y="1"/>
                  </a:moveTo>
                  <a:cubicBezTo>
                    <a:pt x="685" y="1"/>
                    <a:pt x="633" y="11"/>
                    <a:pt x="576" y="35"/>
                  </a:cubicBezTo>
                  <a:cubicBezTo>
                    <a:pt x="553" y="46"/>
                    <a:pt x="531" y="46"/>
                    <a:pt x="508" y="69"/>
                  </a:cubicBezTo>
                  <a:cubicBezTo>
                    <a:pt x="147" y="260"/>
                    <a:pt x="0" y="1062"/>
                    <a:pt x="564" y="1073"/>
                  </a:cubicBezTo>
                  <a:cubicBezTo>
                    <a:pt x="567" y="1073"/>
                    <a:pt x="570" y="1073"/>
                    <a:pt x="573" y="1073"/>
                  </a:cubicBezTo>
                  <a:cubicBezTo>
                    <a:pt x="1150" y="1073"/>
                    <a:pt x="1200" y="1"/>
                    <a:pt x="731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1374300" y="4680750"/>
              <a:ext cx="29350" cy="21525"/>
            </a:xfrm>
            <a:custGeom>
              <a:avLst/>
              <a:gdLst/>
              <a:ahLst/>
              <a:cxnLst/>
              <a:rect l="l" t="t" r="r" b="b"/>
              <a:pathLst>
                <a:path w="1174" h="861" extrusionOk="0">
                  <a:moveTo>
                    <a:pt x="552" y="0"/>
                  </a:moveTo>
                  <a:cubicBezTo>
                    <a:pt x="260" y="0"/>
                    <a:pt x="1" y="158"/>
                    <a:pt x="130" y="467"/>
                  </a:cubicBezTo>
                  <a:cubicBezTo>
                    <a:pt x="141" y="490"/>
                    <a:pt x="152" y="512"/>
                    <a:pt x="164" y="535"/>
                  </a:cubicBezTo>
                  <a:cubicBezTo>
                    <a:pt x="265" y="726"/>
                    <a:pt x="538" y="861"/>
                    <a:pt x="774" y="861"/>
                  </a:cubicBezTo>
                  <a:cubicBezTo>
                    <a:pt x="983" y="861"/>
                    <a:pt x="1163" y="755"/>
                    <a:pt x="1168" y="490"/>
                  </a:cubicBezTo>
                  <a:cubicBezTo>
                    <a:pt x="1174" y="161"/>
                    <a:pt x="846" y="0"/>
                    <a:pt x="55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1422875" y="4565150"/>
              <a:ext cx="31125" cy="26675"/>
            </a:xfrm>
            <a:custGeom>
              <a:avLst/>
              <a:gdLst/>
              <a:ahLst/>
              <a:cxnLst/>
              <a:rect l="l" t="t" r="r" b="b"/>
              <a:pathLst>
                <a:path w="1245" h="1067" extrusionOk="0">
                  <a:moveTo>
                    <a:pt x="637" y="1"/>
                  </a:moveTo>
                  <a:cubicBezTo>
                    <a:pt x="74" y="1"/>
                    <a:pt x="1" y="1066"/>
                    <a:pt x="475" y="1066"/>
                  </a:cubicBezTo>
                  <a:cubicBezTo>
                    <a:pt x="517" y="1066"/>
                    <a:pt x="563" y="1058"/>
                    <a:pt x="613" y="1040"/>
                  </a:cubicBezTo>
                  <a:cubicBezTo>
                    <a:pt x="636" y="1029"/>
                    <a:pt x="658" y="1018"/>
                    <a:pt x="681" y="1006"/>
                  </a:cubicBezTo>
                  <a:cubicBezTo>
                    <a:pt x="1053" y="826"/>
                    <a:pt x="1245" y="36"/>
                    <a:pt x="669" y="2"/>
                  </a:cubicBezTo>
                  <a:cubicBezTo>
                    <a:pt x="659" y="1"/>
                    <a:pt x="648" y="1"/>
                    <a:pt x="637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1400950" y="4665825"/>
              <a:ext cx="37475" cy="20925"/>
            </a:xfrm>
            <a:custGeom>
              <a:avLst/>
              <a:gdLst/>
              <a:ahLst/>
              <a:cxnLst/>
              <a:rect l="l" t="t" r="r" b="b"/>
              <a:pathLst>
                <a:path w="1499" h="837" extrusionOk="0">
                  <a:moveTo>
                    <a:pt x="744" y="0"/>
                  </a:moveTo>
                  <a:cubicBezTo>
                    <a:pt x="389" y="0"/>
                    <a:pt x="0" y="240"/>
                    <a:pt x="204" y="613"/>
                  </a:cubicBezTo>
                  <a:cubicBezTo>
                    <a:pt x="290" y="772"/>
                    <a:pt x="442" y="836"/>
                    <a:pt x="605" y="836"/>
                  </a:cubicBezTo>
                  <a:cubicBezTo>
                    <a:pt x="1019" y="836"/>
                    <a:pt x="1498" y="424"/>
                    <a:pt x="1118" y="116"/>
                  </a:cubicBezTo>
                  <a:cubicBezTo>
                    <a:pt x="1106" y="105"/>
                    <a:pt x="1084" y="94"/>
                    <a:pt x="1061" y="83"/>
                  </a:cubicBezTo>
                  <a:cubicBezTo>
                    <a:pt x="974" y="27"/>
                    <a:pt x="861" y="0"/>
                    <a:pt x="744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1534950" y="4734175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732" y="0"/>
                  </a:moveTo>
                  <a:cubicBezTo>
                    <a:pt x="685" y="0"/>
                    <a:pt x="633" y="11"/>
                    <a:pt x="576" y="34"/>
                  </a:cubicBezTo>
                  <a:cubicBezTo>
                    <a:pt x="553" y="34"/>
                    <a:pt x="531" y="45"/>
                    <a:pt x="520" y="57"/>
                  </a:cubicBezTo>
                  <a:cubicBezTo>
                    <a:pt x="147" y="260"/>
                    <a:pt x="1" y="1061"/>
                    <a:pt x="565" y="1072"/>
                  </a:cubicBezTo>
                  <a:cubicBezTo>
                    <a:pt x="567" y="1072"/>
                    <a:pt x="570" y="1072"/>
                    <a:pt x="573" y="1072"/>
                  </a:cubicBezTo>
                  <a:cubicBezTo>
                    <a:pt x="1150" y="1072"/>
                    <a:pt x="1200" y="0"/>
                    <a:pt x="732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1372675" y="4624625"/>
              <a:ext cx="30050" cy="27550"/>
            </a:xfrm>
            <a:custGeom>
              <a:avLst/>
              <a:gdLst/>
              <a:ahLst/>
              <a:cxnLst/>
              <a:rect l="l" t="t" r="r" b="b"/>
              <a:pathLst>
                <a:path w="1202" h="1102" extrusionOk="0">
                  <a:moveTo>
                    <a:pt x="448" y="0"/>
                  </a:moveTo>
                  <a:cubicBezTo>
                    <a:pt x="352" y="0"/>
                    <a:pt x="259" y="51"/>
                    <a:pt x="184" y="173"/>
                  </a:cubicBezTo>
                  <a:cubicBezTo>
                    <a:pt x="172" y="185"/>
                    <a:pt x="161" y="207"/>
                    <a:pt x="150" y="230"/>
                  </a:cubicBezTo>
                  <a:cubicBezTo>
                    <a:pt x="1" y="546"/>
                    <a:pt x="213" y="1102"/>
                    <a:pt x="552" y="1102"/>
                  </a:cubicBezTo>
                  <a:cubicBezTo>
                    <a:pt x="624" y="1102"/>
                    <a:pt x="701" y="1077"/>
                    <a:pt x="782" y="1020"/>
                  </a:cubicBezTo>
                  <a:cubicBezTo>
                    <a:pt x="1201" y="725"/>
                    <a:pt x="809" y="0"/>
                    <a:pt x="44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1496900" y="4647125"/>
              <a:ext cx="28875" cy="26975"/>
            </a:xfrm>
            <a:custGeom>
              <a:avLst/>
              <a:gdLst/>
              <a:ahLst/>
              <a:cxnLst/>
              <a:rect l="l" t="t" r="r" b="b"/>
              <a:pathLst>
                <a:path w="1155" h="1079" extrusionOk="0">
                  <a:moveTo>
                    <a:pt x="703" y="1"/>
                  </a:moveTo>
                  <a:cubicBezTo>
                    <a:pt x="654" y="1"/>
                    <a:pt x="600" y="13"/>
                    <a:pt x="541" y="41"/>
                  </a:cubicBezTo>
                  <a:cubicBezTo>
                    <a:pt x="518" y="52"/>
                    <a:pt x="496" y="63"/>
                    <a:pt x="473" y="75"/>
                  </a:cubicBezTo>
                  <a:cubicBezTo>
                    <a:pt x="115" y="287"/>
                    <a:pt x="1" y="1079"/>
                    <a:pt x="552" y="1079"/>
                  </a:cubicBezTo>
                  <a:cubicBezTo>
                    <a:pt x="555" y="1079"/>
                    <a:pt x="559" y="1079"/>
                    <a:pt x="563" y="1079"/>
                  </a:cubicBezTo>
                  <a:cubicBezTo>
                    <a:pt x="1144" y="1069"/>
                    <a:pt x="1154" y="1"/>
                    <a:pt x="70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1538625" y="4612075"/>
              <a:ext cx="30025" cy="27050"/>
            </a:xfrm>
            <a:custGeom>
              <a:avLst/>
              <a:gdLst/>
              <a:ahLst/>
              <a:cxnLst/>
              <a:rect l="l" t="t" r="r" b="b"/>
              <a:pathLst>
                <a:path w="1201" h="1082" extrusionOk="0">
                  <a:moveTo>
                    <a:pt x="726" y="1"/>
                  </a:moveTo>
                  <a:cubicBezTo>
                    <a:pt x="680" y="1"/>
                    <a:pt x="630" y="11"/>
                    <a:pt x="576" y="32"/>
                  </a:cubicBezTo>
                  <a:cubicBezTo>
                    <a:pt x="553" y="43"/>
                    <a:pt x="531" y="55"/>
                    <a:pt x="519" y="66"/>
                  </a:cubicBezTo>
                  <a:cubicBezTo>
                    <a:pt x="147" y="269"/>
                    <a:pt x="0" y="1059"/>
                    <a:pt x="564" y="1082"/>
                  </a:cubicBezTo>
                  <a:cubicBezTo>
                    <a:pt x="567" y="1082"/>
                    <a:pt x="570" y="1082"/>
                    <a:pt x="573" y="1082"/>
                  </a:cubicBezTo>
                  <a:cubicBezTo>
                    <a:pt x="1152" y="1082"/>
                    <a:pt x="1201" y="1"/>
                    <a:pt x="72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1488900" y="4604350"/>
              <a:ext cx="37050" cy="25500"/>
            </a:xfrm>
            <a:custGeom>
              <a:avLst/>
              <a:gdLst/>
              <a:ahLst/>
              <a:cxnLst/>
              <a:rect l="l" t="t" r="r" b="b"/>
              <a:pathLst>
                <a:path w="1482" h="1020" extrusionOk="0">
                  <a:moveTo>
                    <a:pt x="811" y="0"/>
                  </a:moveTo>
                  <a:cubicBezTo>
                    <a:pt x="294" y="0"/>
                    <a:pt x="0" y="1019"/>
                    <a:pt x="578" y="1019"/>
                  </a:cubicBezTo>
                  <a:cubicBezTo>
                    <a:pt x="589" y="1019"/>
                    <a:pt x="601" y="1019"/>
                    <a:pt x="613" y="1018"/>
                  </a:cubicBezTo>
                  <a:cubicBezTo>
                    <a:pt x="635" y="1007"/>
                    <a:pt x="658" y="1007"/>
                    <a:pt x="680" y="1007"/>
                  </a:cubicBezTo>
                  <a:cubicBezTo>
                    <a:pt x="1086" y="928"/>
                    <a:pt x="1481" y="217"/>
                    <a:pt x="951" y="25"/>
                  </a:cubicBezTo>
                  <a:cubicBezTo>
                    <a:pt x="903" y="8"/>
                    <a:pt x="856" y="0"/>
                    <a:pt x="81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1441175" y="4466450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629" y="1"/>
                  </a:moveTo>
                  <a:cubicBezTo>
                    <a:pt x="49" y="1"/>
                    <a:pt x="1" y="1081"/>
                    <a:pt x="476" y="1081"/>
                  </a:cubicBezTo>
                  <a:cubicBezTo>
                    <a:pt x="521" y="1081"/>
                    <a:pt x="571" y="1072"/>
                    <a:pt x="626" y="1050"/>
                  </a:cubicBezTo>
                  <a:cubicBezTo>
                    <a:pt x="648" y="1039"/>
                    <a:pt x="671" y="1028"/>
                    <a:pt x="693" y="1016"/>
                  </a:cubicBezTo>
                  <a:cubicBezTo>
                    <a:pt x="1055" y="813"/>
                    <a:pt x="1201" y="23"/>
                    <a:pt x="637" y="1"/>
                  </a:cubicBezTo>
                  <a:cubicBezTo>
                    <a:pt x="634" y="1"/>
                    <a:pt x="632" y="1"/>
                    <a:pt x="629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1421275" y="4511425"/>
              <a:ext cx="31700" cy="20900"/>
            </a:xfrm>
            <a:custGeom>
              <a:avLst/>
              <a:gdLst/>
              <a:ahLst/>
              <a:cxnLst/>
              <a:rect l="l" t="t" r="r" b="b"/>
              <a:pathLst>
                <a:path w="1268" h="836" extrusionOk="0">
                  <a:moveTo>
                    <a:pt x="670" y="1"/>
                  </a:moveTo>
                  <a:cubicBezTo>
                    <a:pt x="332" y="1"/>
                    <a:pt x="1" y="206"/>
                    <a:pt x="192" y="537"/>
                  </a:cubicBezTo>
                  <a:cubicBezTo>
                    <a:pt x="214" y="560"/>
                    <a:pt x="226" y="571"/>
                    <a:pt x="237" y="594"/>
                  </a:cubicBezTo>
                  <a:cubicBezTo>
                    <a:pt x="349" y="747"/>
                    <a:pt x="576" y="835"/>
                    <a:pt x="786" y="835"/>
                  </a:cubicBezTo>
                  <a:cubicBezTo>
                    <a:pt x="1040" y="835"/>
                    <a:pt x="1267" y="705"/>
                    <a:pt x="1230" y="402"/>
                  </a:cubicBezTo>
                  <a:cubicBezTo>
                    <a:pt x="1196" y="122"/>
                    <a:pt x="931" y="1"/>
                    <a:pt x="67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1667550" y="4706275"/>
              <a:ext cx="29350" cy="21500"/>
            </a:xfrm>
            <a:custGeom>
              <a:avLst/>
              <a:gdLst/>
              <a:ahLst/>
              <a:cxnLst/>
              <a:rect l="l" t="t" r="r" b="b"/>
              <a:pathLst>
                <a:path w="1174" h="860" extrusionOk="0">
                  <a:moveTo>
                    <a:pt x="555" y="1"/>
                  </a:moveTo>
                  <a:cubicBezTo>
                    <a:pt x="263" y="1"/>
                    <a:pt x="1" y="159"/>
                    <a:pt x="124" y="473"/>
                  </a:cubicBezTo>
                  <a:cubicBezTo>
                    <a:pt x="135" y="496"/>
                    <a:pt x="147" y="507"/>
                    <a:pt x="158" y="530"/>
                  </a:cubicBezTo>
                  <a:cubicBezTo>
                    <a:pt x="265" y="726"/>
                    <a:pt x="535" y="859"/>
                    <a:pt x="768" y="859"/>
                  </a:cubicBezTo>
                  <a:cubicBezTo>
                    <a:pt x="977" y="859"/>
                    <a:pt x="1157" y="751"/>
                    <a:pt x="1162" y="484"/>
                  </a:cubicBezTo>
                  <a:cubicBezTo>
                    <a:pt x="1174" y="161"/>
                    <a:pt x="849" y="1"/>
                    <a:pt x="55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1451425" y="4528125"/>
              <a:ext cx="28375" cy="23800"/>
            </a:xfrm>
            <a:custGeom>
              <a:avLst/>
              <a:gdLst/>
              <a:ahLst/>
              <a:cxnLst/>
              <a:rect l="l" t="t" r="r" b="b"/>
              <a:pathLst>
                <a:path w="1135" h="952" extrusionOk="0">
                  <a:moveTo>
                    <a:pt x="474" y="0"/>
                  </a:moveTo>
                  <a:cubicBezTo>
                    <a:pt x="329" y="0"/>
                    <a:pt x="200" y="75"/>
                    <a:pt x="137" y="264"/>
                  </a:cubicBezTo>
                  <a:cubicBezTo>
                    <a:pt x="1" y="644"/>
                    <a:pt x="452" y="951"/>
                    <a:pt x="787" y="951"/>
                  </a:cubicBezTo>
                  <a:cubicBezTo>
                    <a:pt x="980" y="951"/>
                    <a:pt x="1135" y="850"/>
                    <a:pt x="1119" y="603"/>
                  </a:cubicBezTo>
                  <a:cubicBezTo>
                    <a:pt x="1119" y="580"/>
                    <a:pt x="1119" y="547"/>
                    <a:pt x="1107" y="524"/>
                  </a:cubicBezTo>
                  <a:cubicBezTo>
                    <a:pt x="1063" y="260"/>
                    <a:pt x="742" y="0"/>
                    <a:pt x="47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1599775" y="4641050"/>
              <a:ext cx="31125" cy="26650"/>
            </a:xfrm>
            <a:custGeom>
              <a:avLst/>
              <a:gdLst/>
              <a:ahLst/>
              <a:cxnLst/>
              <a:rect l="l" t="t" r="r" b="b"/>
              <a:pathLst>
                <a:path w="1245" h="1066" extrusionOk="0">
                  <a:moveTo>
                    <a:pt x="647" y="0"/>
                  </a:moveTo>
                  <a:cubicBezTo>
                    <a:pt x="74" y="0"/>
                    <a:pt x="0" y="1066"/>
                    <a:pt x="474" y="1066"/>
                  </a:cubicBezTo>
                  <a:cubicBezTo>
                    <a:pt x="516" y="1066"/>
                    <a:pt x="562" y="1058"/>
                    <a:pt x="612" y="1040"/>
                  </a:cubicBezTo>
                  <a:cubicBezTo>
                    <a:pt x="635" y="1028"/>
                    <a:pt x="657" y="1017"/>
                    <a:pt x="680" y="1017"/>
                  </a:cubicBezTo>
                  <a:cubicBezTo>
                    <a:pt x="1064" y="825"/>
                    <a:pt x="1244" y="35"/>
                    <a:pt x="680" y="2"/>
                  </a:cubicBezTo>
                  <a:cubicBezTo>
                    <a:pt x="669" y="1"/>
                    <a:pt x="658" y="0"/>
                    <a:pt x="647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1463275" y="4647625"/>
              <a:ext cx="30275" cy="27550"/>
            </a:xfrm>
            <a:custGeom>
              <a:avLst/>
              <a:gdLst/>
              <a:ahLst/>
              <a:cxnLst/>
              <a:rect l="l" t="t" r="r" b="b"/>
              <a:pathLst>
                <a:path w="1211" h="1102" extrusionOk="0">
                  <a:moveTo>
                    <a:pt x="451" y="1"/>
                  </a:moveTo>
                  <a:cubicBezTo>
                    <a:pt x="358" y="1"/>
                    <a:pt x="267" y="50"/>
                    <a:pt x="193" y="167"/>
                  </a:cubicBezTo>
                  <a:cubicBezTo>
                    <a:pt x="182" y="190"/>
                    <a:pt x="171" y="201"/>
                    <a:pt x="159" y="224"/>
                  </a:cubicBezTo>
                  <a:cubicBezTo>
                    <a:pt x="0" y="542"/>
                    <a:pt x="214" y="1102"/>
                    <a:pt x="556" y="1102"/>
                  </a:cubicBezTo>
                  <a:cubicBezTo>
                    <a:pt x="626" y="1102"/>
                    <a:pt x="701" y="1079"/>
                    <a:pt x="780" y="1025"/>
                  </a:cubicBezTo>
                  <a:cubicBezTo>
                    <a:pt x="1211" y="738"/>
                    <a:pt x="813" y="1"/>
                    <a:pt x="45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1532825" y="4587700"/>
              <a:ext cx="29250" cy="21925"/>
            </a:xfrm>
            <a:custGeom>
              <a:avLst/>
              <a:gdLst/>
              <a:ahLst/>
              <a:cxnLst/>
              <a:rect l="l" t="t" r="r" b="b"/>
              <a:pathLst>
                <a:path w="1170" h="877" extrusionOk="0">
                  <a:moveTo>
                    <a:pt x="518" y="0"/>
                  </a:moveTo>
                  <a:cubicBezTo>
                    <a:pt x="241" y="0"/>
                    <a:pt x="1" y="148"/>
                    <a:pt x="108" y="454"/>
                  </a:cubicBezTo>
                  <a:cubicBezTo>
                    <a:pt x="119" y="477"/>
                    <a:pt x="131" y="499"/>
                    <a:pt x="142" y="522"/>
                  </a:cubicBezTo>
                  <a:cubicBezTo>
                    <a:pt x="241" y="727"/>
                    <a:pt x="525" y="877"/>
                    <a:pt x="765" y="877"/>
                  </a:cubicBezTo>
                  <a:cubicBezTo>
                    <a:pt x="962" y="877"/>
                    <a:pt x="1131" y="776"/>
                    <a:pt x="1146" y="522"/>
                  </a:cubicBezTo>
                  <a:cubicBezTo>
                    <a:pt x="1170" y="179"/>
                    <a:pt x="822" y="0"/>
                    <a:pt x="51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1516775" y="4531375"/>
              <a:ext cx="30125" cy="27450"/>
            </a:xfrm>
            <a:custGeom>
              <a:avLst/>
              <a:gdLst/>
              <a:ahLst/>
              <a:cxnLst/>
              <a:rect l="l" t="t" r="r" b="b"/>
              <a:pathLst>
                <a:path w="1205" h="1098" extrusionOk="0">
                  <a:moveTo>
                    <a:pt x="651" y="1"/>
                  </a:moveTo>
                  <a:cubicBezTo>
                    <a:pt x="580" y="1"/>
                    <a:pt x="503" y="24"/>
                    <a:pt x="423" y="78"/>
                  </a:cubicBezTo>
                  <a:cubicBezTo>
                    <a:pt x="0" y="366"/>
                    <a:pt x="402" y="1098"/>
                    <a:pt x="765" y="1098"/>
                  </a:cubicBezTo>
                  <a:cubicBezTo>
                    <a:pt x="857" y="1098"/>
                    <a:pt x="948" y="1050"/>
                    <a:pt x="1021" y="936"/>
                  </a:cubicBezTo>
                  <a:cubicBezTo>
                    <a:pt x="1032" y="913"/>
                    <a:pt x="1043" y="890"/>
                    <a:pt x="1055" y="879"/>
                  </a:cubicBezTo>
                  <a:cubicBezTo>
                    <a:pt x="1205" y="561"/>
                    <a:pt x="997" y="1"/>
                    <a:pt x="65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1394925" y="4558700"/>
              <a:ext cx="30025" cy="27050"/>
            </a:xfrm>
            <a:custGeom>
              <a:avLst/>
              <a:gdLst/>
              <a:ahLst/>
              <a:cxnLst/>
              <a:rect l="l" t="t" r="r" b="b"/>
              <a:pathLst>
                <a:path w="1201" h="1082" extrusionOk="0">
                  <a:moveTo>
                    <a:pt x="628" y="1"/>
                  </a:moveTo>
                  <a:cubicBezTo>
                    <a:pt x="49" y="1"/>
                    <a:pt x="0" y="1081"/>
                    <a:pt x="475" y="1081"/>
                  </a:cubicBezTo>
                  <a:cubicBezTo>
                    <a:pt x="520" y="1081"/>
                    <a:pt x="570" y="1072"/>
                    <a:pt x="625" y="1050"/>
                  </a:cubicBezTo>
                  <a:cubicBezTo>
                    <a:pt x="648" y="1039"/>
                    <a:pt x="659" y="1027"/>
                    <a:pt x="682" y="1016"/>
                  </a:cubicBezTo>
                  <a:cubicBezTo>
                    <a:pt x="1054" y="813"/>
                    <a:pt x="1201" y="23"/>
                    <a:pt x="636" y="1"/>
                  </a:cubicBezTo>
                  <a:cubicBezTo>
                    <a:pt x="634" y="1"/>
                    <a:pt x="631" y="1"/>
                    <a:pt x="62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2948575" y="3904500"/>
              <a:ext cx="83250" cy="83525"/>
            </a:xfrm>
            <a:custGeom>
              <a:avLst/>
              <a:gdLst/>
              <a:ahLst/>
              <a:cxnLst/>
              <a:rect l="l" t="t" r="r" b="b"/>
              <a:pathLst>
                <a:path w="3330" h="3341" extrusionOk="0">
                  <a:moveTo>
                    <a:pt x="305" y="1"/>
                  </a:moveTo>
                  <a:cubicBezTo>
                    <a:pt x="215" y="125"/>
                    <a:pt x="159" y="226"/>
                    <a:pt x="1" y="260"/>
                  </a:cubicBezTo>
                  <a:cubicBezTo>
                    <a:pt x="937" y="1140"/>
                    <a:pt x="1219" y="1772"/>
                    <a:pt x="1885" y="2393"/>
                  </a:cubicBezTo>
                  <a:cubicBezTo>
                    <a:pt x="2133" y="2619"/>
                    <a:pt x="2664" y="2946"/>
                    <a:pt x="2664" y="3341"/>
                  </a:cubicBezTo>
                  <a:lnTo>
                    <a:pt x="3330" y="2856"/>
                  </a:lnTo>
                  <a:cubicBezTo>
                    <a:pt x="2167" y="2066"/>
                    <a:pt x="1253" y="1084"/>
                    <a:pt x="305" y="1"/>
                  </a:cubicBezTo>
                  <a:close/>
                </a:path>
              </a:pathLst>
            </a:custGeom>
            <a:solidFill>
              <a:srgbClr val="A5B5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2558150" y="3781800"/>
              <a:ext cx="412450" cy="137400"/>
            </a:xfrm>
            <a:custGeom>
              <a:avLst/>
              <a:gdLst/>
              <a:ahLst/>
              <a:cxnLst/>
              <a:rect l="l" t="t" r="r" b="b"/>
              <a:pathLst>
                <a:path w="16498" h="5496" extrusionOk="0">
                  <a:moveTo>
                    <a:pt x="5101" y="1"/>
                  </a:moveTo>
                  <a:cubicBezTo>
                    <a:pt x="4898" y="1"/>
                    <a:pt x="4694" y="4"/>
                    <a:pt x="4491" y="11"/>
                  </a:cubicBezTo>
                  <a:cubicBezTo>
                    <a:pt x="2833" y="79"/>
                    <a:pt x="598" y="677"/>
                    <a:pt x="0" y="2505"/>
                  </a:cubicBezTo>
                  <a:cubicBezTo>
                    <a:pt x="567" y="1938"/>
                    <a:pt x="1345" y="1624"/>
                    <a:pt x="2151" y="1624"/>
                  </a:cubicBezTo>
                  <a:cubicBezTo>
                    <a:pt x="2179" y="1624"/>
                    <a:pt x="2207" y="1624"/>
                    <a:pt x="2235" y="1625"/>
                  </a:cubicBezTo>
                  <a:cubicBezTo>
                    <a:pt x="3645" y="1693"/>
                    <a:pt x="5033" y="2415"/>
                    <a:pt x="6376" y="2708"/>
                  </a:cubicBezTo>
                  <a:cubicBezTo>
                    <a:pt x="7696" y="3013"/>
                    <a:pt x="8960" y="3555"/>
                    <a:pt x="10280" y="3859"/>
                  </a:cubicBezTo>
                  <a:cubicBezTo>
                    <a:pt x="11476" y="4119"/>
                    <a:pt x="12797" y="4412"/>
                    <a:pt x="13981" y="4875"/>
                  </a:cubicBezTo>
                  <a:cubicBezTo>
                    <a:pt x="14704" y="5134"/>
                    <a:pt x="15584" y="5462"/>
                    <a:pt x="16374" y="5462"/>
                  </a:cubicBezTo>
                  <a:lnTo>
                    <a:pt x="16498" y="5495"/>
                  </a:lnTo>
                  <a:cubicBezTo>
                    <a:pt x="16498" y="5462"/>
                    <a:pt x="16464" y="5428"/>
                    <a:pt x="16464" y="5394"/>
                  </a:cubicBezTo>
                  <a:cubicBezTo>
                    <a:pt x="15527" y="2776"/>
                    <a:pt x="12921" y="1230"/>
                    <a:pt x="10371" y="643"/>
                  </a:cubicBezTo>
                  <a:cubicBezTo>
                    <a:pt x="8649" y="259"/>
                    <a:pt x="6874" y="1"/>
                    <a:pt x="5101" y="1"/>
                  </a:cubicBezTo>
                  <a:close/>
                </a:path>
              </a:pathLst>
            </a:custGeom>
            <a:solidFill>
              <a:srgbClr val="96BD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2596500" y="3806325"/>
              <a:ext cx="371850" cy="108925"/>
            </a:xfrm>
            <a:custGeom>
              <a:avLst/>
              <a:gdLst/>
              <a:ahLst/>
              <a:cxnLst/>
              <a:rect l="l" t="t" r="r" b="b"/>
              <a:pathLst>
                <a:path w="14874" h="4357" extrusionOk="0">
                  <a:moveTo>
                    <a:pt x="2427" y="1"/>
                  </a:moveTo>
                  <a:cubicBezTo>
                    <a:pt x="2055" y="35"/>
                    <a:pt x="1716" y="68"/>
                    <a:pt x="1412" y="102"/>
                  </a:cubicBezTo>
                  <a:cubicBezTo>
                    <a:pt x="1163" y="136"/>
                    <a:pt x="904" y="193"/>
                    <a:pt x="655" y="272"/>
                  </a:cubicBezTo>
                  <a:lnTo>
                    <a:pt x="1" y="452"/>
                  </a:lnTo>
                  <a:lnTo>
                    <a:pt x="667" y="317"/>
                  </a:lnTo>
                  <a:cubicBezTo>
                    <a:pt x="915" y="249"/>
                    <a:pt x="1175" y="215"/>
                    <a:pt x="1434" y="204"/>
                  </a:cubicBezTo>
                  <a:lnTo>
                    <a:pt x="2427" y="147"/>
                  </a:lnTo>
                  <a:lnTo>
                    <a:pt x="3612" y="215"/>
                  </a:lnTo>
                  <a:cubicBezTo>
                    <a:pt x="4029" y="272"/>
                    <a:pt x="4470" y="351"/>
                    <a:pt x="4921" y="418"/>
                  </a:cubicBezTo>
                  <a:cubicBezTo>
                    <a:pt x="5372" y="520"/>
                    <a:pt x="5835" y="599"/>
                    <a:pt x="6298" y="734"/>
                  </a:cubicBezTo>
                  <a:cubicBezTo>
                    <a:pt x="6772" y="881"/>
                    <a:pt x="7245" y="994"/>
                    <a:pt x="7708" y="1163"/>
                  </a:cubicBezTo>
                  <a:cubicBezTo>
                    <a:pt x="8656" y="1456"/>
                    <a:pt x="9581" y="1772"/>
                    <a:pt x="10450" y="2100"/>
                  </a:cubicBezTo>
                  <a:cubicBezTo>
                    <a:pt x="10879" y="2280"/>
                    <a:pt x="11319" y="2393"/>
                    <a:pt x="11691" y="2585"/>
                  </a:cubicBezTo>
                  <a:lnTo>
                    <a:pt x="12763" y="3093"/>
                  </a:lnTo>
                  <a:cubicBezTo>
                    <a:pt x="13068" y="3228"/>
                    <a:pt x="13361" y="3386"/>
                    <a:pt x="13644" y="3555"/>
                  </a:cubicBezTo>
                  <a:cubicBezTo>
                    <a:pt x="13903" y="3713"/>
                    <a:pt x="14129" y="3849"/>
                    <a:pt x="14309" y="3973"/>
                  </a:cubicBezTo>
                  <a:cubicBezTo>
                    <a:pt x="14501" y="4086"/>
                    <a:pt x="14693" y="4210"/>
                    <a:pt x="14874" y="4356"/>
                  </a:cubicBezTo>
                  <a:cubicBezTo>
                    <a:pt x="14704" y="4198"/>
                    <a:pt x="14524" y="4063"/>
                    <a:pt x="14343" y="3928"/>
                  </a:cubicBezTo>
                  <a:cubicBezTo>
                    <a:pt x="14174" y="3792"/>
                    <a:pt x="13948" y="3646"/>
                    <a:pt x="13711" y="3476"/>
                  </a:cubicBezTo>
                  <a:cubicBezTo>
                    <a:pt x="13429" y="3273"/>
                    <a:pt x="13147" y="3104"/>
                    <a:pt x="12842" y="2946"/>
                  </a:cubicBezTo>
                  <a:lnTo>
                    <a:pt x="11770" y="2393"/>
                  </a:lnTo>
                  <a:cubicBezTo>
                    <a:pt x="11375" y="2201"/>
                    <a:pt x="10958" y="2021"/>
                    <a:pt x="10540" y="1874"/>
                  </a:cubicBezTo>
                  <a:cubicBezTo>
                    <a:pt x="9683" y="1535"/>
                    <a:pt x="8746" y="1197"/>
                    <a:pt x="7798" y="892"/>
                  </a:cubicBezTo>
                  <a:cubicBezTo>
                    <a:pt x="7336" y="734"/>
                    <a:pt x="6862" y="610"/>
                    <a:pt x="6377" y="486"/>
                  </a:cubicBezTo>
                  <a:cubicBezTo>
                    <a:pt x="5903" y="362"/>
                    <a:pt x="5429" y="283"/>
                    <a:pt x="4966" y="181"/>
                  </a:cubicBezTo>
                  <a:cubicBezTo>
                    <a:pt x="4503" y="114"/>
                    <a:pt x="4063" y="57"/>
                    <a:pt x="3634" y="23"/>
                  </a:cubicBezTo>
                  <a:lnTo>
                    <a:pt x="2427" y="1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716975" y="3788000"/>
              <a:ext cx="35575" cy="31900"/>
            </a:xfrm>
            <a:custGeom>
              <a:avLst/>
              <a:gdLst/>
              <a:ahLst/>
              <a:cxnLst/>
              <a:rect l="l" t="t" r="r" b="b"/>
              <a:pathLst>
                <a:path w="1423" h="1276" extrusionOk="0">
                  <a:moveTo>
                    <a:pt x="12" y="0"/>
                  </a:moveTo>
                  <a:lnTo>
                    <a:pt x="0" y="23"/>
                  </a:lnTo>
                  <a:cubicBezTo>
                    <a:pt x="0" y="23"/>
                    <a:pt x="79" y="102"/>
                    <a:pt x="215" y="237"/>
                  </a:cubicBezTo>
                  <a:cubicBezTo>
                    <a:pt x="361" y="361"/>
                    <a:pt x="553" y="497"/>
                    <a:pt x="734" y="643"/>
                  </a:cubicBezTo>
                  <a:cubicBezTo>
                    <a:pt x="824" y="722"/>
                    <a:pt x="903" y="790"/>
                    <a:pt x="982" y="880"/>
                  </a:cubicBezTo>
                  <a:cubicBezTo>
                    <a:pt x="1061" y="948"/>
                    <a:pt x="1129" y="1005"/>
                    <a:pt x="1185" y="1061"/>
                  </a:cubicBezTo>
                  <a:cubicBezTo>
                    <a:pt x="1219" y="1084"/>
                    <a:pt x="1242" y="1117"/>
                    <a:pt x="1264" y="1151"/>
                  </a:cubicBezTo>
                  <a:cubicBezTo>
                    <a:pt x="1287" y="1174"/>
                    <a:pt x="1309" y="1196"/>
                    <a:pt x="1321" y="1219"/>
                  </a:cubicBezTo>
                  <a:cubicBezTo>
                    <a:pt x="1366" y="1253"/>
                    <a:pt x="1388" y="1275"/>
                    <a:pt x="1388" y="1275"/>
                  </a:cubicBezTo>
                  <a:lnTo>
                    <a:pt x="1422" y="1275"/>
                  </a:lnTo>
                  <a:cubicBezTo>
                    <a:pt x="1422" y="1253"/>
                    <a:pt x="1422" y="1219"/>
                    <a:pt x="1422" y="1196"/>
                  </a:cubicBezTo>
                  <a:cubicBezTo>
                    <a:pt x="1422" y="1106"/>
                    <a:pt x="1411" y="1027"/>
                    <a:pt x="1377" y="948"/>
                  </a:cubicBezTo>
                  <a:cubicBezTo>
                    <a:pt x="1332" y="847"/>
                    <a:pt x="1264" y="745"/>
                    <a:pt x="1174" y="666"/>
                  </a:cubicBezTo>
                  <a:cubicBezTo>
                    <a:pt x="1084" y="587"/>
                    <a:pt x="982" y="519"/>
                    <a:pt x="869" y="463"/>
                  </a:cubicBezTo>
                  <a:cubicBezTo>
                    <a:pt x="655" y="339"/>
                    <a:pt x="440" y="237"/>
                    <a:pt x="271" y="158"/>
                  </a:cubicBezTo>
                  <a:cubicBezTo>
                    <a:pt x="113" y="68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2671275" y="3816775"/>
              <a:ext cx="60675" cy="9325"/>
            </a:xfrm>
            <a:custGeom>
              <a:avLst/>
              <a:gdLst/>
              <a:ahLst/>
              <a:cxnLst/>
              <a:rect l="l" t="t" r="r" b="b"/>
              <a:pathLst>
                <a:path w="2427" h="373" extrusionOk="0">
                  <a:moveTo>
                    <a:pt x="2314" y="0"/>
                  </a:moveTo>
                  <a:cubicBezTo>
                    <a:pt x="2235" y="0"/>
                    <a:pt x="2144" y="0"/>
                    <a:pt x="2031" y="23"/>
                  </a:cubicBezTo>
                  <a:cubicBezTo>
                    <a:pt x="1919" y="34"/>
                    <a:pt x="1783" y="34"/>
                    <a:pt x="1648" y="68"/>
                  </a:cubicBezTo>
                  <a:cubicBezTo>
                    <a:pt x="1512" y="102"/>
                    <a:pt x="1366" y="124"/>
                    <a:pt x="1208" y="147"/>
                  </a:cubicBezTo>
                  <a:cubicBezTo>
                    <a:pt x="1033" y="169"/>
                    <a:pt x="858" y="181"/>
                    <a:pt x="680" y="181"/>
                  </a:cubicBezTo>
                  <a:cubicBezTo>
                    <a:pt x="582" y="181"/>
                    <a:pt x="484" y="178"/>
                    <a:pt x="384" y="170"/>
                  </a:cubicBezTo>
                  <a:cubicBezTo>
                    <a:pt x="294" y="170"/>
                    <a:pt x="192" y="158"/>
                    <a:pt x="102" y="136"/>
                  </a:cubicBezTo>
                  <a:cubicBezTo>
                    <a:pt x="45" y="113"/>
                    <a:pt x="0" y="113"/>
                    <a:pt x="0" y="113"/>
                  </a:cubicBezTo>
                  <a:lnTo>
                    <a:pt x="0" y="147"/>
                  </a:lnTo>
                  <a:lnTo>
                    <a:pt x="102" y="181"/>
                  </a:lnTo>
                  <a:cubicBezTo>
                    <a:pt x="192" y="215"/>
                    <a:pt x="282" y="249"/>
                    <a:pt x="373" y="271"/>
                  </a:cubicBezTo>
                  <a:cubicBezTo>
                    <a:pt x="655" y="339"/>
                    <a:pt x="937" y="373"/>
                    <a:pt x="1230" y="373"/>
                  </a:cubicBezTo>
                  <a:cubicBezTo>
                    <a:pt x="1388" y="373"/>
                    <a:pt x="1546" y="373"/>
                    <a:pt x="1693" y="350"/>
                  </a:cubicBezTo>
                  <a:cubicBezTo>
                    <a:pt x="1828" y="328"/>
                    <a:pt x="1964" y="294"/>
                    <a:pt x="2088" y="237"/>
                  </a:cubicBezTo>
                  <a:cubicBezTo>
                    <a:pt x="2212" y="181"/>
                    <a:pt x="2325" y="113"/>
                    <a:pt x="2426" y="23"/>
                  </a:cubicBezTo>
                  <a:lnTo>
                    <a:pt x="2426" y="0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2649550" y="3793350"/>
              <a:ext cx="17225" cy="15550"/>
            </a:xfrm>
            <a:custGeom>
              <a:avLst/>
              <a:gdLst/>
              <a:ahLst/>
              <a:cxnLst/>
              <a:rect l="l" t="t" r="r" b="b"/>
              <a:pathLst>
                <a:path w="689" h="622" extrusionOk="0">
                  <a:moveTo>
                    <a:pt x="0" y="1"/>
                  </a:moveTo>
                  <a:lnTo>
                    <a:pt x="0" y="1"/>
                  </a:lnTo>
                  <a:cubicBezTo>
                    <a:pt x="113" y="80"/>
                    <a:pt x="215" y="181"/>
                    <a:pt x="305" y="283"/>
                  </a:cubicBezTo>
                  <a:cubicBezTo>
                    <a:pt x="350" y="350"/>
                    <a:pt x="384" y="418"/>
                    <a:pt x="407" y="497"/>
                  </a:cubicBezTo>
                  <a:cubicBezTo>
                    <a:pt x="418" y="508"/>
                    <a:pt x="418" y="565"/>
                    <a:pt x="418" y="576"/>
                  </a:cubicBezTo>
                  <a:lnTo>
                    <a:pt x="418" y="621"/>
                  </a:lnTo>
                  <a:lnTo>
                    <a:pt x="689" y="565"/>
                  </a:lnTo>
                  <a:lnTo>
                    <a:pt x="666" y="531"/>
                  </a:lnTo>
                  <a:cubicBezTo>
                    <a:pt x="666" y="497"/>
                    <a:pt x="644" y="463"/>
                    <a:pt x="632" y="429"/>
                  </a:cubicBezTo>
                  <a:cubicBezTo>
                    <a:pt x="576" y="328"/>
                    <a:pt x="486" y="249"/>
                    <a:pt x="395" y="181"/>
                  </a:cubicBezTo>
                  <a:cubicBezTo>
                    <a:pt x="271" y="102"/>
                    <a:pt x="136" y="46"/>
                    <a:pt x="0" y="1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2758725" y="3833425"/>
              <a:ext cx="46000" cy="19800"/>
            </a:xfrm>
            <a:custGeom>
              <a:avLst/>
              <a:gdLst/>
              <a:ahLst/>
              <a:cxnLst/>
              <a:rect l="l" t="t" r="r" b="b"/>
              <a:pathLst>
                <a:path w="1840" h="792" extrusionOk="0">
                  <a:moveTo>
                    <a:pt x="1614" y="0"/>
                  </a:moveTo>
                  <a:lnTo>
                    <a:pt x="1569" y="68"/>
                  </a:lnTo>
                  <a:cubicBezTo>
                    <a:pt x="1535" y="124"/>
                    <a:pt x="1490" y="181"/>
                    <a:pt x="1445" y="226"/>
                  </a:cubicBezTo>
                  <a:cubicBezTo>
                    <a:pt x="1377" y="293"/>
                    <a:pt x="1309" y="350"/>
                    <a:pt x="1230" y="395"/>
                  </a:cubicBezTo>
                  <a:cubicBezTo>
                    <a:pt x="1129" y="451"/>
                    <a:pt x="1027" y="508"/>
                    <a:pt x="926" y="553"/>
                  </a:cubicBezTo>
                  <a:cubicBezTo>
                    <a:pt x="632" y="666"/>
                    <a:pt x="316" y="756"/>
                    <a:pt x="0" y="790"/>
                  </a:cubicBezTo>
                  <a:cubicBezTo>
                    <a:pt x="34" y="791"/>
                    <a:pt x="68" y="792"/>
                    <a:pt x="102" y="792"/>
                  </a:cubicBezTo>
                  <a:cubicBezTo>
                    <a:pt x="395" y="792"/>
                    <a:pt x="687" y="749"/>
                    <a:pt x="971" y="688"/>
                  </a:cubicBezTo>
                  <a:cubicBezTo>
                    <a:pt x="1084" y="655"/>
                    <a:pt x="1208" y="609"/>
                    <a:pt x="1321" y="564"/>
                  </a:cubicBezTo>
                  <a:cubicBezTo>
                    <a:pt x="1422" y="519"/>
                    <a:pt x="1524" y="463"/>
                    <a:pt x="1614" y="395"/>
                  </a:cubicBezTo>
                  <a:cubicBezTo>
                    <a:pt x="1682" y="350"/>
                    <a:pt x="1738" y="293"/>
                    <a:pt x="1783" y="237"/>
                  </a:cubicBezTo>
                  <a:lnTo>
                    <a:pt x="1840" y="169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2792575" y="3836225"/>
              <a:ext cx="18925" cy="19225"/>
            </a:xfrm>
            <a:custGeom>
              <a:avLst/>
              <a:gdLst/>
              <a:ahLst/>
              <a:cxnLst/>
              <a:rect l="l" t="t" r="r" b="b"/>
              <a:pathLst>
                <a:path w="757" h="769" extrusionOk="0">
                  <a:moveTo>
                    <a:pt x="497" y="1"/>
                  </a:moveTo>
                  <a:cubicBezTo>
                    <a:pt x="497" y="1"/>
                    <a:pt x="486" y="57"/>
                    <a:pt x="463" y="148"/>
                  </a:cubicBezTo>
                  <a:cubicBezTo>
                    <a:pt x="429" y="249"/>
                    <a:pt x="384" y="339"/>
                    <a:pt x="328" y="430"/>
                  </a:cubicBezTo>
                  <a:cubicBezTo>
                    <a:pt x="271" y="520"/>
                    <a:pt x="204" y="599"/>
                    <a:pt x="125" y="667"/>
                  </a:cubicBezTo>
                  <a:lnTo>
                    <a:pt x="1" y="768"/>
                  </a:lnTo>
                  <a:lnTo>
                    <a:pt x="136" y="700"/>
                  </a:lnTo>
                  <a:cubicBezTo>
                    <a:pt x="249" y="655"/>
                    <a:pt x="350" y="599"/>
                    <a:pt x="441" y="520"/>
                  </a:cubicBezTo>
                  <a:cubicBezTo>
                    <a:pt x="531" y="441"/>
                    <a:pt x="610" y="339"/>
                    <a:pt x="678" y="238"/>
                  </a:cubicBezTo>
                  <a:lnTo>
                    <a:pt x="757" y="114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2817675" y="3818750"/>
              <a:ext cx="9900" cy="23725"/>
            </a:xfrm>
            <a:custGeom>
              <a:avLst/>
              <a:gdLst/>
              <a:ahLst/>
              <a:cxnLst/>
              <a:rect l="l" t="t" r="r" b="b"/>
              <a:pathLst>
                <a:path w="396" h="949" extrusionOk="0">
                  <a:moveTo>
                    <a:pt x="1" y="0"/>
                  </a:moveTo>
                  <a:lnTo>
                    <a:pt x="1" y="0"/>
                  </a:lnTo>
                  <a:cubicBezTo>
                    <a:pt x="69" y="147"/>
                    <a:pt x="114" y="305"/>
                    <a:pt x="147" y="463"/>
                  </a:cubicBezTo>
                  <a:cubicBezTo>
                    <a:pt x="159" y="564"/>
                    <a:pt x="159" y="666"/>
                    <a:pt x="147" y="768"/>
                  </a:cubicBezTo>
                  <a:lnTo>
                    <a:pt x="114" y="926"/>
                  </a:lnTo>
                  <a:lnTo>
                    <a:pt x="396" y="948"/>
                  </a:lnTo>
                  <a:cubicBezTo>
                    <a:pt x="396" y="948"/>
                    <a:pt x="384" y="880"/>
                    <a:pt x="384" y="790"/>
                  </a:cubicBezTo>
                  <a:cubicBezTo>
                    <a:pt x="373" y="666"/>
                    <a:pt x="339" y="542"/>
                    <a:pt x="283" y="418"/>
                  </a:cubicBezTo>
                  <a:cubicBezTo>
                    <a:pt x="204" y="271"/>
                    <a:pt x="114" y="136"/>
                    <a:pt x="1" y="0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2817975" y="3804925"/>
              <a:ext cx="22300" cy="43175"/>
            </a:xfrm>
            <a:custGeom>
              <a:avLst/>
              <a:gdLst/>
              <a:ahLst/>
              <a:cxnLst/>
              <a:rect l="l" t="t" r="r" b="b"/>
              <a:pathLst>
                <a:path w="892" h="1727" extrusionOk="0">
                  <a:moveTo>
                    <a:pt x="0" y="0"/>
                  </a:moveTo>
                  <a:cubicBezTo>
                    <a:pt x="0" y="0"/>
                    <a:pt x="90" y="91"/>
                    <a:pt x="203" y="237"/>
                  </a:cubicBezTo>
                  <a:cubicBezTo>
                    <a:pt x="271" y="316"/>
                    <a:pt x="327" y="395"/>
                    <a:pt x="384" y="486"/>
                  </a:cubicBezTo>
                  <a:cubicBezTo>
                    <a:pt x="451" y="587"/>
                    <a:pt x="508" y="689"/>
                    <a:pt x="553" y="790"/>
                  </a:cubicBezTo>
                  <a:cubicBezTo>
                    <a:pt x="598" y="903"/>
                    <a:pt x="621" y="1005"/>
                    <a:pt x="643" y="1117"/>
                  </a:cubicBezTo>
                  <a:cubicBezTo>
                    <a:pt x="655" y="1219"/>
                    <a:pt x="666" y="1309"/>
                    <a:pt x="655" y="1400"/>
                  </a:cubicBezTo>
                  <a:cubicBezTo>
                    <a:pt x="655" y="1479"/>
                    <a:pt x="643" y="1546"/>
                    <a:pt x="621" y="1614"/>
                  </a:cubicBezTo>
                  <a:cubicBezTo>
                    <a:pt x="609" y="1670"/>
                    <a:pt x="609" y="1704"/>
                    <a:pt x="609" y="1704"/>
                  </a:cubicBezTo>
                  <a:lnTo>
                    <a:pt x="892" y="1727"/>
                  </a:lnTo>
                  <a:cubicBezTo>
                    <a:pt x="892" y="1704"/>
                    <a:pt x="892" y="1670"/>
                    <a:pt x="892" y="1648"/>
                  </a:cubicBezTo>
                  <a:cubicBezTo>
                    <a:pt x="892" y="1569"/>
                    <a:pt x="892" y="1490"/>
                    <a:pt x="892" y="1422"/>
                  </a:cubicBezTo>
                  <a:cubicBezTo>
                    <a:pt x="880" y="1298"/>
                    <a:pt x="858" y="1185"/>
                    <a:pt x="824" y="1072"/>
                  </a:cubicBezTo>
                  <a:cubicBezTo>
                    <a:pt x="790" y="959"/>
                    <a:pt x="745" y="835"/>
                    <a:pt x="677" y="734"/>
                  </a:cubicBezTo>
                  <a:cubicBezTo>
                    <a:pt x="553" y="542"/>
                    <a:pt x="406" y="361"/>
                    <a:pt x="237" y="203"/>
                  </a:cubicBezTo>
                  <a:cubicBezTo>
                    <a:pt x="102" y="7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2776225" y="3814500"/>
              <a:ext cx="14400" cy="16675"/>
            </a:xfrm>
            <a:custGeom>
              <a:avLst/>
              <a:gdLst/>
              <a:ahLst/>
              <a:cxnLst/>
              <a:rect l="l" t="t" r="r" b="b"/>
              <a:pathLst>
                <a:path w="576" h="667" extrusionOk="0">
                  <a:moveTo>
                    <a:pt x="0" y="1"/>
                  </a:moveTo>
                  <a:cubicBezTo>
                    <a:pt x="90" y="103"/>
                    <a:pt x="169" y="204"/>
                    <a:pt x="237" y="317"/>
                  </a:cubicBezTo>
                  <a:cubicBezTo>
                    <a:pt x="260" y="351"/>
                    <a:pt x="271" y="396"/>
                    <a:pt x="282" y="430"/>
                  </a:cubicBezTo>
                  <a:cubicBezTo>
                    <a:pt x="293" y="464"/>
                    <a:pt x="305" y="509"/>
                    <a:pt x="293" y="543"/>
                  </a:cubicBezTo>
                  <a:lnTo>
                    <a:pt x="293" y="667"/>
                  </a:lnTo>
                  <a:lnTo>
                    <a:pt x="576" y="622"/>
                  </a:lnTo>
                  <a:cubicBezTo>
                    <a:pt x="576" y="622"/>
                    <a:pt x="553" y="565"/>
                    <a:pt x="530" y="497"/>
                  </a:cubicBezTo>
                  <a:cubicBezTo>
                    <a:pt x="519" y="452"/>
                    <a:pt x="497" y="407"/>
                    <a:pt x="463" y="373"/>
                  </a:cubicBezTo>
                  <a:cubicBezTo>
                    <a:pt x="429" y="328"/>
                    <a:pt x="384" y="272"/>
                    <a:pt x="350" y="227"/>
                  </a:cubicBezTo>
                  <a:cubicBezTo>
                    <a:pt x="237" y="136"/>
                    <a:pt x="124" y="69"/>
                    <a:pt x="0" y="1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2861125" y="3839625"/>
              <a:ext cx="11025" cy="22800"/>
            </a:xfrm>
            <a:custGeom>
              <a:avLst/>
              <a:gdLst/>
              <a:ahLst/>
              <a:cxnLst/>
              <a:rect l="l" t="t" r="r" b="b"/>
              <a:pathLst>
                <a:path w="441" h="912" extrusionOk="0">
                  <a:moveTo>
                    <a:pt x="181" y="711"/>
                  </a:moveTo>
                  <a:cubicBezTo>
                    <a:pt x="175" y="745"/>
                    <a:pt x="175" y="754"/>
                    <a:pt x="177" y="754"/>
                  </a:cubicBezTo>
                  <a:cubicBezTo>
                    <a:pt x="178" y="754"/>
                    <a:pt x="181" y="745"/>
                    <a:pt x="181" y="745"/>
                  </a:cubicBezTo>
                  <a:cubicBezTo>
                    <a:pt x="181" y="731"/>
                    <a:pt x="181" y="722"/>
                    <a:pt x="181" y="711"/>
                  </a:cubicBezTo>
                  <a:close/>
                  <a:moveTo>
                    <a:pt x="1" y="0"/>
                  </a:moveTo>
                  <a:lnTo>
                    <a:pt x="91" y="113"/>
                  </a:lnTo>
                  <a:cubicBezTo>
                    <a:pt x="136" y="203"/>
                    <a:pt x="170" y="294"/>
                    <a:pt x="181" y="395"/>
                  </a:cubicBezTo>
                  <a:cubicBezTo>
                    <a:pt x="192" y="497"/>
                    <a:pt x="192" y="587"/>
                    <a:pt x="181" y="689"/>
                  </a:cubicBezTo>
                  <a:cubicBezTo>
                    <a:pt x="181" y="697"/>
                    <a:pt x="181" y="704"/>
                    <a:pt x="181" y="711"/>
                  </a:cubicBezTo>
                  <a:cubicBezTo>
                    <a:pt x="204" y="677"/>
                    <a:pt x="238" y="643"/>
                    <a:pt x="283" y="643"/>
                  </a:cubicBezTo>
                  <a:cubicBezTo>
                    <a:pt x="303" y="643"/>
                    <a:pt x="333" y="653"/>
                    <a:pt x="355" y="663"/>
                  </a:cubicBezTo>
                  <a:lnTo>
                    <a:pt x="355" y="663"/>
                  </a:lnTo>
                  <a:lnTo>
                    <a:pt x="238" y="869"/>
                  </a:lnTo>
                  <a:cubicBezTo>
                    <a:pt x="238" y="880"/>
                    <a:pt x="238" y="880"/>
                    <a:pt x="238" y="880"/>
                  </a:cubicBezTo>
                  <a:cubicBezTo>
                    <a:pt x="238" y="892"/>
                    <a:pt x="226" y="892"/>
                    <a:pt x="249" y="903"/>
                  </a:cubicBezTo>
                  <a:cubicBezTo>
                    <a:pt x="260" y="909"/>
                    <a:pt x="274" y="911"/>
                    <a:pt x="288" y="911"/>
                  </a:cubicBezTo>
                  <a:cubicBezTo>
                    <a:pt x="302" y="911"/>
                    <a:pt x="317" y="909"/>
                    <a:pt x="328" y="903"/>
                  </a:cubicBezTo>
                  <a:cubicBezTo>
                    <a:pt x="373" y="892"/>
                    <a:pt x="407" y="858"/>
                    <a:pt x="429" y="824"/>
                  </a:cubicBezTo>
                  <a:cubicBezTo>
                    <a:pt x="441" y="745"/>
                    <a:pt x="429" y="756"/>
                    <a:pt x="429" y="745"/>
                  </a:cubicBezTo>
                  <a:cubicBezTo>
                    <a:pt x="418" y="722"/>
                    <a:pt x="418" y="700"/>
                    <a:pt x="418" y="677"/>
                  </a:cubicBezTo>
                  <a:cubicBezTo>
                    <a:pt x="396" y="564"/>
                    <a:pt x="350" y="452"/>
                    <a:pt x="305" y="350"/>
                  </a:cubicBezTo>
                  <a:cubicBezTo>
                    <a:pt x="260" y="249"/>
                    <a:pt x="192" y="158"/>
                    <a:pt x="125" y="7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2861975" y="3862750"/>
              <a:ext cx="23150" cy="7925"/>
            </a:xfrm>
            <a:custGeom>
              <a:avLst/>
              <a:gdLst/>
              <a:ahLst/>
              <a:cxnLst/>
              <a:rect l="l" t="t" r="r" b="b"/>
              <a:pathLst>
                <a:path w="926" h="317" extrusionOk="0">
                  <a:moveTo>
                    <a:pt x="813" y="1"/>
                  </a:moveTo>
                  <a:lnTo>
                    <a:pt x="689" y="80"/>
                  </a:lnTo>
                  <a:cubicBezTo>
                    <a:pt x="610" y="125"/>
                    <a:pt x="531" y="159"/>
                    <a:pt x="441" y="170"/>
                  </a:cubicBezTo>
                  <a:cubicBezTo>
                    <a:pt x="226" y="215"/>
                    <a:pt x="0" y="238"/>
                    <a:pt x="0" y="238"/>
                  </a:cubicBezTo>
                  <a:cubicBezTo>
                    <a:pt x="0" y="238"/>
                    <a:pt x="215" y="283"/>
                    <a:pt x="452" y="317"/>
                  </a:cubicBezTo>
                  <a:cubicBezTo>
                    <a:pt x="565" y="317"/>
                    <a:pt x="677" y="317"/>
                    <a:pt x="790" y="283"/>
                  </a:cubicBezTo>
                  <a:lnTo>
                    <a:pt x="926" y="249"/>
                  </a:lnTo>
                  <a:lnTo>
                    <a:pt x="813" y="1"/>
                  </a:ln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2899775" y="3861900"/>
              <a:ext cx="7075" cy="13300"/>
            </a:xfrm>
            <a:custGeom>
              <a:avLst/>
              <a:gdLst/>
              <a:ahLst/>
              <a:cxnLst/>
              <a:rect l="l" t="t" r="r" b="b"/>
              <a:pathLst>
                <a:path w="283" h="532" extrusionOk="0">
                  <a:moveTo>
                    <a:pt x="46" y="1"/>
                  </a:moveTo>
                  <a:cubicBezTo>
                    <a:pt x="68" y="80"/>
                    <a:pt x="79" y="170"/>
                    <a:pt x="79" y="249"/>
                  </a:cubicBezTo>
                  <a:cubicBezTo>
                    <a:pt x="68" y="305"/>
                    <a:pt x="57" y="351"/>
                    <a:pt x="34" y="407"/>
                  </a:cubicBezTo>
                  <a:lnTo>
                    <a:pt x="1" y="486"/>
                  </a:lnTo>
                  <a:lnTo>
                    <a:pt x="283" y="531"/>
                  </a:lnTo>
                  <a:cubicBezTo>
                    <a:pt x="283" y="531"/>
                    <a:pt x="271" y="497"/>
                    <a:pt x="271" y="441"/>
                  </a:cubicBezTo>
                  <a:cubicBezTo>
                    <a:pt x="260" y="373"/>
                    <a:pt x="237" y="294"/>
                    <a:pt x="215" y="226"/>
                  </a:cubicBezTo>
                  <a:cubicBezTo>
                    <a:pt x="170" y="136"/>
                    <a:pt x="113" y="57"/>
                    <a:pt x="46" y="1"/>
                  </a:cubicBezTo>
                  <a:close/>
                </a:path>
              </a:pathLst>
            </a:custGeom>
            <a:solidFill>
              <a:srgbClr val="82A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2940675" y="3967700"/>
              <a:ext cx="140525" cy="98225"/>
            </a:xfrm>
            <a:custGeom>
              <a:avLst/>
              <a:gdLst/>
              <a:ahLst/>
              <a:cxnLst/>
              <a:rect l="l" t="t" r="r" b="b"/>
              <a:pathLst>
                <a:path w="5621" h="3929" extrusionOk="0">
                  <a:moveTo>
                    <a:pt x="3596" y="86"/>
                  </a:moveTo>
                  <a:cubicBezTo>
                    <a:pt x="3434" y="86"/>
                    <a:pt x="3276" y="128"/>
                    <a:pt x="3115" y="260"/>
                  </a:cubicBezTo>
                  <a:cubicBezTo>
                    <a:pt x="2856" y="486"/>
                    <a:pt x="2799" y="914"/>
                    <a:pt x="2483" y="1140"/>
                  </a:cubicBezTo>
                  <a:cubicBezTo>
                    <a:pt x="2352" y="1224"/>
                    <a:pt x="2215" y="1239"/>
                    <a:pt x="2078" y="1239"/>
                  </a:cubicBezTo>
                  <a:cubicBezTo>
                    <a:pt x="2007" y="1239"/>
                    <a:pt x="1937" y="1235"/>
                    <a:pt x="1867" y="1235"/>
                  </a:cubicBezTo>
                  <a:cubicBezTo>
                    <a:pt x="1746" y="1235"/>
                    <a:pt x="1626" y="1246"/>
                    <a:pt x="1513" y="1309"/>
                  </a:cubicBezTo>
                  <a:cubicBezTo>
                    <a:pt x="1163" y="1467"/>
                    <a:pt x="1095" y="1840"/>
                    <a:pt x="757" y="1964"/>
                  </a:cubicBezTo>
                  <a:cubicBezTo>
                    <a:pt x="531" y="2065"/>
                    <a:pt x="91" y="2156"/>
                    <a:pt x="1" y="2223"/>
                  </a:cubicBezTo>
                  <a:lnTo>
                    <a:pt x="633" y="3893"/>
                  </a:lnTo>
                  <a:cubicBezTo>
                    <a:pt x="638" y="3918"/>
                    <a:pt x="643" y="3929"/>
                    <a:pt x="649" y="3929"/>
                  </a:cubicBezTo>
                  <a:cubicBezTo>
                    <a:pt x="684" y="3929"/>
                    <a:pt x="738" y="3563"/>
                    <a:pt x="824" y="3476"/>
                  </a:cubicBezTo>
                  <a:cubicBezTo>
                    <a:pt x="1039" y="3273"/>
                    <a:pt x="1411" y="3374"/>
                    <a:pt x="1671" y="3216"/>
                  </a:cubicBezTo>
                  <a:cubicBezTo>
                    <a:pt x="1975" y="3013"/>
                    <a:pt x="2472" y="2900"/>
                    <a:pt x="2675" y="2573"/>
                  </a:cubicBezTo>
                  <a:cubicBezTo>
                    <a:pt x="2743" y="2472"/>
                    <a:pt x="2731" y="2246"/>
                    <a:pt x="2833" y="2167"/>
                  </a:cubicBezTo>
                  <a:cubicBezTo>
                    <a:pt x="2879" y="2128"/>
                    <a:pt x="2939" y="2116"/>
                    <a:pt x="3008" y="2116"/>
                  </a:cubicBezTo>
                  <a:cubicBezTo>
                    <a:pt x="3113" y="2116"/>
                    <a:pt x="3236" y="2143"/>
                    <a:pt x="3352" y="2143"/>
                  </a:cubicBezTo>
                  <a:cubicBezTo>
                    <a:pt x="3424" y="2143"/>
                    <a:pt x="3494" y="2133"/>
                    <a:pt x="3555" y="2099"/>
                  </a:cubicBezTo>
                  <a:cubicBezTo>
                    <a:pt x="3928" y="1896"/>
                    <a:pt x="3837" y="1501"/>
                    <a:pt x="4052" y="1275"/>
                  </a:cubicBezTo>
                  <a:cubicBezTo>
                    <a:pt x="4242" y="1060"/>
                    <a:pt x="4553" y="1039"/>
                    <a:pt x="4872" y="1039"/>
                  </a:cubicBezTo>
                  <a:cubicBezTo>
                    <a:pt x="4949" y="1039"/>
                    <a:pt x="5026" y="1041"/>
                    <a:pt x="5102" y="1041"/>
                  </a:cubicBezTo>
                  <a:cubicBezTo>
                    <a:pt x="5290" y="1041"/>
                    <a:pt x="5470" y="1033"/>
                    <a:pt x="5620" y="982"/>
                  </a:cubicBezTo>
                  <a:cubicBezTo>
                    <a:pt x="5406" y="0"/>
                    <a:pt x="4808" y="294"/>
                    <a:pt x="4086" y="158"/>
                  </a:cubicBezTo>
                  <a:cubicBezTo>
                    <a:pt x="3914" y="125"/>
                    <a:pt x="3753" y="86"/>
                    <a:pt x="3596" y="86"/>
                  </a:cubicBezTo>
                  <a:close/>
                </a:path>
              </a:pathLst>
            </a:custGeom>
            <a:solidFill>
              <a:srgbClr val="9E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2310450" y="3892225"/>
              <a:ext cx="701075" cy="615750"/>
            </a:xfrm>
            <a:custGeom>
              <a:avLst/>
              <a:gdLst/>
              <a:ahLst/>
              <a:cxnLst/>
              <a:rect l="l" t="t" r="r" b="b"/>
              <a:pathLst>
                <a:path w="28043" h="24630" extrusionOk="0">
                  <a:moveTo>
                    <a:pt x="15615" y="0"/>
                  </a:moveTo>
                  <a:cubicBezTo>
                    <a:pt x="10035" y="0"/>
                    <a:pt x="4847" y="3322"/>
                    <a:pt x="2077" y="8402"/>
                  </a:cubicBezTo>
                  <a:cubicBezTo>
                    <a:pt x="757" y="10952"/>
                    <a:pt x="1" y="13389"/>
                    <a:pt x="633" y="16267"/>
                  </a:cubicBezTo>
                  <a:cubicBezTo>
                    <a:pt x="1062" y="18264"/>
                    <a:pt x="2348" y="20487"/>
                    <a:pt x="4018" y="22112"/>
                  </a:cubicBezTo>
                  <a:cubicBezTo>
                    <a:pt x="5158" y="23229"/>
                    <a:pt x="6478" y="24064"/>
                    <a:pt x="7821" y="24346"/>
                  </a:cubicBezTo>
                  <a:cubicBezTo>
                    <a:pt x="8744" y="24541"/>
                    <a:pt x="9666" y="24629"/>
                    <a:pt x="10585" y="24629"/>
                  </a:cubicBezTo>
                  <a:cubicBezTo>
                    <a:pt x="11902" y="24629"/>
                    <a:pt x="13215" y="24449"/>
                    <a:pt x="14524" y="24143"/>
                  </a:cubicBezTo>
                  <a:cubicBezTo>
                    <a:pt x="17661" y="23432"/>
                    <a:pt x="20177" y="22699"/>
                    <a:pt x="22885" y="20871"/>
                  </a:cubicBezTo>
                  <a:cubicBezTo>
                    <a:pt x="25266" y="19156"/>
                    <a:pt x="27602" y="16402"/>
                    <a:pt x="27783" y="13186"/>
                  </a:cubicBezTo>
                  <a:cubicBezTo>
                    <a:pt x="28042" y="7612"/>
                    <a:pt x="23889" y="1507"/>
                    <a:pt x="18608" y="322"/>
                  </a:cubicBezTo>
                  <a:cubicBezTo>
                    <a:pt x="17606" y="105"/>
                    <a:pt x="16604" y="0"/>
                    <a:pt x="15615" y="0"/>
                  </a:cubicBezTo>
                  <a:close/>
                </a:path>
              </a:pathLst>
            </a:custGeom>
            <a:solidFill>
              <a:srgbClr val="FF79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2937300" y="3988575"/>
              <a:ext cx="77875" cy="92550"/>
            </a:xfrm>
            <a:custGeom>
              <a:avLst/>
              <a:gdLst/>
              <a:ahLst/>
              <a:cxnLst/>
              <a:rect l="l" t="t" r="r" b="b"/>
              <a:pathLst>
                <a:path w="3115" h="3702" extrusionOk="0">
                  <a:moveTo>
                    <a:pt x="0" y="0"/>
                  </a:moveTo>
                  <a:lnTo>
                    <a:pt x="474" y="959"/>
                  </a:lnTo>
                  <a:cubicBezTo>
                    <a:pt x="644" y="1275"/>
                    <a:pt x="835" y="1580"/>
                    <a:pt x="1050" y="1873"/>
                  </a:cubicBezTo>
                  <a:cubicBezTo>
                    <a:pt x="1264" y="2144"/>
                    <a:pt x="1433" y="2449"/>
                    <a:pt x="1558" y="2765"/>
                  </a:cubicBezTo>
                  <a:cubicBezTo>
                    <a:pt x="1558" y="2686"/>
                    <a:pt x="1569" y="2596"/>
                    <a:pt x="1558" y="2505"/>
                  </a:cubicBezTo>
                  <a:cubicBezTo>
                    <a:pt x="1535" y="2415"/>
                    <a:pt x="1524" y="2325"/>
                    <a:pt x="1501" y="2235"/>
                  </a:cubicBezTo>
                  <a:cubicBezTo>
                    <a:pt x="1481" y="2176"/>
                    <a:pt x="1462" y="2117"/>
                    <a:pt x="1442" y="2058"/>
                  </a:cubicBezTo>
                  <a:lnTo>
                    <a:pt x="1442" y="2058"/>
                  </a:lnTo>
                  <a:cubicBezTo>
                    <a:pt x="1538" y="2184"/>
                    <a:pt x="1640" y="2305"/>
                    <a:pt x="1761" y="2426"/>
                  </a:cubicBezTo>
                  <a:cubicBezTo>
                    <a:pt x="1907" y="2596"/>
                    <a:pt x="2065" y="2765"/>
                    <a:pt x="2235" y="2900"/>
                  </a:cubicBezTo>
                  <a:lnTo>
                    <a:pt x="3115" y="3702"/>
                  </a:lnTo>
                  <a:lnTo>
                    <a:pt x="2652" y="2630"/>
                  </a:lnTo>
                  <a:cubicBezTo>
                    <a:pt x="2551" y="2426"/>
                    <a:pt x="2472" y="2212"/>
                    <a:pt x="2370" y="2009"/>
                  </a:cubicBezTo>
                  <a:cubicBezTo>
                    <a:pt x="2246" y="1828"/>
                    <a:pt x="2122" y="1648"/>
                    <a:pt x="1998" y="1467"/>
                  </a:cubicBezTo>
                  <a:cubicBezTo>
                    <a:pt x="1727" y="1140"/>
                    <a:pt x="1422" y="835"/>
                    <a:pt x="1117" y="542"/>
                  </a:cubicBezTo>
                  <a:lnTo>
                    <a:pt x="1117" y="542"/>
                  </a:lnTo>
                  <a:cubicBezTo>
                    <a:pt x="1228" y="777"/>
                    <a:pt x="1347" y="1012"/>
                    <a:pt x="1470" y="1240"/>
                  </a:cubicBezTo>
                  <a:lnTo>
                    <a:pt x="1470" y="1240"/>
                  </a:lnTo>
                  <a:lnTo>
                    <a:pt x="1354" y="1106"/>
                  </a:lnTo>
                  <a:lnTo>
                    <a:pt x="835" y="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2975650" y="3995050"/>
              <a:ext cx="29375" cy="47425"/>
            </a:xfrm>
            <a:custGeom>
              <a:avLst/>
              <a:gdLst/>
              <a:ahLst/>
              <a:cxnLst/>
              <a:rect l="l" t="t" r="r" b="b"/>
              <a:pathLst>
                <a:path w="1175" h="1897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25"/>
                    <a:pt x="46" y="249"/>
                    <a:pt x="103" y="373"/>
                  </a:cubicBezTo>
                  <a:cubicBezTo>
                    <a:pt x="148" y="486"/>
                    <a:pt x="193" y="599"/>
                    <a:pt x="260" y="700"/>
                  </a:cubicBezTo>
                  <a:cubicBezTo>
                    <a:pt x="306" y="813"/>
                    <a:pt x="385" y="926"/>
                    <a:pt x="441" y="1039"/>
                  </a:cubicBezTo>
                  <a:lnTo>
                    <a:pt x="554" y="1197"/>
                  </a:lnTo>
                  <a:cubicBezTo>
                    <a:pt x="588" y="1265"/>
                    <a:pt x="622" y="1287"/>
                    <a:pt x="655" y="1355"/>
                  </a:cubicBezTo>
                  <a:cubicBezTo>
                    <a:pt x="712" y="1457"/>
                    <a:pt x="780" y="1558"/>
                    <a:pt x="859" y="1660"/>
                  </a:cubicBezTo>
                  <a:cubicBezTo>
                    <a:pt x="938" y="1761"/>
                    <a:pt x="1050" y="1840"/>
                    <a:pt x="1175" y="1897"/>
                  </a:cubicBezTo>
                  <a:cubicBezTo>
                    <a:pt x="1175" y="1885"/>
                    <a:pt x="1152" y="1739"/>
                    <a:pt x="1152" y="1524"/>
                  </a:cubicBezTo>
                  <a:cubicBezTo>
                    <a:pt x="1152" y="1400"/>
                    <a:pt x="1129" y="1276"/>
                    <a:pt x="1107" y="1163"/>
                  </a:cubicBezTo>
                  <a:cubicBezTo>
                    <a:pt x="1084" y="1084"/>
                    <a:pt x="1062" y="1016"/>
                    <a:pt x="1028" y="949"/>
                  </a:cubicBezTo>
                  <a:lnTo>
                    <a:pt x="926" y="746"/>
                  </a:lnTo>
                  <a:cubicBezTo>
                    <a:pt x="768" y="509"/>
                    <a:pt x="576" y="317"/>
                    <a:pt x="351" y="170"/>
                  </a:cubicBezTo>
                  <a:cubicBezTo>
                    <a:pt x="238" y="91"/>
                    <a:pt x="125" y="35"/>
                    <a:pt x="1" y="1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2993425" y="3988575"/>
              <a:ext cx="23450" cy="44300"/>
            </a:xfrm>
            <a:custGeom>
              <a:avLst/>
              <a:gdLst/>
              <a:ahLst/>
              <a:cxnLst/>
              <a:rect l="l" t="t" r="r" b="b"/>
              <a:pathLst>
                <a:path w="938" h="1772" extrusionOk="0">
                  <a:moveTo>
                    <a:pt x="12" y="0"/>
                  </a:moveTo>
                  <a:cubicBezTo>
                    <a:pt x="1" y="113"/>
                    <a:pt x="1" y="226"/>
                    <a:pt x="23" y="339"/>
                  </a:cubicBezTo>
                  <a:cubicBezTo>
                    <a:pt x="57" y="576"/>
                    <a:pt x="136" y="790"/>
                    <a:pt x="249" y="1005"/>
                  </a:cubicBezTo>
                  <a:cubicBezTo>
                    <a:pt x="339" y="1208"/>
                    <a:pt x="464" y="1388"/>
                    <a:pt x="633" y="1558"/>
                  </a:cubicBezTo>
                  <a:cubicBezTo>
                    <a:pt x="712" y="1637"/>
                    <a:pt x="813" y="1716"/>
                    <a:pt x="915" y="1772"/>
                  </a:cubicBezTo>
                  <a:cubicBezTo>
                    <a:pt x="937" y="1659"/>
                    <a:pt x="937" y="1546"/>
                    <a:pt x="926" y="1433"/>
                  </a:cubicBezTo>
                  <a:cubicBezTo>
                    <a:pt x="904" y="1196"/>
                    <a:pt x="847" y="959"/>
                    <a:pt x="746" y="734"/>
                  </a:cubicBezTo>
                  <a:cubicBezTo>
                    <a:pt x="633" y="531"/>
                    <a:pt x="486" y="350"/>
                    <a:pt x="306" y="192"/>
                  </a:cubicBezTo>
                  <a:cubicBezTo>
                    <a:pt x="215" y="113"/>
                    <a:pt x="125" y="45"/>
                    <a:pt x="12" y="0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2999650" y="3955850"/>
              <a:ext cx="48825" cy="97625"/>
            </a:xfrm>
            <a:custGeom>
              <a:avLst/>
              <a:gdLst/>
              <a:ahLst/>
              <a:cxnLst/>
              <a:rect l="l" t="t" r="r" b="b"/>
              <a:pathLst>
                <a:path w="1953" h="3905" extrusionOk="0">
                  <a:moveTo>
                    <a:pt x="0" y="0"/>
                  </a:moveTo>
                  <a:lnTo>
                    <a:pt x="226" y="655"/>
                  </a:lnTo>
                  <a:cubicBezTo>
                    <a:pt x="267" y="771"/>
                    <a:pt x="312" y="883"/>
                    <a:pt x="364" y="994"/>
                  </a:cubicBezTo>
                  <a:lnTo>
                    <a:pt x="364" y="994"/>
                  </a:lnTo>
                  <a:lnTo>
                    <a:pt x="350" y="982"/>
                  </a:lnTo>
                  <a:lnTo>
                    <a:pt x="158" y="779"/>
                  </a:lnTo>
                  <a:lnTo>
                    <a:pt x="158" y="779"/>
                  </a:lnTo>
                  <a:cubicBezTo>
                    <a:pt x="192" y="869"/>
                    <a:pt x="203" y="948"/>
                    <a:pt x="248" y="1027"/>
                  </a:cubicBezTo>
                  <a:cubicBezTo>
                    <a:pt x="294" y="1117"/>
                    <a:pt x="350" y="1196"/>
                    <a:pt x="406" y="1275"/>
                  </a:cubicBezTo>
                  <a:cubicBezTo>
                    <a:pt x="519" y="1433"/>
                    <a:pt x="621" y="1569"/>
                    <a:pt x="711" y="1716"/>
                  </a:cubicBezTo>
                  <a:cubicBezTo>
                    <a:pt x="790" y="1874"/>
                    <a:pt x="880" y="2032"/>
                    <a:pt x="959" y="2189"/>
                  </a:cubicBezTo>
                  <a:cubicBezTo>
                    <a:pt x="1050" y="2359"/>
                    <a:pt x="1140" y="2517"/>
                    <a:pt x="1230" y="2675"/>
                  </a:cubicBezTo>
                  <a:lnTo>
                    <a:pt x="1952" y="3905"/>
                  </a:lnTo>
                  <a:lnTo>
                    <a:pt x="1693" y="2494"/>
                  </a:lnTo>
                  <a:lnTo>
                    <a:pt x="1625" y="2178"/>
                  </a:lnTo>
                  <a:cubicBezTo>
                    <a:pt x="1591" y="2088"/>
                    <a:pt x="1557" y="1998"/>
                    <a:pt x="1523" y="1896"/>
                  </a:cubicBezTo>
                  <a:cubicBezTo>
                    <a:pt x="1433" y="1727"/>
                    <a:pt x="1343" y="1546"/>
                    <a:pt x="1241" y="1388"/>
                  </a:cubicBezTo>
                  <a:lnTo>
                    <a:pt x="1225" y="1364"/>
                  </a:lnTo>
                  <a:lnTo>
                    <a:pt x="1225" y="1364"/>
                  </a:lnTo>
                  <a:cubicBezTo>
                    <a:pt x="1352" y="1446"/>
                    <a:pt x="1472" y="1537"/>
                    <a:pt x="1591" y="1637"/>
                  </a:cubicBezTo>
                  <a:cubicBezTo>
                    <a:pt x="1659" y="1682"/>
                    <a:pt x="1727" y="1738"/>
                    <a:pt x="1783" y="1795"/>
                  </a:cubicBezTo>
                  <a:cubicBezTo>
                    <a:pt x="1828" y="1862"/>
                    <a:pt x="1907" y="1919"/>
                    <a:pt x="1896" y="2009"/>
                  </a:cubicBezTo>
                  <a:cubicBezTo>
                    <a:pt x="1952" y="1930"/>
                    <a:pt x="1896" y="1817"/>
                    <a:pt x="1862" y="1738"/>
                  </a:cubicBezTo>
                  <a:cubicBezTo>
                    <a:pt x="1828" y="1659"/>
                    <a:pt x="1783" y="1580"/>
                    <a:pt x="1727" y="1501"/>
                  </a:cubicBezTo>
                  <a:cubicBezTo>
                    <a:pt x="1625" y="1354"/>
                    <a:pt x="1512" y="1219"/>
                    <a:pt x="1388" y="1084"/>
                  </a:cubicBezTo>
                  <a:cubicBezTo>
                    <a:pt x="1275" y="948"/>
                    <a:pt x="1151" y="824"/>
                    <a:pt x="1016" y="700"/>
                  </a:cubicBezTo>
                  <a:cubicBezTo>
                    <a:pt x="880" y="576"/>
                    <a:pt x="734" y="452"/>
                    <a:pt x="576" y="3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3038850" y="3967125"/>
              <a:ext cx="19500" cy="35300"/>
            </a:xfrm>
            <a:custGeom>
              <a:avLst/>
              <a:gdLst/>
              <a:ahLst/>
              <a:cxnLst/>
              <a:rect l="l" t="t" r="r" b="b"/>
              <a:pathLst>
                <a:path w="780" h="1412" extrusionOk="0">
                  <a:moveTo>
                    <a:pt x="46" y="1"/>
                  </a:moveTo>
                  <a:cubicBezTo>
                    <a:pt x="12" y="91"/>
                    <a:pt x="1" y="193"/>
                    <a:pt x="1" y="294"/>
                  </a:cubicBezTo>
                  <a:cubicBezTo>
                    <a:pt x="12" y="475"/>
                    <a:pt x="57" y="655"/>
                    <a:pt x="147" y="824"/>
                  </a:cubicBezTo>
                  <a:cubicBezTo>
                    <a:pt x="226" y="971"/>
                    <a:pt x="339" y="1107"/>
                    <a:pt x="463" y="1219"/>
                  </a:cubicBezTo>
                  <a:cubicBezTo>
                    <a:pt x="576" y="1321"/>
                    <a:pt x="666" y="1411"/>
                    <a:pt x="666" y="1411"/>
                  </a:cubicBezTo>
                  <a:cubicBezTo>
                    <a:pt x="723" y="1321"/>
                    <a:pt x="757" y="1231"/>
                    <a:pt x="768" y="1129"/>
                  </a:cubicBezTo>
                  <a:cubicBezTo>
                    <a:pt x="779" y="926"/>
                    <a:pt x="734" y="734"/>
                    <a:pt x="644" y="565"/>
                  </a:cubicBezTo>
                  <a:cubicBezTo>
                    <a:pt x="554" y="407"/>
                    <a:pt x="429" y="272"/>
                    <a:pt x="294" y="159"/>
                  </a:cubicBezTo>
                  <a:cubicBezTo>
                    <a:pt x="215" y="102"/>
                    <a:pt x="136" y="46"/>
                    <a:pt x="46" y="1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3058025" y="3970225"/>
              <a:ext cx="17250" cy="28525"/>
            </a:xfrm>
            <a:custGeom>
              <a:avLst/>
              <a:gdLst/>
              <a:ahLst/>
              <a:cxnLst/>
              <a:rect l="l" t="t" r="r" b="b"/>
              <a:pathLst>
                <a:path w="690" h="1141" extrusionOk="0">
                  <a:moveTo>
                    <a:pt x="35" y="1"/>
                  </a:moveTo>
                  <a:cubicBezTo>
                    <a:pt x="12" y="80"/>
                    <a:pt x="1" y="159"/>
                    <a:pt x="1" y="249"/>
                  </a:cubicBezTo>
                  <a:cubicBezTo>
                    <a:pt x="1" y="396"/>
                    <a:pt x="35" y="531"/>
                    <a:pt x="103" y="667"/>
                  </a:cubicBezTo>
                  <a:cubicBezTo>
                    <a:pt x="159" y="779"/>
                    <a:pt x="238" y="892"/>
                    <a:pt x="339" y="983"/>
                  </a:cubicBezTo>
                  <a:cubicBezTo>
                    <a:pt x="396" y="1039"/>
                    <a:pt x="464" y="1095"/>
                    <a:pt x="543" y="1141"/>
                  </a:cubicBezTo>
                  <a:cubicBezTo>
                    <a:pt x="588" y="1073"/>
                    <a:pt x="633" y="994"/>
                    <a:pt x="644" y="904"/>
                  </a:cubicBezTo>
                  <a:cubicBezTo>
                    <a:pt x="689" y="746"/>
                    <a:pt x="667" y="576"/>
                    <a:pt x="599" y="418"/>
                  </a:cubicBezTo>
                  <a:cubicBezTo>
                    <a:pt x="520" y="283"/>
                    <a:pt x="407" y="159"/>
                    <a:pt x="272" y="80"/>
                  </a:cubicBezTo>
                  <a:cubicBezTo>
                    <a:pt x="193" y="46"/>
                    <a:pt x="114" y="12"/>
                    <a:pt x="35" y="1"/>
                  </a:cubicBezTo>
                  <a:close/>
                </a:path>
              </a:pathLst>
            </a:custGeom>
            <a:solidFill>
              <a:srgbClr val="764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2426125" y="4041600"/>
              <a:ext cx="11575" cy="18075"/>
            </a:xfrm>
            <a:custGeom>
              <a:avLst/>
              <a:gdLst/>
              <a:ahLst/>
              <a:cxnLst/>
              <a:rect l="l" t="t" r="r" b="b"/>
              <a:pathLst>
                <a:path w="463" h="723" extrusionOk="0">
                  <a:moveTo>
                    <a:pt x="226" y="1"/>
                  </a:moveTo>
                  <a:cubicBezTo>
                    <a:pt x="102" y="1"/>
                    <a:pt x="0" y="159"/>
                    <a:pt x="0" y="362"/>
                  </a:cubicBezTo>
                  <a:cubicBezTo>
                    <a:pt x="0" y="554"/>
                    <a:pt x="102" y="723"/>
                    <a:pt x="226" y="723"/>
                  </a:cubicBezTo>
                  <a:cubicBezTo>
                    <a:pt x="361" y="723"/>
                    <a:pt x="463" y="554"/>
                    <a:pt x="463" y="362"/>
                  </a:cubicBezTo>
                  <a:cubicBezTo>
                    <a:pt x="463" y="159"/>
                    <a:pt x="361" y="1"/>
                    <a:pt x="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2435425" y="4029175"/>
              <a:ext cx="17000" cy="14150"/>
            </a:xfrm>
            <a:custGeom>
              <a:avLst/>
              <a:gdLst/>
              <a:ahLst/>
              <a:cxnLst/>
              <a:rect l="l" t="t" r="r" b="b"/>
              <a:pathLst>
                <a:path w="680" h="566" extrusionOk="0">
                  <a:moveTo>
                    <a:pt x="393" y="0"/>
                  </a:moveTo>
                  <a:cubicBezTo>
                    <a:pt x="387" y="0"/>
                    <a:pt x="380" y="1"/>
                    <a:pt x="373" y="1"/>
                  </a:cubicBezTo>
                  <a:cubicBezTo>
                    <a:pt x="114" y="1"/>
                    <a:pt x="1" y="328"/>
                    <a:pt x="193" y="498"/>
                  </a:cubicBezTo>
                  <a:cubicBezTo>
                    <a:pt x="246" y="545"/>
                    <a:pt x="309" y="566"/>
                    <a:pt x="370" y="566"/>
                  </a:cubicBezTo>
                  <a:cubicBezTo>
                    <a:pt x="528" y="566"/>
                    <a:pt x="680" y="428"/>
                    <a:pt x="655" y="249"/>
                  </a:cubicBezTo>
                  <a:cubicBezTo>
                    <a:pt x="644" y="110"/>
                    <a:pt x="531" y="0"/>
                    <a:pt x="3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2460525" y="4007750"/>
              <a:ext cx="22900" cy="21475"/>
            </a:xfrm>
            <a:custGeom>
              <a:avLst/>
              <a:gdLst/>
              <a:ahLst/>
              <a:cxnLst/>
              <a:rect l="l" t="t" r="r" b="b"/>
              <a:pathLst>
                <a:path w="916" h="859" extrusionOk="0">
                  <a:moveTo>
                    <a:pt x="452" y="1"/>
                  </a:moveTo>
                  <a:cubicBezTo>
                    <a:pt x="204" y="1"/>
                    <a:pt x="1" y="192"/>
                    <a:pt x="1" y="429"/>
                  </a:cubicBezTo>
                  <a:cubicBezTo>
                    <a:pt x="1" y="666"/>
                    <a:pt x="204" y="858"/>
                    <a:pt x="452" y="858"/>
                  </a:cubicBezTo>
                  <a:cubicBezTo>
                    <a:pt x="712" y="858"/>
                    <a:pt x="915" y="666"/>
                    <a:pt x="915" y="429"/>
                  </a:cubicBezTo>
                  <a:cubicBezTo>
                    <a:pt x="915" y="192"/>
                    <a:pt x="712" y="1"/>
                    <a:pt x="4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2460525" y="4041600"/>
              <a:ext cx="22900" cy="18075"/>
            </a:xfrm>
            <a:custGeom>
              <a:avLst/>
              <a:gdLst/>
              <a:ahLst/>
              <a:cxnLst/>
              <a:rect l="l" t="t" r="r" b="b"/>
              <a:pathLst>
                <a:path w="916" h="723" extrusionOk="0">
                  <a:moveTo>
                    <a:pt x="452" y="1"/>
                  </a:moveTo>
                  <a:cubicBezTo>
                    <a:pt x="204" y="1"/>
                    <a:pt x="1" y="159"/>
                    <a:pt x="1" y="362"/>
                  </a:cubicBezTo>
                  <a:cubicBezTo>
                    <a:pt x="1" y="554"/>
                    <a:pt x="204" y="723"/>
                    <a:pt x="452" y="723"/>
                  </a:cubicBezTo>
                  <a:cubicBezTo>
                    <a:pt x="712" y="723"/>
                    <a:pt x="915" y="554"/>
                    <a:pt x="915" y="362"/>
                  </a:cubicBezTo>
                  <a:cubicBezTo>
                    <a:pt x="915" y="159"/>
                    <a:pt x="712" y="1"/>
                    <a:pt x="4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2496650" y="4018475"/>
              <a:ext cx="7075" cy="10750"/>
            </a:xfrm>
            <a:custGeom>
              <a:avLst/>
              <a:gdLst/>
              <a:ahLst/>
              <a:cxnLst/>
              <a:rect l="l" t="t" r="r" b="b"/>
              <a:pathLst>
                <a:path w="283" h="430" extrusionOk="0">
                  <a:moveTo>
                    <a:pt x="147" y="0"/>
                  </a:moveTo>
                  <a:cubicBezTo>
                    <a:pt x="68" y="0"/>
                    <a:pt x="0" y="91"/>
                    <a:pt x="0" y="215"/>
                  </a:cubicBezTo>
                  <a:cubicBezTo>
                    <a:pt x="0" y="328"/>
                    <a:pt x="68" y="429"/>
                    <a:pt x="147" y="429"/>
                  </a:cubicBezTo>
                  <a:cubicBezTo>
                    <a:pt x="226" y="429"/>
                    <a:pt x="282" y="328"/>
                    <a:pt x="282" y="215"/>
                  </a:cubicBezTo>
                  <a:cubicBezTo>
                    <a:pt x="282" y="91"/>
                    <a:pt x="226" y="0"/>
                    <a:pt x="1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2515550" y="3984900"/>
              <a:ext cx="15825" cy="22875"/>
            </a:xfrm>
            <a:custGeom>
              <a:avLst/>
              <a:gdLst/>
              <a:ahLst/>
              <a:cxnLst/>
              <a:rect l="l" t="t" r="r" b="b"/>
              <a:pathLst>
                <a:path w="633" h="915" extrusionOk="0">
                  <a:moveTo>
                    <a:pt x="316" y="1"/>
                  </a:moveTo>
                  <a:cubicBezTo>
                    <a:pt x="136" y="1"/>
                    <a:pt x="0" y="204"/>
                    <a:pt x="0" y="452"/>
                  </a:cubicBezTo>
                  <a:cubicBezTo>
                    <a:pt x="0" y="712"/>
                    <a:pt x="136" y="915"/>
                    <a:pt x="316" y="915"/>
                  </a:cubicBezTo>
                  <a:cubicBezTo>
                    <a:pt x="486" y="915"/>
                    <a:pt x="632" y="712"/>
                    <a:pt x="632" y="452"/>
                  </a:cubicBezTo>
                  <a:cubicBezTo>
                    <a:pt x="632" y="204"/>
                    <a:pt x="486" y="1"/>
                    <a:pt x="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2539800" y="3969950"/>
              <a:ext cx="26825" cy="31350"/>
            </a:xfrm>
            <a:custGeom>
              <a:avLst/>
              <a:gdLst/>
              <a:ahLst/>
              <a:cxnLst/>
              <a:rect l="l" t="t" r="r" b="b"/>
              <a:pathLst>
                <a:path w="1073" h="1254" extrusionOk="0">
                  <a:moveTo>
                    <a:pt x="542" y="1"/>
                  </a:moveTo>
                  <a:cubicBezTo>
                    <a:pt x="249" y="1"/>
                    <a:pt x="1" y="283"/>
                    <a:pt x="1" y="621"/>
                  </a:cubicBezTo>
                  <a:cubicBezTo>
                    <a:pt x="1" y="971"/>
                    <a:pt x="238" y="1253"/>
                    <a:pt x="542" y="1253"/>
                  </a:cubicBezTo>
                  <a:cubicBezTo>
                    <a:pt x="836" y="1253"/>
                    <a:pt x="1073" y="971"/>
                    <a:pt x="1073" y="621"/>
                  </a:cubicBezTo>
                  <a:cubicBezTo>
                    <a:pt x="1073" y="283"/>
                    <a:pt x="836" y="1"/>
                    <a:pt x="5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2533875" y="4023825"/>
              <a:ext cx="19500" cy="16550"/>
            </a:xfrm>
            <a:custGeom>
              <a:avLst/>
              <a:gdLst/>
              <a:ahLst/>
              <a:cxnLst/>
              <a:rect l="l" t="t" r="r" b="b"/>
              <a:pathLst>
                <a:path w="780" h="662" extrusionOk="0">
                  <a:moveTo>
                    <a:pt x="441" y="1"/>
                  </a:moveTo>
                  <a:cubicBezTo>
                    <a:pt x="159" y="1"/>
                    <a:pt x="1" y="351"/>
                    <a:pt x="204" y="554"/>
                  </a:cubicBezTo>
                  <a:cubicBezTo>
                    <a:pt x="271" y="628"/>
                    <a:pt x="357" y="662"/>
                    <a:pt x="443" y="662"/>
                  </a:cubicBezTo>
                  <a:cubicBezTo>
                    <a:pt x="606" y="662"/>
                    <a:pt x="765" y="542"/>
                    <a:pt x="779" y="351"/>
                  </a:cubicBezTo>
                  <a:cubicBezTo>
                    <a:pt x="779" y="159"/>
                    <a:pt x="633" y="1"/>
                    <a:pt x="4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2485375" y="3978975"/>
              <a:ext cx="18625" cy="15875"/>
            </a:xfrm>
            <a:custGeom>
              <a:avLst/>
              <a:gdLst/>
              <a:ahLst/>
              <a:cxnLst/>
              <a:rect l="l" t="t" r="r" b="b"/>
              <a:pathLst>
                <a:path w="745" h="635" extrusionOk="0">
                  <a:moveTo>
                    <a:pt x="418" y="1"/>
                  </a:moveTo>
                  <a:cubicBezTo>
                    <a:pt x="147" y="1"/>
                    <a:pt x="0" y="328"/>
                    <a:pt x="192" y="531"/>
                  </a:cubicBezTo>
                  <a:cubicBezTo>
                    <a:pt x="255" y="603"/>
                    <a:pt x="339" y="635"/>
                    <a:pt x="421" y="635"/>
                  </a:cubicBezTo>
                  <a:cubicBezTo>
                    <a:pt x="572" y="635"/>
                    <a:pt x="719" y="526"/>
                    <a:pt x="733" y="350"/>
                  </a:cubicBezTo>
                  <a:cubicBezTo>
                    <a:pt x="745" y="170"/>
                    <a:pt x="598" y="12"/>
                    <a:pt x="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2407775" y="4087300"/>
              <a:ext cx="11875" cy="8200"/>
            </a:xfrm>
            <a:custGeom>
              <a:avLst/>
              <a:gdLst/>
              <a:ahLst/>
              <a:cxnLst/>
              <a:rect l="l" t="t" r="r" b="b"/>
              <a:pathLst>
                <a:path w="475" h="328" extrusionOk="0">
                  <a:moveTo>
                    <a:pt x="238" y="1"/>
                  </a:moveTo>
                  <a:cubicBezTo>
                    <a:pt x="114" y="1"/>
                    <a:pt x="1" y="68"/>
                    <a:pt x="1" y="170"/>
                  </a:cubicBezTo>
                  <a:cubicBezTo>
                    <a:pt x="1" y="260"/>
                    <a:pt x="114" y="328"/>
                    <a:pt x="238" y="328"/>
                  </a:cubicBezTo>
                  <a:cubicBezTo>
                    <a:pt x="373" y="328"/>
                    <a:pt x="475" y="260"/>
                    <a:pt x="475" y="170"/>
                  </a:cubicBezTo>
                  <a:cubicBezTo>
                    <a:pt x="475" y="80"/>
                    <a:pt x="373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2429500" y="4076850"/>
              <a:ext cx="16075" cy="13200"/>
            </a:xfrm>
            <a:custGeom>
              <a:avLst/>
              <a:gdLst/>
              <a:ahLst/>
              <a:cxnLst/>
              <a:rect l="l" t="t" r="r" b="b"/>
              <a:pathLst>
                <a:path w="643" h="528" extrusionOk="0">
                  <a:moveTo>
                    <a:pt x="373" y="0"/>
                  </a:moveTo>
                  <a:cubicBezTo>
                    <a:pt x="366" y="0"/>
                    <a:pt x="358" y="1"/>
                    <a:pt x="351" y="1"/>
                  </a:cubicBezTo>
                  <a:cubicBezTo>
                    <a:pt x="102" y="1"/>
                    <a:pt x="1" y="306"/>
                    <a:pt x="181" y="464"/>
                  </a:cubicBezTo>
                  <a:cubicBezTo>
                    <a:pt x="235" y="508"/>
                    <a:pt x="295" y="527"/>
                    <a:pt x="353" y="527"/>
                  </a:cubicBezTo>
                  <a:cubicBezTo>
                    <a:pt x="504" y="527"/>
                    <a:pt x="643" y="395"/>
                    <a:pt x="610" y="216"/>
                  </a:cubicBezTo>
                  <a:cubicBezTo>
                    <a:pt x="599" y="88"/>
                    <a:pt x="498" y="0"/>
                    <a:pt x="3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2419625" y="4117775"/>
              <a:ext cx="12150" cy="9050"/>
            </a:xfrm>
            <a:custGeom>
              <a:avLst/>
              <a:gdLst/>
              <a:ahLst/>
              <a:cxnLst/>
              <a:rect l="l" t="t" r="r" b="b"/>
              <a:pathLst>
                <a:path w="486" h="362" extrusionOk="0">
                  <a:moveTo>
                    <a:pt x="249" y="0"/>
                  </a:moveTo>
                  <a:cubicBezTo>
                    <a:pt x="114" y="0"/>
                    <a:pt x="1" y="79"/>
                    <a:pt x="1" y="181"/>
                  </a:cubicBezTo>
                  <a:cubicBezTo>
                    <a:pt x="1" y="283"/>
                    <a:pt x="114" y="362"/>
                    <a:pt x="249" y="362"/>
                  </a:cubicBezTo>
                  <a:cubicBezTo>
                    <a:pt x="384" y="362"/>
                    <a:pt x="486" y="283"/>
                    <a:pt x="486" y="181"/>
                  </a:cubicBezTo>
                  <a:cubicBezTo>
                    <a:pt x="486" y="79"/>
                    <a:pt x="384" y="0"/>
                    <a:pt x="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2399600" y="4146550"/>
              <a:ext cx="8200" cy="7050"/>
            </a:xfrm>
            <a:custGeom>
              <a:avLst/>
              <a:gdLst/>
              <a:ahLst/>
              <a:cxnLst/>
              <a:rect l="l" t="t" r="r" b="b"/>
              <a:pathLst>
                <a:path w="328" h="282" extrusionOk="0">
                  <a:moveTo>
                    <a:pt x="192" y="0"/>
                  </a:moveTo>
                  <a:cubicBezTo>
                    <a:pt x="68" y="0"/>
                    <a:pt x="1" y="158"/>
                    <a:pt x="91" y="237"/>
                  </a:cubicBezTo>
                  <a:cubicBezTo>
                    <a:pt x="121" y="268"/>
                    <a:pt x="158" y="282"/>
                    <a:pt x="194" y="282"/>
                  </a:cubicBezTo>
                  <a:cubicBezTo>
                    <a:pt x="264" y="282"/>
                    <a:pt x="328" y="229"/>
                    <a:pt x="328" y="147"/>
                  </a:cubicBezTo>
                  <a:cubicBezTo>
                    <a:pt x="328" y="68"/>
                    <a:pt x="271" y="0"/>
                    <a:pt x="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2458575" y="4095500"/>
              <a:ext cx="16375" cy="14100"/>
            </a:xfrm>
            <a:custGeom>
              <a:avLst/>
              <a:gdLst/>
              <a:ahLst/>
              <a:cxnLst/>
              <a:rect l="l" t="t" r="r" b="b"/>
              <a:pathLst>
                <a:path w="655" h="564" extrusionOk="0">
                  <a:moveTo>
                    <a:pt x="372" y="0"/>
                  </a:moveTo>
                  <a:cubicBezTo>
                    <a:pt x="124" y="0"/>
                    <a:pt x="0" y="305"/>
                    <a:pt x="169" y="485"/>
                  </a:cubicBezTo>
                  <a:cubicBezTo>
                    <a:pt x="227" y="539"/>
                    <a:pt x="296" y="563"/>
                    <a:pt x="365" y="563"/>
                  </a:cubicBezTo>
                  <a:cubicBezTo>
                    <a:pt x="513" y="563"/>
                    <a:pt x="654" y="452"/>
                    <a:pt x="654" y="282"/>
                  </a:cubicBezTo>
                  <a:cubicBezTo>
                    <a:pt x="654" y="124"/>
                    <a:pt x="530" y="0"/>
                    <a:pt x="3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2383525" y="4113550"/>
              <a:ext cx="6225" cy="4250"/>
            </a:xfrm>
            <a:custGeom>
              <a:avLst/>
              <a:gdLst/>
              <a:ahLst/>
              <a:cxnLst/>
              <a:rect l="l" t="t" r="r" b="b"/>
              <a:pathLst>
                <a:path w="249" h="170" extrusionOk="0">
                  <a:moveTo>
                    <a:pt x="125" y="0"/>
                  </a:moveTo>
                  <a:cubicBezTo>
                    <a:pt x="57" y="0"/>
                    <a:pt x="0" y="45"/>
                    <a:pt x="0" y="90"/>
                  </a:cubicBezTo>
                  <a:cubicBezTo>
                    <a:pt x="0" y="136"/>
                    <a:pt x="57" y="169"/>
                    <a:pt x="125" y="169"/>
                  </a:cubicBezTo>
                  <a:cubicBezTo>
                    <a:pt x="192" y="169"/>
                    <a:pt x="249" y="136"/>
                    <a:pt x="249" y="90"/>
                  </a:cubicBezTo>
                  <a:cubicBezTo>
                    <a:pt x="249" y="45"/>
                    <a:pt x="192" y="0"/>
                    <a:pt x="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2511875" y="4066150"/>
              <a:ext cx="24850" cy="21250"/>
            </a:xfrm>
            <a:custGeom>
              <a:avLst/>
              <a:gdLst/>
              <a:ahLst/>
              <a:cxnLst/>
              <a:rect l="l" t="t" r="r" b="b"/>
              <a:pathLst>
                <a:path w="994" h="850" extrusionOk="0">
                  <a:moveTo>
                    <a:pt x="576" y="0"/>
                  </a:moveTo>
                  <a:cubicBezTo>
                    <a:pt x="193" y="0"/>
                    <a:pt x="1" y="452"/>
                    <a:pt x="272" y="723"/>
                  </a:cubicBezTo>
                  <a:cubicBezTo>
                    <a:pt x="359" y="810"/>
                    <a:pt x="466" y="849"/>
                    <a:pt x="569" y="849"/>
                  </a:cubicBezTo>
                  <a:cubicBezTo>
                    <a:pt x="787" y="849"/>
                    <a:pt x="994" y="678"/>
                    <a:pt x="994" y="418"/>
                  </a:cubicBezTo>
                  <a:cubicBezTo>
                    <a:pt x="994" y="192"/>
                    <a:pt x="802" y="0"/>
                    <a:pt x="5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2491000" y="4059375"/>
              <a:ext cx="13000" cy="11325"/>
            </a:xfrm>
            <a:custGeom>
              <a:avLst/>
              <a:gdLst/>
              <a:ahLst/>
              <a:cxnLst/>
              <a:rect l="l" t="t" r="r" b="b"/>
              <a:pathLst>
                <a:path w="520" h="453" extrusionOk="0">
                  <a:moveTo>
                    <a:pt x="294" y="1"/>
                  </a:moveTo>
                  <a:cubicBezTo>
                    <a:pt x="102" y="1"/>
                    <a:pt x="1" y="226"/>
                    <a:pt x="114" y="373"/>
                  </a:cubicBezTo>
                  <a:cubicBezTo>
                    <a:pt x="160" y="428"/>
                    <a:pt x="223" y="453"/>
                    <a:pt x="284" y="453"/>
                  </a:cubicBezTo>
                  <a:cubicBezTo>
                    <a:pt x="387" y="453"/>
                    <a:pt x="487" y="384"/>
                    <a:pt x="508" y="271"/>
                  </a:cubicBezTo>
                  <a:cubicBezTo>
                    <a:pt x="520" y="136"/>
                    <a:pt x="418" y="12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2574500" y="4050350"/>
              <a:ext cx="9050" cy="5100"/>
            </a:xfrm>
            <a:custGeom>
              <a:avLst/>
              <a:gdLst/>
              <a:ahLst/>
              <a:cxnLst/>
              <a:rect l="l" t="t" r="r" b="b"/>
              <a:pathLst>
                <a:path w="362" h="204" extrusionOk="0">
                  <a:moveTo>
                    <a:pt x="181" y="1"/>
                  </a:moveTo>
                  <a:cubicBezTo>
                    <a:pt x="80" y="1"/>
                    <a:pt x="1" y="46"/>
                    <a:pt x="1" y="102"/>
                  </a:cubicBezTo>
                  <a:cubicBezTo>
                    <a:pt x="1" y="159"/>
                    <a:pt x="80" y="204"/>
                    <a:pt x="181" y="204"/>
                  </a:cubicBezTo>
                  <a:cubicBezTo>
                    <a:pt x="283" y="204"/>
                    <a:pt x="362" y="159"/>
                    <a:pt x="362" y="102"/>
                  </a:cubicBezTo>
                  <a:cubicBezTo>
                    <a:pt x="362" y="46"/>
                    <a:pt x="283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2596500" y="4011975"/>
              <a:ext cx="10200" cy="17250"/>
            </a:xfrm>
            <a:custGeom>
              <a:avLst/>
              <a:gdLst/>
              <a:ahLst/>
              <a:cxnLst/>
              <a:rect l="l" t="t" r="r" b="b"/>
              <a:pathLst>
                <a:path w="408" h="690" extrusionOk="0">
                  <a:moveTo>
                    <a:pt x="204" y="1"/>
                  </a:moveTo>
                  <a:cubicBezTo>
                    <a:pt x="91" y="1"/>
                    <a:pt x="1" y="148"/>
                    <a:pt x="1" y="339"/>
                  </a:cubicBezTo>
                  <a:cubicBezTo>
                    <a:pt x="1" y="531"/>
                    <a:pt x="91" y="689"/>
                    <a:pt x="204" y="689"/>
                  </a:cubicBezTo>
                  <a:cubicBezTo>
                    <a:pt x="317" y="689"/>
                    <a:pt x="407" y="531"/>
                    <a:pt x="407" y="339"/>
                  </a:cubicBezTo>
                  <a:cubicBezTo>
                    <a:pt x="407" y="148"/>
                    <a:pt x="317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2596500" y="3939775"/>
              <a:ext cx="10200" cy="15525"/>
            </a:xfrm>
            <a:custGeom>
              <a:avLst/>
              <a:gdLst/>
              <a:ahLst/>
              <a:cxnLst/>
              <a:rect l="l" t="t" r="r" b="b"/>
              <a:pathLst>
                <a:path w="408" h="621" extrusionOk="0">
                  <a:moveTo>
                    <a:pt x="204" y="0"/>
                  </a:moveTo>
                  <a:cubicBezTo>
                    <a:pt x="91" y="0"/>
                    <a:pt x="1" y="136"/>
                    <a:pt x="1" y="305"/>
                  </a:cubicBezTo>
                  <a:cubicBezTo>
                    <a:pt x="1" y="485"/>
                    <a:pt x="91" y="621"/>
                    <a:pt x="204" y="621"/>
                  </a:cubicBezTo>
                  <a:cubicBezTo>
                    <a:pt x="317" y="621"/>
                    <a:pt x="407" y="485"/>
                    <a:pt x="407" y="305"/>
                  </a:cubicBezTo>
                  <a:cubicBezTo>
                    <a:pt x="407" y="136"/>
                    <a:pt x="317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2417900" y="4226950"/>
              <a:ext cx="487550" cy="453250"/>
            </a:xfrm>
            <a:custGeom>
              <a:avLst/>
              <a:gdLst/>
              <a:ahLst/>
              <a:cxnLst/>
              <a:rect l="l" t="t" r="r" b="b"/>
              <a:pathLst>
                <a:path w="19502" h="18130" extrusionOk="0">
                  <a:moveTo>
                    <a:pt x="14886" y="0"/>
                  </a:moveTo>
                  <a:lnTo>
                    <a:pt x="14886" y="0"/>
                  </a:lnTo>
                  <a:cubicBezTo>
                    <a:pt x="13453" y="1591"/>
                    <a:pt x="1401" y="14941"/>
                    <a:pt x="2" y="16419"/>
                  </a:cubicBezTo>
                  <a:cubicBezTo>
                    <a:pt x="90" y="16397"/>
                    <a:pt x="144" y="16385"/>
                    <a:pt x="160" y="16385"/>
                  </a:cubicBezTo>
                  <a:cubicBezTo>
                    <a:pt x="168" y="16385"/>
                    <a:pt x="165" y="16388"/>
                    <a:pt x="149" y="16396"/>
                  </a:cubicBezTo>
                  <a:cubicBezTo>
                    <a:pt x="1" y="16477"/>
                    <a:pt x="2903" y="18129"/>
                    <a:pt x="6582" y="18129"/>
                  </a:cubicBezTo>
                  <a:cubicBezTo>
                    <a:pt x="9068" y="18129"/>
                    <a:pt x="11907" y="17375"/>
                    <a:pt x="14401" y="14873"/>
                  </a:cubicBezTo>
                  <a:cubicBezTo>
                    <a:pt x="19501" y="9739"/>
                    <a:pt x="16195" y="2415"/>
                    <a:pt x="14886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2415400" y="4223000"/>
              <a:ext cx="571575" cy="550975"/>
            </a:xfrm>
            <a:custGeom>
              <a:avLst/>
              <a:gdLst/>
              <a:ahLst/>
              <a:cxnLst/>
              <a:rect l="l" t="t" r="r" b="b"/>
              <a:pathLst>
                <a:path w="22863" h="22039" extrusionOk="0">
                  <a:moveTo>
                    <a:pt x="14986" y="158"/>
                  </a:moveTo>
                  <a:cubicBezTo>
                    <a:pt x="16306" y="2573"/>
                    <a:pt x="19601" y="9897"/>
                    <a:pt x="14501" y="15031"/>
                  </a:cubicBezTo>
                  <a:cubicBezTo>
                    <a:pt x="8317" y="21237"/>
                    <a:pt x="1" y="16690"/>
                    <a:pt x="260" y="16554"/>
                  </a:cubicBezTo>
                  <a:cubicBezTo>
                    <a:pt x="294" y="16532"/>
                    <a:pt x="237" y="16543"/>
                    <a:pt x="113" y="16577"/>
                  </a:cubicBezTo>
                  <a:cubicBezTo>
                    <a:pt x="68" y="16633"/>
                    <a:pt x="34" y="16667"/>
                    <a:pt x="12" y="16690"/>
                  </a:cubicBezTo>
                  <a:cubicBezTo>
                    <a:pt x="12" y="16690"/>
                    <a:pt x="7843" y="22038"/>
                    <a:pt x="13801" y="16712"/>
                  </a:cubicBezTo>
                  <a:cubicBezTo>
                    <a:pt x="22862" y="8610"/>
                    <a:pt x="15144" y="0"/>
                    <a:pt x="15144" y="0"/>
                  </a:cubicBezTo>
                  <a:close/>
                </a:path>
              </a:pathLst>
            </a:custGeom>
            <a:solidFill>
              <a:srgbClr val="C798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2621900" y="4339225"/>
              <a:ext cx="92000" cy="106650"/>
            </a:xfrm>
            <a:custGeom>
              <a:avLst/>
              <a:gdLst/>
              <a:ahLst/>
              <a:cxnLst/>
              <a:rect l="l" t="t" r="r" b="b"/>
              <a:pathLst>
                <a:path w="3680" h="4266" extrusionOk="0">
                  <a:moveTo>
                    <a:pt x="3679" y="1"/>
                  </a:moveTo>
                  <a:cubicBezTo>
                    <a:pt x="3431" y="170"/>
                    <a:pt x="3194" y="350"/>
                    <a:pt x="2968" y="542"/>
                  </a:cubicBezTo>
                  <a:cubicBezTo>
                    <a:pt x="2720" y="734"/>
                    <a:pt x="2494" y="937"/>
                    <a:pt x="2291" y="1163"/>
                  </a:cubicBezTo>
                  <a:cubicBezTo>
                    <a:pt x="2066" y="1411"/>
                    <a:pt x="1817" y="1682"/>
                    <a:pt x="1603" y="1953"/>
                  </a:cubicBezTo>
                  <a:cubicBezTo>
                    <a:pt x="1389" y="2223"/>
                    <a:pt x="1174" y="2494"/>
                    <a:pt x="994" y="2765"/>
                  </a:cubicBezTo>
                  <a:cubicBezTo>
                    <a:pt x="802" y="3036"/>
                    <a:pt x="610" y="3284"/>
                    <a:pt x="463" y="3510"/>
                  </a:cubicBezTo>
                  <a:cubicBezTo>
                    <a:pt x="294" y="3747"/>
                    <a:pt x="136" y="4006"/>
                    <a:pt x="1" y="4266"/>
                  </a:cubicBezTo>
                  <a:cubicBezTo>
                    <a:pt x="249" y="4097"/>
                    <a:pt x="486" y="3916"/>
                    <a:pt x="711" y="3713"/>
                  </a:cubicBezTo>
                  <a:cubicBezTo>
                    <a:pt x="948" y="3521"/>
                    <a:pt x="1163" y="3318"/>
                    <a:pt x="1366" y="3092"/>
                  </a:cubicBezTo>
                  <a:cubicBezTo>
                    <a:pt x="1592" y="2844"/>
                    <a:pt x="1829" y="2573"/>
                    <a:pt x="2054" y="2302"/>
                  </a:cubicBezTo>
                  <a:cubicBezTo>
                    <a:pt x="2269" y="2020"/>
                    <a:pt x="2483" y="1750"/>
                    <a:pt x="2675" y="1479"/>
                  </a:cubicBezTo>
                  <a:cubicBezTo>
                    <a:pt x="2776" y="1355"/>
                    <a:pt x="2855" y="1208"/>
                    <a:pt x="2946" y="1095"/>
                  </a:cubicBezTo>
                  <a:cubicBezTo>
                    <a:pt x="3036" y="982"/>
                    <a:pt x="3126" y="858"/>
                    <a:pt x="3194" y="757"/>
                  </a:cubicBezTo>
                  <a:cubicBezTo>
                    <a:pt x="3375" y="520"/>
                    <a:pt x="3533" y="260"/>
                    <a:pt x="36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2713875" y="4324275"/>
              <a:ext cx="30775" cy="39225"/>
            </a:xfrm>
            <a:custGeom>
              <a:avLst/>
              <a:gdLst/>
              <a:ahLst/>
              <a:cxnLst/>
              <a:rect l="l" t="t" r="r" b="b"/>
              <a:pathLst>
                <a:path w="1231" h="1569" extrusionOk="0">
                  <a:moveTo>
                    <a:pt x="1230" y="0"/>
                  </a:moveTo>
                  <a:cubicBezTo>
                    <a:pt x="1117" y="34"/>
                    <a:pt x="1016" y="91"/>
                    <a:pt x="914" y="158"/>
                  </a:cubicBezTo>
                  <a:cubicBezTo>
                    <a:pt x="722" y="283"/>
                    <a:pt x="553" y="452"/>
                    <a:pt x="418" y="655"/>
                  </a:cubicBezTo>
                  <a:cubicBezTo>
                    <a:pt x="361" y="745"/>
                    <a:pt x="294" y="835"/>
                    <a:pt x="248" y="937"/>
                  </a:cubicBezTo>
                  <a:cubicBezTo>
                    <a:pt x="203" y="1050"/>
                    <a:pt x="147" y="1140"/>
                    <a:pt x="102" y="1242"/>
                  </a:cubicBezTo>
                  <a:cubicBezTo>
                    <a:pt x="57" y="1343"/>
                    <a:pt x="23" y="1456"/>
                    <a:pt x="0" y="1569"/>
                  </a:cubicBezTo>
                  <a:cubicBezTo>
                    <a:pt x="113" y="1546"/>
                    <a:pt x="226" y="1513"/>
                    <a:pt x="339" y="1456"/>
                  </a:cubicBezTo>
                  <a:cubicBezTo>
                    <a:pt x="519" y="1388"/>
                    <a:pt x="711" y="1185"/>
                    <a:pt x="880" y="971"/>
                  </a:cubicBezTo>
                  <a:cubicBezTo>
                    <a:pt x="1005" y="779"/>
                    <a:pt x="1106" y="565"/>
                    <a:pt x="1174" y="350"/>
                  </a:cubicBezTo>
                  <a:cubicBezTo>
                    <a:pt x="1208" y="237"/>
                    <a:pt x="1230" y="113"/>
                    <a:pt x="12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3266800" y="3787125"/>
              <a:ext cx="1229150" cy="1071750"/>
            </a:xfrm>
            <a:custGeom>
              <a:avLst/>
              <a:gdLst/>
              <a:ahLst/>
              <a:cxnLst/>
              <a:rect l="l" t="t" r="r" b="b"/>
              <a:pathLst>
                <a:path w="49166" h="42870" extrusionOk="0">
                  <a:moveTo>
                    <a:pt x="37814" y="1"/>
                  </a:moveTo>
                  <a:cubicBezTo>
                    <a:pt x="37810" y="1"/>
                    <a:pt x="37806" y="1"/>
                    <a:pt x="37802" y="1"/>
                  </a:cubicBezTo>
                  <a:cubicBezTo>
                    <a:pt x="36922" y="4177"/>
                    <a:pt x="36065" y="7844"/>
                    <a:pt x="36279" y="12143"/>
                  </a:cubicBezTo>
                  <a:cubicBezTo>
                    <a:pt x="36437" y="15393"/>
                    <a:pt x="35974" y="19184"/>
                    <a:pt x="36854" y="22276"/>
                  </a:cubicBezTo>
                  <a:cubicBezTo>
                    <a:pt x="36448" y="22073"/>
                    <a:pt x="36031" y="21870"/>
                    <a:pt x="35613" y="21678"/>
                  </a:cubicBezTo>
                  <a:cubicBezTo>
                    <a:pt x="35196" y="21475"/>
                    <a:pt x="34767" y="21295"/>
                    <a:pt x="34338" y="21114"/>
                  </a:cubicBezTo>
                  <a:cubicBezTo>
                    <a:pt x="36347" y="14061"/>
                    <a:pt x="31100" y="5745"/>
                    <a:pt x="27624" y="171"/>
                  </a:cubicBezTo>
                  <a:lnTo>
                    <a:pt x="27624" y="171"/>
                  </a:lnTo>
                  <a:cubicBezTo>
                    <a:pt x="28121" y="3545"/>
                    <a:pt x="29373" y="6952"/>
                    <a:pt x="29994" y="10383"/>
                  </a:cubicBezTo>
                  <a:cubicBezTo>
                    <a:pt x="30614" y="13621"/>
                    <a:pt x="31438" y="17650"/>
                    <a:pt x="33244" y="20640"/>
                  </a:cubicBezTo>
                  <a:lnTo>
                    <a:pt x="31946" y="20087"/>
                  </a:lnTo>
                  <a:cubicBezTo>
                    <a:pt x="31686" y="19986"/>
                    <a:pt x="31438" y="19873"/>
                    <a:pt x="31179" y="19771"/>
                  </a:cubicBezTo>
                  <a:cubicBezTo>
                    <a:pt x="31179" y="17119"/>
                    <a:pt x="29125" y="13305"/>
                    <a:pt x="27805" y="11286"/>
                  </a:cubicBezTo>
                  <a:cubicBezTo>
                    <a:pt x="25762" y="7957"/>
                    <a:pt x="22885" y="4086"/>
                    <a:pt x="19748" y="1796"/>
                  </a:cubicBezTo>
                  <a:lnTo>
                    <a:pt x="19748" y="1796"/>
                  </a:lnTo>
                  <a:cubicBezTo>
                    <a:pt x="21598" y="5711"/>
                    <a:pt x="23449" y="9638"/>
                    <a:pt x="25875" y="13136"/>
                  </a:cubicBezTo>
                  <a:cubicBezTo>
                    <a:pt x="27477" y="15461"/>
                    <a:pt x="29215" y="17481"/>
                    <a:pt x="30885" y="19647"/>
                  </a:cubicBezTo>
                  <a:cubicBezTo>
                    <a:pt x="30626" y="19546"/>
                    <a:pt x="30355" y="19444"/>
                    <a:pt x="30073" y="19331"/>
                  </a:cubicBezTo>
                  <a:lnTo>
                    <a:pt x="28211" y="18677"/>
                  </a:lnTo>
                  <a:cubicBezTo>
                    <a:pt x="27771" y="18530"/>
                    <a:pt x="27319" y="18406"/>
                    <a:pt x="26868" y="18304"/>
                  </a:cubicBezTo>
                  <a:cubicBezTo>
                    <a:pt x="25390" y="16172"/>
                    <a:pt x="24306" y="13712"/>
                    <a:pt x="22264" y="11839"/>
                  </a:cubicBezTo>
                  <a:cubicBezTo>
                    <a:pt x="19781" y="9616"/>
                    <a:pt x="15674" y="7246"/>
                    <a:pt x="12458" y="6445"/>
                  </a:cubicBezTo>
                  <a:lnTo>
                    <a:pt x="12458" y="6445"/>
                  </a:lnTo>
                  <a:cubicBezTo>
                    <a:pt x="15821" y="11410"/>
                    <a:pt x="21655" y="15021"/>
                    <a:pt x="26642" y="18248"/>
                  </a:cubicBezTo>
                  <a:cubicBezTo>
                    <a:pt x="26529" y="18225"/>
                    <a:pt x="26417" y="18191"/>
                    <a:pt x="26292" y="18169"/>
                  </a:cubicBezTo>
                  <a:lnTo>
                    <a:pt x="25345" y="17932"/>
                  </a:lnTo>
                  <a:cubicBezTo>
                    <a:pt x="25040" y="17864"/>
                    <a:pt x="24724" y="17808"/>
                    <a:pt x="24419" y="17751"/>
                  </a:cubicBezTo>
                  <a:cubicBezTo>
                    <a:pt x="23212" y="17503"/>
                    <a:pt x="22038" y="17311"/>
                    <a:pt x="20932" y="17131"/>
                  </a:cubicBezTo>
                  <a:cubicBezTo>
                    <a:pt x="18953" y="12433"/>
                    <a:pt x="13274" y="9422"/>
                    <a:pt x="8259" y="9422"/>
                  </a:cubicBezTo>
                  <a:cubicBezTo>
                    <a:pt x="8070" y="9422"/>
                    <a:pt x="7883" y="9426"/>
                    <a:pt x="7696" y="9435"/>
                  </a:cubicBezTo>
                  <a:cubicBezTo>
                    <a:pt x="11950" y="11929"/>
                    <a:pt x="17152" y="13791"/>
                    <a:pt x="20718" y="17097"/>
                  </a:cubicBezTo>
                  <a:cubicBezTo>
                    <a:pt x="19646" y="16916"/>
                    <a:pt x="18630" y="16725"/>
                    <a:pt x="17694" y="16555"/>
                  </a:cubicBezTo>
                  <a:cubicBezTo>
                    <a:pt x="17051" y="16442"/>
                    <a:pt x="16441" y="16341"/>
                    <a:pt x="15877" y="16273"/>
                  </a:cubicBezTo>
                  <a:cubicBezTo>
                    <a:pt x="14309" y="15122"/>
                    <a:pt x="13609" y="13147"/>
                    <a:pt x="11330" y="12504"/>
                  </a:cubicBezTo>
                  <a:cubicBezTo>
                    <a:pt x="10765" y="12373"/>
                    <a:pt x="10222" y="12316"/>
                    <a:pt x="9695" y="12316"/>
                  </a:cubicBezTo>
                  <a:cubicBezTo>
                    <a:pt x="7768" y="12316"/>
                    <a:pt x="6042" y="13077"/>
                    <a:pt x="4164" y="13768"/>
                  </a:cubicBezTo>
                  <a:cubicBezTo>
                    <a:pt x="6658" y="14310"/>
                    <a:pt x="9355" y="13960"/>
                    <a:pt x="11883" y="14592"/>
                  </a:cubicBezTo>
                  <a:cubicBezTo>
                    <a:pt x="13124" y="14998"/>
                    <a:pt x="14286" y="15675"/>
                    <a:pt x="15460" y="16228"/>
                  </a:cubicBezTo>
                  <a:cubicBezTo>
                    <a:pt x="15290" y="16205"/>
                    <a:pt x="15132" y="16183"/>
                    <a:pt x="14974" y="16172"/>
                  </a:cubicBezTo>
                  <a:cubicBezTo>
                    <a:pt x="14568" y="16126"/>
                    <a:pt x="14185" y="16104"/>
                    <a:pt x="13835" y="16093"/>
                  </a:cubicBezTo>
                  <a:cubicBezTo>
                    <a:pt x="13627" y="16085"/>
                    <a:pt x="13431" y="16077"/>
                    <a:pt x="13246" y="16077"/>
                  </a:cubicBezTo>
                  <a:cubicBezTo>
                    <a:pt x="13170" y="16077"/>
                    <a:pt x="13095" y="16078"/>
                    <a:pt x="13022" y="16081"/>
                  </a:cubicBezTo>
                  <a:cubicBezTo>
                    <a:pt x="12201" y="15678"/>
                    <a:pt x="11119" y="15487"/>
                    <a:pt x="9924" y="15487"/>
                  </a:cubicBezTo>
                  <a:cubicBezTo>
                    <a:pt x="6309" y="15487"/>
                    <a:pt x="1654" y="17230"/>
                    <a:pt x="0" y="20087"/>
                  </a:cubicBezTo>
                  <a:lnTo>
                    <a:pt x="0" y="20087"/>
                  </a:lnTo>
                  <a:cubicBezTo>
                    <a:pt x="4310" y="17887"/>
                    <a:pt x="9116" y="17898"/>
                    <a:pt x="13449" y="16319"/>
                  </a:cubicBezTo>
                  <a:lnTo>
                    <a:pt x="13449" y="16319"/>
                  </a:lnTo>
                  <a:cubicBezTo>
                    <a:pt x="13570" y="16330"/>
                    <a:pt x="13691" y="16341"/>
                    <a:pt x="13812" y="16363"/>
                  </a:cubicBezTo>
                  <a:cubicBezTo>
                    <a:pt x="14151" y="16397"/>
                    <a:pt x="14534" y="16454"/>
                    <a:pt x="14929" y="16533"/>
                  </a:cubicBezTo>
                  <a:cubicBezTo>
                    <a:pt x="15324" y="16612"/>
                    <a:pt x="15742" y="16679"/>
                    <a:pt x="16182" y="16781"/>
                  </a:cubicBezTo>
                  <a:lnTo>
                    <a:pt x="16283" y="16804"/>
                  </a:lnTo>
                  <a:cubicBezTo>
                    <a:pt x="15685" y="16796"/>
                    <a:pt x="15100" y="16734"/>
                    <a:pt x="14517" y="16734"/>
                  </a:cubicBezTo>
                  <a:cubicBezTo>
                    <a:pt x="14188" y="16734"/>
                    <a:pt x="13860" y="16754"/>
                    <a:pt x="13530" y="16815"/>
                  </a:cubicBezTo>
                  <a:cubicBezTo>
                    <a:pt x="12041" y="17041"/>
                    <a:pt x="10675" y="17864"/>
                    <a:pt x="9355" y="18553"/>
                  </a:cubicBezTo>
                  <a:cubicBezTo>
                    <a:pt x="6534" y="19997"/>
                    <a:pt x="3216" y="22051"/>
                    <a:pt x="1941" y="25131"/>
                  </a:cubicBezTo>
                  <a:cubicBezTo>
                    <a:pt x="5056" y="23360"/>
                    <a:pt x="7719" y="20922"/>
                    <a:pt x="11149" y="19455"/>
                  </a:cubicBezTo>
                  <a:cubicBezTo>
                    <a:pt x="13056" y="18665"/>
                    <a:pt x="15121" y="18011"/>
                    <a:pt x="16859" y="17063"/>
                  </a:cubicBezTo>
                  <a:lnTo>
                    <a:pt x="16938" y="16950"/>
                  </a:lnTo>
                  <a:lnTo>
                    <a:pt x="17581" y="17097"/>
                  </a:lnTo>
                  <a:cubicBezTo>
                    <a:pt x="18473" y="17311"/>
                    <a:pt x="19432" y="17548"/>
                    <a:pt x="20459" y="17763"/>
                  </a:cubicBezTo>
                  <a:cubicBezTo>
                    <a:pt x="18337" y="18654"/>
                    <a:pt x="15516" y="19444"/>
                    <a:pt x="13293" y="20437"/>
                  </a:cubicBezTo>
                  <a:cubicBezTo>
                    <a:pt x="9276" y="22321"/>
                    <a:pt x="7211" y="24951"/>
                    <a:pt x="4458" y="28268"/>
                  </a:cubicBezTo>
                  <a:cubicBezTo>
                    <a:pt x="7403" y="26045"/>
                    <a:pt x="10348" y="23811"/>
                    <a:pt x="13643" y="21983"/>
                  </a:cubicBezTo>
                  <a:cubicBezTo>
                    <a:pt x="15934" y="20843"/>
                    <a:pt x="19037" y="19704"/>
                    <a:pt x="20966" y="17864"/>
                  </a:cubicBezTo>
                  <a:cubicBezTo>
                    <a:pt x="22016" y="18079"/>
                    <a:pt x="23110" y="18316"/>
                    <a:pt x="24239" y="18564"/>
                  </a:cubicBezTo>
                  <a:cubicBezTo>
                    <a:pt x="24543" y="18632"/>
                    <a:pt x="24848" y="18699"/>
                    <a:pt x="25153" y="18767"/>
                  </a:cubicBezTo>
                  <a:cubicBezTo>
                    <a:pt x="25457" y="18846"/>
                    <a:pt x="25751" y="18936"/>
                    <a:pt x="26056" y="19015"/>
                  </a:cubicBezTo>
                  <a:cubicBezTo>
                    <a:pt x="26360" y="19094"/>
                    <a:pt x="26654" y="19184"/>
                    <a:pt x="26947" y="19263"/>
                  </a:cubicBezTo>
                  <a:cubicBezTo>
                    <a:pt x="19511" y="21171"/>
                    <a:pt x="11025" y="23732"/>
                    <a:pt x="8249" y="31789"/>
                  </a:cubicBezTo>
                  <a:cubicBezTo>
                    <a:pt x="11138" y="28855"/>
                    <a:pt x="15144" y="26350"/>
                    <a:pt x="18709" y="24104"/>
                  </a:cubicBezTo>
                  <a:cubicBezTo>
                    <a:pt x="21169" y="22525"/>
                    <a:pt x="25175" y="21385"/>
                    <a:pt x="27297" y="19354"/>
                  </a:cubicBezTo>
                  <a:cubicBezTo>
                    <a:pt x="27500" y="19410"/>
                    <a:pt x="27703" y="19467"/>
                    <a:pt x="27895" y="19546"/>
                  </a:cubicBezTo>
                  <a:cubicBezTo>
                    <a:pt x="28515" y="19771"/>
                    <a:pt x="29136" y="19997"/>
                    <a:pt x="29757" y="20211"/>
                  </a:cubicBezTo>
                  <a:cubicBezTo>
                    <a:pt x="29960" y="20290"/>
                    <a:pt x="30163" y="20381"/>
                    <a:pt x="30377" y="20471"/>
                  </a:cubicBezTo>
                  <a:cubicBezTo>
                    <a:pt x="27206" y="21599"/>
                    <a:pt x="24182" y="22367"/>
                    <a:pt x="21452" y="24465"/>
                  </a:cubicBezTo>
                  <a:cubicBezTo>
                    <a:pt x="19838" y="25684"/>
                    <a:pt x="18473" y="27208"/>
                    <a:pt x="17446" y="28957"/>
                  </a:cubicBezTo>
                  <a:cubicBezTo>
                    <a:pt x="16464" y="30559"/>
                    <a:pt x="14467" y="34226"/>
                    <a:pt x="14737" y="36111"/>
                  </a:cubicBezTo>
                  <a:cubicBezTo>
                    <a:pt x="17276" y="32466"/>
                    <a:pt x="19860" y="28697"/>
                    <a:pt x="23325" y="25865"/>
                  </a:cubicBezTo>
                  <a:cubicBezTo>
                    <a:pt x="25627" y="23913"/>
                    <a:pt x="28482" y="22434"/>
                    <a:pt x="30671" y="20584"/>
                  </a:cubicBezTo>
                  <a:cubicBezTo>
                    <a:pt x="30975" y="20708"/>
                    <a:pt x="31280" y="20843"/>
                    <a:pt x="31585" y="20967"/>
                  </a:cubicBezTo>
                  <a:cubicBezTo>
                    <a:pt x="32386" y="21295"/>
                    <a:pt x="33176" y="21622"/>
                    <a:pt x="33954" y="21960"/>
                  </a:cubicBezTo>
                  <a:cubicBezTo>
                    <a:pt x="31472" y="23755"/>
                    <a:pt x="28651" y="25064"/>
                    <a:pt x="26371" y="27366"/>
                  </a:cubicBezTo>
                  <a:cubicBezTo>
                    <a:pt x="23539" y="30175"/>
                    <a:pt x="20899" y="34689"/>
                    <a:pt x="21181" y="38875"/>
                  </a:cubicBezTo>
                  <a:cubicBezTo>
                    <a:pt x="23336" y="35061"/>
                    <a:pt x="26033" y="31563"/>
                    <a:pt x="28854" y="28133"/>
                  </a:cubicBezTo>
                  <a:cubicBezTo>
                    <a:pt x="29700" y="27072"/>
                    <a:pt x="30614" y="26068"/>
                    <a:pt x="31517" y="25041"/>
                  </a:cubicBezTo>
                  <a:cubicBezTo>
                    <a:pt x="31991" y="24499"/>
                    <a:pt x="32465" y="23958"/>
                    <a:pt x="32916" y="23393"/>
                  </a:cubicBezTo>
                  <a:cubicBezTo>
                    <a:pt x="33142" y="23111"/>
                    <a:pt x="33661" y="22096"/>
                    <a:pt x="34045" y="22062"/>
                  </a:cubicBezTo>
                  <a:cubicBezTo>
                    <a:pt x="34203" y="22062"/>
                    <a:pt x="34372" y="22107"/>
                    <a:pt x="34507" y="22186"/>
                  </a:cubicBezTo>
                  <a:lnTo>
                    <a:pt x="36572" y="23157"/>
                  </a:lnTo>
                  <a:cubicBezTo>
                    <a:pt x="36065" y="23879"/>
                    <a:pt x="28256" y="32962"/>
                    <a:pt x="30005" y="42870"/>
                  </a:cubicBezTo>
                  <a:cubicBezTo>
                    <a:pt x="31021" y="41132"/>
                    <a:pt x="37170" y="31225"/>
                    <a:pt x="36651" y="23190"/>
                  </a:cubicBezTo>
                  <a:lnTo>
                    <a:pt x="36651" y="23190"/>
                  </a:lnTo>
                  <a:cubicBezTo>
                    <a:pt x="37340" y="23506"/>
                    <a:pt x="38005" y="23845"/>
                    <a:pt x="38649" y="24195"/>
                  </a:cubicBezTo>
                  <a:cubicBezTo>
                    <a:pt x="38807" y="24274"/>
                    <a:pt x="38976" y="24364"/>
                    <a:pt x="39134" y="24454"/>
                  </a:cubicBezTo>
                  <a:cubicBezTo>
                    <a:pt x="37159" y="28866"/>
                    <a:pt x="36335" y="37126"/>
                    <a:pt x="39021" y="41132"/>
                  </a:cubicBezTo>
                  <a:cubicBezTo>
                    <a:pt x="40138" y="35964"/>
                    <a:pt x="41842" y="29667"/>
                    <a:pt x="39360" y="24578"/>
                  </a:cubicBezTo>
                  <a:lnTo>
                    <a:pt x="39360" y="24578"/>
                  </a:lnTo>
                  <a:cubicBezTo>
                    <a:pt x="39653" y="24748"/>
                    <a:pt x="39946" y="24917"/>
                    <a:pt x="40228" y="25086"/>
                  </a:cubicBezTo>
                  <a:cubicBezTo>
                    <a:pt x="40736" y="25379"/>
                    <a:pt x="41233" y="25673"/>
                    <a:pt x="41707" y="26011"/>
                  </a:cubicBezTo>
                  <a:lnTo>
                    <a:pt x="42406" y="26485"/>
                  </a:lnTo>
                  <a:cubicBezTo>
                    <a:pt x="42508" y="26564"/>
                    <a:pt x="42621" y="26643"/>
                    <a:pt x="42734" y="26711"/>
                  </a:cubicBezTo>
                  <a:lnTo>
                    <a:pt x="43072" y="26948"/>
                  </a:lnTo>
                  <a:lnTo>
                    <a:pt x="44347" y="27839"/>
                  </a:lnTo>
                  <a:cubicBezTo>
                    <a:pt x="45160" y="28426"/>
                    <a:pt x="45904" y="28945"/>
                    <a:pt x="46525" y="29453"/>
                  </a:cubicBezTo>
                  <a:cubicBezTo>
                    <a:pt x="46841" y="29701"/>
                    <a:pt x="47134" y="29938"/>
                    <a:pt x="47383" y="30187"/>
                  </a:cubicBezTo>
                  <a:cubicBezTo>
                    <a:pt x="47620" y="30390"/>
                    <a:pt x="47845" y="30615"/>
                    <a:pt x="48060" y="30852"/>
                  </a:cubicBezTo>
                  <a:cubicBezTo>
                    <a:pt x="48252" y="31078"/>
                    <a:pt x="48421" y="31270"/>
                    <a:pt x="48567" y="31428"/>
                  </a:cubicBezTo>
                  <a:cubicBezTo>
                    <a:pt x="48725" y="31597"/>
                    <a:pt x="48816" y="31778"/>
                    <a:pt x="48906" y="31902"/>
                  </a:cubicBezTo>
                  <a:lnTo>
                    <a:pt x="49166" y="32308"/>
                  </a:lnTo>
                  <a:lnTo>
                    <a:pt x="48962" y="31879"/>
                  </a:lnTo>
                  <a:cubicBezTo>
                    <a:pt x="48883" y="31744"/>
                    <a:pt x="48804" y="31563"/>
                    <a:pt x="48692" y="31371"/>
                  </a:cubicBezTo>
                  <a:cubicBezTo>
                    <a:pt x="48545" y="31191"/>
                    <a:pt x="48398" y="30976"/>
                    <a:pt x="48229" y="30739"/>
                  </a:cubicBezTo>
                  <a:cubicBezTo>
                    <a:pt x="48026" y="30480"/>
                    <a:pt x="47811" y="30232"/>
                    <a:pt x="47586" y="29995"/>
                  </a:cubicBezTo>
                  <a:cubicBezTo>
                    <a:pt x="47338" y="29713"/>
                    <a:pt x="47067" y="29442"/>
                    <a:pt x="46785" y="29182"/>
                  </a:cubicBezTo>
                  <a:cubicBezTo>
                    <a:pt x="46187" y="28607"/>
                    <a:pt x="45476" y="28020"/>
                    <a:pt x="44697" y="27399"/>
                  </a:cubicBezTo>
                  <a:lnTo>
                    <a:pt x="43467" y="26440"/>
                  </a:lnTo>
                  <a:cubicBezTo>
                    <a:pt x="43365" y="26350"/>
                    <a:pt x="43264" y="26271"/>
                    <a:pt x="43151" y="26192"/>
                  </a:cubicBezTo>
                  <a:cubicBezTo>
                    <a:pt x="43050" y="26102"/>
                    <a:pt x="42925" y="26011"/>
                    <a:pt x="42813" y="25932"/>
                  </a:cubicBezTo>
                  <a:lnTo>
                    <a:pt x="42135" y="25425"/>
                  </a:lnTo>
                  <a:cubicBezTo>
                    <a:pt x="41684" y="25075"/>
                    <a:pt x="41188" y="24748"/>
                    <a:pt x="40669" y="24420"/>
                  </a:cubicBezTo>
                  <a:cubicBezTo>
                    <a:pt x="40353" y="24195"/>
                    <a:pt x="40025" y="24003"/>
                    <a:pt x="39698" y="23811"/>
                  </a:cubicBezTo>
                  <a:cubicBezTo>
                    <a:pt x="43749" y="19929"/>
                    <a:pt x="46875" y="12662"/>
                    <a:pt x="46480" y="7167"/>
                  </a:cubicBezTo>
                  <a:lnTo>
                    <a:pt x="46480" y="7167"/>
                  </a:lnTo>
                  <a:cubicBezTo>
                    <a:pt x="44889" y="9943"/>
                    <a:pt x="42948" y="12640"/>
                    <a:pt x="41447" y="15686"/>
                  </a:cubicBezTo>
                  <a:cubicBezTo>
                    <a:pt x="40149" y="18316"/>
                    <a:pt x="39935" y="20843"/>
                    <a:pt x="39563" y="23732"/>
                  </a:cubicBezTo>
                  <a:lnTo>
                    <a:pt x="39077" y="23450"/>
                  </a:lnTo>
                  <a:cubicBezTo>
                    <a:pt x="38536" y="23123"/>
                    <a:pt x="37960" y="22841"/>
                    <a:pt x="37385" y="22536"/>
                  </a:cubicBezTo>
                  <a:cubicBezTo>
                    <a:pt x="37249" y="22468"/>
                    <a:pt x="37114" y="22389"/>
                    <a:pt x="36979" y="22333"/>
                  </a:cubicBezTo>
                  <a:cubicBezTo>
                    <a:pt x="38457" y="18237"/>
                    <a:pt x="40228" y="14705"/>
                    <a:pt x="39890" y="9999"/>
                  </a:cubicBezTo>
                  <a:cubicBezTo>
                    <a:pt x="39890" y="9157"/>
                    <a:pt x="38616" y="1"/>
                    <a:pt x="37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4339925" y="3996750"/>
              <a:ext cx="359700" cy="568175"/>
            </a:xfrm>
            <a:custGeom>
              <a:avLst/>
              <a:gdLst/>
              <a:ahLst/>
              <a:cxnLst/>
              <a:rect l="l" t="t" r="r" b="b"/>
              <a:pathLst>
                <a:path w="14388" h="22727" extrusionOk="0">
                  <a:moveTo>
                    <a:pt x="10190" y="1"/>
                  </a:moveTo>
                  <a:lnTo>
                    <a:pt x="10190" y="1"/>
                  </a:lnTo>
                  <a:cubicBezTo>
                    <a:pt x="4751" y="4074"/>
                    <a:pt x="0" y="15302"/>
                    <a:pt x="4661" y="22727"/>
                  </a:cubicBezTo>
                  <a:cubicBezTo>
                    <a:pt x="12673" y="17615"/>
                    <a:pt x="14388" y="8294"/>
                    <a:pt x="10190" y="1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4427650" y="4010850"/>
              <a:ext cx="193275" cy="663825"/>
            </a:xfrm>
            <a:custGeom>
              <a:avLst/>
              <a:gdLst/>
              <a:ahLst/>
              <a:cxnLst/>
              <a:rect l="l" t="t" r="r" b="b"/>
              <a:pathLst>
                <a:path w="7731" h="26553" extrusionOk="0">
                  <a:moveTo>
                    <a:pt x="6264" y="1"/>
                  </a:moveTo>
                  <a:lnTo>
                    <a:pt x="6072" y="1163"/>
                  </a:lnTo>
                  <a:cubicBezTo>
                    <a:pt x="6015" y="1524"/>
                    <a:pt x="5936" y="1975"/>
                    <a:pt x="5857" y="2483"/>
                  </a:cubicBezTo>
                  <a:cubicBezTo>
                    <a:pt x="5778" y="3002"/>
                    <a:pt x="5654" y="3578"/>
                    <a:pt x="5530" y="4198"/>
                  </a:cubicBezTo>
                  <a:cubicBezTo>
                    <a:pt x="5428" y="4706"/>
                    <a:pt x="5327" y="5248"/>
                    <a:pt x="5214" y="5812"/>
                  </a:cubicBezTo>
                  <a:cubicBezTo>
                    <a:pt x="4853" y="5225"/>
                    <a:pt x="4458" y="4661"/>
                    <a:pt x="4029" y="4131"/>
                  </a:cubicBezTo>
                  <a:lnTo>
                    <a:pt x="4029" y="4131"/>
                  </a:lnTo>
                  <a:cubicBezTo>
                    <a:pt x="4334" y="4876"/>
                    <a:pt x="4695" y="5609"/>
                    <a:pt x="5113" y="6309"/>
                  </a:cubicBezTo>
                  <a:cubicBezTo>
                    <a:pt x="4955" y="6997"/>
                    <a:pt x="4785" y="7719"/>
                    <a:pt x="4616" y="8475"/>
                  </a:cubicBezTo>
                  <a:cubicBezTo>
                    <a:pt x="4548" y="8746"/>
                    <a:pt x="4481" y="9028"/>
                    <a:pt x="4424" y="9310"/>
                  </a:cubicBezTo>
                  <a:lnTo>
                    <a:pt x="4277" y="9355"/>
                  </a:lnTo>
                  <a:cubicBezTo>
                    <a:pt x="3894" y="8509"/>
                    <a:pt x="3454" y="7685"/>
                    <a:pt x="2969" y="6895"/>
                  </a:cubicBezTo>
                  <a:lnTo>
                    <a:pt x="2969" y="6895"/>
                  </a:lnTo>
                  <a:cubicBezTo>
                    <a:pt x="3262" y="7832"/>
                    <a:pt x="3612" y="8746"/>
                    <a:pt x="4029" y="9649"/>
                  </a:cubicBezTo>
                  <a:cubicBezTo>
                    <a:pt x="4056" y="9712"/>
                    <a:pt x="4119" y="9746"/>
                    <a:pt x="4189" y="9746"/>
                  </a:cubicBezTo>
                  <a:cubicBezTo>
                    <a:pt x="4207" y="9746"/>
                    <a:pt x="4225" y="9744"/>
                    <a:pt x="4244" y="9739"/>
                  </a:cubicBezTo>
                  <a:cubicBezTo>
                    <a:pt x="4266" y="9739"/>
                    <a:pt x="4300" y="9716"/>
                    <a:pt x="4323" y="9716"/>
                  </a:cubicBezTo>
                  <a:cubicBezTo>
                    <a:pt x="4232" y="10100"/>
                    <a:pt x="4142" y="10484"/>
                    <a:pt x="4041" y="10879"/>
                  </a:cubicBezTo>
                  <a:lnTo>
                    <a:pt x="3691" y="12312"/>
                  </a:lnTo>
                  <a:cubicBezTo>
                    <a:pt x="3600" y="12131"/>
                    <a:pt x="3499" y="11962"/>
                    <a:pt x="3409" y="11781"/>
                  </a:cubicBezTo>
                  <a:cubicBezTo>
                    <a:pt x="3284" y="11522"/>
                    <a:pt x="3149" y="11274"/>
                    <a:pt x="3002" y="11025"/>
                  </a:cubicBezTo>
                  <a:cubicBezTo>
                    <a:pt x="2856" y="10766"/>
                    <a:pt x="2698" y="10518"/>
                    <a:pt x="2528" y="10292"/>
                  </a:cubicBezTo>
                  <a:cubicBezTo>
                    <a:pt x="2438" y="10168"/>
                    <a:pt x="2337" y="10066"/>
                    <a:pt x="2246" y="9953"/>
                  </a:cubicBezTo>
                  <a:cubicBezTo>
                    <a:pt x="2156" y="9841"/>
                    <a:pt x="2032" y="9762"/>
                    <a:pt x="1930" y="9671"/>
                  </a:cubicBezTo>
                  <a:lnTo>
                    <a:pt x="1930" y="9671"/>
                  </a:lnTo>
                  <a:lnTo>
                    <a:pt x="2179" y="10021"/>
                  </a:lnTo>
                  <a:cubicBezTo>
                    <a:pt x="2258" y="10134"/>
                    <a:pt x="2325" y="10258"/>
                    <a:pt x="2404" y="10382"/>
                  </a:cubicBezTo>
                  <a:cubicBezTo>
                    <a:pt x="2472" y="10495"/>
                    <a:pt x="2528" y="10630"/>
                    <a:pt x="2596" y="10755"/>
                  </a:cubicBezTo>
                  <a:lnTo>
                    <a:pt x="2777" y="11138"/>
                  </a:lnTo>
                  <a:cubicBezTo>
                    <a:pt x="2890" y="11409"/>
                    <a:pt x="3002" y="11669"/>
                    <a:pt x="3115" y="11928"/>
                  </a:cubicBezTo>
                  <a:cubicBezTo>
                    <a:pt x="3239" y="12199"/>
                    <a:pt x="3375" y="12458"/>
                    <a:pt x="3510" y="12707"/>
                  </a:cubicBezTo>
                  <a:cubicBezTo>
                    <a:pt x="3533" y="12729"/>
                    <a:pt x="3555" y="12752"/>
                    <a:pt x="3589" y="12774"/>
                  </a:cubicBezTo>
                  <a:cubicBezTo>
                    <a:pt x="3544" y="12966"/>
                    <a:pt x="3488" y="13147"/>
                    <a:pt x="3442" y="13339"/>
                  </a:cubicBezTo>
                  <a:cubicBezTo>
                    <a:pt x="3330" y="13790"/>
                    <a:pt x="3217" y="14241"/>
                    <a:pt x="3104" y="14681"/>
                  </a:cubicBezTo>
                  <a:cubicBezTo>
                    <a:pt x="2596" y="13948"/>
                    <a:pt x="2066" y="13226"/>
                    <a:pt x="1479" y="12549"/>
                  </a:cubicBezTo>
                  <a:lnTo>
                    <a:pt x="1479" y="12549"/>
                  </a:lnTo>
                  <a:cubicBezTo>
                    <a:pt x="1930" y="13440"/>
                    <a:pt x="2438" y="14298"/>
                    <a:pt x="2980" y="15144"/>
                  </a:cubicBezTo>
                  <a:cubicBezTo>
                    <a:pt x="2720" y="16182"/>
                    <a:pt x="2449" y="17209"/>
                    <a:pt x="2190" y="18191"/>
                  </a:cubicBezTo>
                  <a:cubicBezTo>
                    <a:pt x="2190" y="18202"/>
                    <a:pt x="2190" y="18213"/>
                    <a:pt x="2167" y="18236"/>
                  </a:cubicBezTo>
                  <a:cubicBezTo>
                    <a:pt x="2009" y="17796"/>
                    <a:pt x="1851" y="17367"/>
                    <a:pt x="1682" y="16938"/>
                  </a:cubicBezTo>
                  <a:cubicBezTo>
                    <a:pt x="1434" y="16442"/>
                    <a:pt x="1186" y="15945"/>
                    <a:pt x="904" y="15460"/>
                  </a:cubicBezTo>
                  <a:lnTo>
                    <a:pt x="904" y="15460"/>
                  </a:lnTo>
                  <a:cubicBezTo>
                    <a:pt x="1061" y="16002"/>
                    <a:pt x="1242" y="16532"/>
                    <a:pt x="1434" y="17051"/>
                  </a:cubicBezTo>
                  <a:cubicBezTo>
                    <a:pt x="1592" y="17581"/>
                    <a:pt x="1761" y="18101"/>
                    <a:pt x="1942" y="18620"/>
                  </a:cubicBezTo>
                  <a:cubicBezTo>
                    <a:pt x="1953" y="18665"/>
                    <a:pt x="1987" y="18699"/>
                    <a:pt x="2043" y="18721"/>
                  </a:cubicBezTo>
                  <a:cubicBezTo>
                    <a:pt x="1682" y="20064"/>
                    <a:pt x="1344" y="21317"/>
                    <a:pt x="1061" y="22411"/>
                  </a:cubicBezTo>
                  <a:cubicBezTo>
                    <a:pt x="407" y="24894"/>
                    <a:pt x="1" y="26552"/>
                    <a:pt x="1" y="26552"/>
                  </a:cubicBezTo>
                  <a:cubicBezTo>
                    <a:pt x="1" y="26552"/>
                    <a:pt x="520" y="24916"/>
                    <a:pt x="1253" y="22468"/>
                  </a:cubicBezTo>
                  <a:cubicBezTo>
                    <a:pt x="1592" y="21339"/>
                    <a:pt x="1987" y="20041"/>
                    <a:pt x="2382" y="18642"/>
                  </a:cubicBezTo>
                  <a:cubicBezTo>
                    <a:pt x="2912" y="18428"/>
                    <a:pt x="3442" y="18213"/>
                    <a:pt x="3984" y="17988"/>
                  </a:cubicBezTo>
                  <a:cubicBezTo>
                    <a:pt x="4277" y="17852"/>
                    <a:pt x="4571" y="17706"/>
                    <a:pt x="4864" y="17570"/>
                  </a:cubicBezTo>
                  <a:cubicBezTo>
                    <a:pt x="5146" y="17401"/>
                    <a:pt x="5428" y="17232"/>
                    <a:pt x="5711" y="17051"/>
                  </a:cubicBezTo>
                  <a:lnTo>
                    <a:pt x="5711" y="17051"/>
                  </a:lnTo>
                  <a:cubicBezTo>
                    <a:pt x="5406" y="17153"/>
                    <a:pt x="5101" y="17288"/>
                    <a:pt x="4797" y="17401"/>
                  </a:cubicBezTo>
                  <a:cubicBezTo>
                    <a:pt x="4492" y="17514"/>
                    <a:pt x="4187" y="17604"/>
                    <a:pt x="3883" y="17717"/>
                  </a:cubicBezTo>
                  <a:cubicBezTo>
                    <a:pt x="3420" y="17864"/>
                    <a:pt x="2957" y="18033"/>
                    <a:pt x="2506" y="18213"/>
                  </a:cubicBezTo>
                  <a:cubicBezTo>
                    <a:pt x="2754" y="17333"/>
                    <a:pt x="3002" y="16408"/>
                    <a:pt x="3251" y="15471"/>
                  </a:cubicBezTo>
                  <a:cubicBezTo>
                    <a:pt x="3273" y="15483"/>
                    <a:pt x="3296" y="15488"/>
                    <a:pt x="3318" y="15488"/>
                  </a:cubicBezTo>
                  <a:cubicBezTo>
                    <a:pt x="3341" y="15488"/>
                    <a:pt x="3363" y="15483"/>
                    <a:pt x="3386" y="15471"/>
                  </a:cubicBezTo>
                  <a:lnTo>
                    <a:pt x="4232" y="15065"/>
                  </a:lnTo>
                  <a:cubicBezTo>
                    <a:pt x="4503" y="14907"/>
                    <a:pt x="4763" y="14749"/>
                    <a:pt x="5022" y="14591"/>
                  </a:cubicBezTo>
                  <a:cubicBezTo>
                    <a:pt x="5282" y="14422"/>
                    <a:pt x="5541" y="14264"/>
                    <a:pt x="5801" y="14095"/>
                  </a:cubicBezTo>
                  <a:cubicBezTo>
                    <a:pt x="6049" y="13925"/>
                    <a:pt x="6320" y="13790"/>
                    <a:pt x="6579" y="13621"/>
                  </a:cubicBezTo>
                  <a:lnTo>
                    <a:pt x="6579" y="13621"/>
                  </a:lnTo>
                  <a:cubicBezTo>
                    <a:pt x="6286" y="13711"/>
                    <a:pt x="6004" y="13824"/>
                    <a:pt x="5711" y="13937"/>
                  </a:cubicBezTo>
                  <a:cubicBezTo>
                    <a:pt x="5417" y="14038"/>
                    <a:pt x="5158" y="14196"/>
                    <a:pt x="4876" y="14332"/>
                  </a:cubicBezTo>
                  <a:cubicBezTo>
                    <a:pt x="4605" y="14478"/>
                    <a:pt x="4334" y="14614"/>
                    <a:pt x="4074" y="14760"/>
                  </a:cubicBezTo>
                  <a:cubicBezTo>
                    <a:pt x="3849" y="14873"/>
                    <a:pt x="3612" y="14975"/>
                    <a:pt x="3386" y="15088"/>
                  </a:cubicBezTo>
                  <a:lnTo>
                    <a:pt x="3375" y="15054"/>
                  </a:lnTo>
                  <a:cubicBezTo>
                    <a:pt x="3510" y="14512"/>
                    <a:pt x="3657" y="13971"/>
                    <a:pt x="3804" y="13418"/>
                  </a:cubicBezTo>
                  <a:cubicBezTo>
                    <a:pt x="3871" y="13169"/>
                    <a:pt x="3928" y="12910"/>
                    <a:pt x="3984" y="12662"/>
                  </a:cubicBezTo>
                  <a:lnTo>
                    <a:pt x="4695" y="12334"/>
                  </a:lnTo>
                  <a:cubicBezTo>
                    <a:pt x="4988" y="12165"/>
                    <a:pt x="5293" y="11985"/>
                    <a:pt x="5586" y="11815"/>
                  </a:cubicBezTo>
                  <a:cubicBezTo>
                    <a:pt x="6162" y="11432"/>
                    <a:pt x="6737" y="11071"/>
                    <a:pt x="7290" y="10664"/>
                  </a:cubicBezTo>
                  <a:lnTo>
                    <a:pt x="7290" y="10664"/>
                  </a:lnTo>
                  <a:cubicBezTo>
                    <a:pt x="6974" y="10800"/>
                    <a:pt x="6670" y="10946"/>
                    <a:pt x="6354" y="11093"/>
                  </a:cubicBezTo>
                  <a:lnTo>
                    <a:pt x="5440" y="11556"/>
                  </a:lnTo>
                  <a:cubicBezTo>
                    <a:pt x="5135" y="11714"/>
                    <a:pt x="4830" y="11872"/>
                    <a:pt x="4526" y="12030"/>
                  </a:cubicBezTo>
                  <a:lnTo>
                    <a:pt x="4097" y="12233"/>
                  </a:lnTo>
                  <a:cubicBezTo>
                    <a:pt x="4199" y="11804"/>
                    <a:pt x="4300" y="11364"/>
                    <a:pt x="4402" y="10946"/>
                  </a:cubicBezTo>
                  <a:cubicBezTo>
                    <a:pt x="4514" y="10484"/>
                    <a:pt x="4616" y="10032"/>
                    <a:pt x="4718" y="9581"/>
                  </a:cubicBezTo>
                  <a:cubicBezTo>
                    <a:pt x="4853" y="9536"/>
                    <a:pt x="4988" y="9502"/>
                    <a:pt x="5113" y="9446"/>
                  </a:cubicBezTo>
                  <a:cubicBezTo>
                    <a:pt x="5395" y="9321"/>
                    <a:pt x="5665" y="9209"/>
                    <a:pt x="5936" y="9073"/>
                  </a:cubicBezTo>
                  <a:cubicBezTo>
                    <a:pt x="6185" y="8927"/>
                    <a:pt x="6444" y="8780"/>
                    <a:pt x="6692" y="8611"/>
                  </a:cubicBezTo>
                  <a:cubicBezTo>
                    <a:pt x="6929" y="8419"/>
                    <a:pt x="7166" y="8238"/>
                    <a:pt x="7381" y="8046"/>
                  </a:cubicBezTo>
                  <a:lnTo>
                    <a:pt x="7381" y="8046"/>
                  </a:lnTo>
                  <a:cubicBezTo>
                    <a:pt x="7110" y="8182"/>
                    <a:pt x="6862" y="8317"/>
                    <a:pt x="6602" y="8453"/>
                  </a:cubicBezTo>
                  <a:cubicBezTo>
                    <a:pt x="6343" y="8588"/>
                    <a:pt x="6060" y="8690"/>
                    <a:pt x="5801" y="8814"/>
                  </a:cubicBezTo>
                  <a:cubicBezTo>
                    <a:pt x="5541" y="8938"/>
                    <a:pt x="5259" y="9017"/>
                    <a:pt x="4988" y="9118"/>
                  </a:cubicBezTo>
                  <a:lnTo>
                    <a:pt x="4808" y="9186"/>
                  </a:lnTo>
                  <a:cubicBezTo>
                    <a:pt x="4853" y="8972"/>
                    <a:pt x="4898" y="8746"/>
                    <a:pt x="4943" y="8543"/>
                  </a:cubicBezTo>
                  <a:cubicBezTo>
                    <a:pt x="5067" y="7888"/>
                    <a:pt x="5192" y="7268"/>
                    <a:pt x="5316" y="6670"/>
                  </a:cubicBezTo>
                  <a:cubicBezTo>
                    <a:pt x="5316" y="6670"/>
                    <a:pt x="5327" y="6681"/>
                    <a:pt x="5327" y="6692"/>
                  </a:cubicBezTo>
                  <a:lnTo>
                    <a:pt x="5349" y="6715"/>
                  </a:lnTo>
                  <a:cubicBezTo>
                    <a:pt x="5382" y="6753"/>
                    <a:pt x="5428" y="6774"/>
                    <a:pt x="5477" y="6774"/>
                  </a:cubicBezTo>
                  <a:cubicBezTo>
                    <a:pt x="5514" y="6774"/>
                    <a:pt x="5552" y="6762"/>
                    <a:pt x="5586" y="6737"/>
                  </a:cubicBezTo>
                  <a:lnTo>
                    <a:pt x="5609" y="6726"/>
                  </a:lnTo>
                  <a:cubicBezTo>
                    <a:pt x="5959" y="6433"/>
                    <a:pt x="6309" y="6128"/>
                    <a:pt x="6647" y="5812"/>
                  </a:cubicBezTo>
                  <a:cubicBezTo>
                    <a:pt x="7020" y="5530"/>
                    <a:pt x="7381" y="5225"/>
                    <a:pt x="7730" y="4909"/>
                  </a:cubicBezTo>
                  <a:lnTo>
                    <a:pt x="7730" y="4909"/>
                  </a:lnTo>
                  <a:cubicBezTo>
                    <a:pt x="7302" y="5112"/>
                    <a:pt x="6884" y="5338"/>
                    <a:pt x="6478" y="5586"/>
                  </a:cubicBezTo>
                  <a:cubicBezTo>
                    <a:pt x="6151" y="5812"/>
                    <a:pt x="5846" y="6072"/>
                    <a:pt x="5530" y="6320"/>
                  </a:cubicBezTo>
                  <a:cubicBezTo>
                    <a:pt x="5485" y="6263"/>
                    <a:pt x="5451" y="6196"/>
                    <a:pt x="5417" y="6139"/>
                  </a:cubicBezTo>
                  <a:cubicBezTo>
                    <a:pt x="5530" y="5474"/>
                    <a:pt x="5643" y="4830"/>
                    <a:pt x="5744" y="4244"/>
                  </a:cubicBezTo>
                  <a:cubicBezTo>
                    <a:pt x="5846" y="3612"/>
                    <a:pt x="5959" y="3025"/>
                    <a:pt x="6004" y="2506"/>
                  </a:cubicBezTo>
                  <a:cubicBezTo>
                    <a:pt x="6049" y="1987"/>
                    <a:pt x="6106" y="1547"/>
                    <a:pt x="6139" y="1163"/>
                  </a:cubicBezTo>
                  <a:cubicBezTo>
                    <a:pt x="6218" y="430"/>
                    <a:pt x="6263" y="1"/>
                    <a:pt x="6264" y="1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4184200" y="4054575"/>
              <a:ext cx="348425" cy="425725"/>
            </a:xfrm>
            <a:custGeom>
              <a:avLst/>
              <a:gdLst/>
              <a:ahLst/>
              <a:cxnLst/>
              <a:rect l="l" t="t" r="r" b="b"/>
              <a:pathLst>
                <a:path w="13937" h="17029" extrusionOk="0">
                  <a:moveTo>
                    <a:pt x="1" y="1"/>
                  </a:moveTo>
                  <a:lnTo>
                    <a:pt x="283" y="768"/>
                  </a:lnTo>
                  <a:cubicBezTo>
                    <a:pt x="1321" y="4074"/>
                    <a:pt x="147" y="8069"/>
                    <a:pt x="1614" y="11093"/>
                  </a:cubicBezTo>
                  <a:cubicBezTo>
                    <a:pt x="3431" y="15223"/>
                    <a:pt x="8103" y="16318"/>
                    <a:pt x="12041" y="17029"/>
                  </a:cubicBezTo>
                  <a:cubicBezTo>
                    <a:pt x="12300" y="13136"/>
                    <a:pt x="13937" y="9310"/>
                    <a:pt x="10856" y="6004"/>
                  </a:cubicBezTo>
                  <a:cubicBezTo>
                    <a:pt x="8238" y="2867"/>
                    <a:pt x="3668" y="2686"/>
                    <a:pt x="452" y="29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4233275" y="4149075"/>
              <a:ext cx="245750" cy="326150"/>
            </a:xfrm>
            <a:custGeom>
              <a:avLst/>
              <a:gdLst/>
              <a:ahLst/>
              <a:cxnLst/>
              <a:rect l="l" t="t" r="r" b="b"/>
              <a:pathLst>
                <a:path w="9830" h="13046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48" y="216"/>
                    <a:pt x="385" y="588"/>
                  </a:cubicBezTo>
                  <a:cubicBezTo>
                    <a:pt x="622" y="971"/>
                    <a:pt x="971" y="1502"/>
                    <a:pt x="1411" y="2134"/>
                  </a:cubicBezTo>
                  <a:cubicBezTo>
                    <a:pt x="1840" y="2766"/>
                    <a:pt x="2337" y="3510"/>
                    <a:pt x="2890" y="4289"/>
                  </a:cubicBezTo>
                  <a:lnTo>
                    <a:pt x="3589" y="5271"/>
                  </a:lnTo>
                  <a:cubicBezTo>
                    <a:pt x="3465" y="5237"/>
                    <a:pt x="3352" y="5203"/>
                    <a:pt x="3228" y="5169"/>
                  </a:cubicBezTo>
                  <a:lnTo>
                    <a:pt x="2766" y="5045"/>
                  </a:lnTo>
                  <a:cubicBezTo>
                    <a:pt x="2608" y="5000"/>
                    <a:pt x="2450" y="4966"/>
                    <a:pt x="2303" y="4910"/>
                  </a:cubicBezTo>
                  <a:lnTo>
                    <a:pt x="1840" y="4774"/>
                  </a:lnTo>
                  <a:cubicBezTo>
                    <a:pt x="1694" y="4718"/>
                    <a:pt x="1536" y="4673"/>
                    <a:pt x="1378" y="4628"/>
                  </a:cubicBezTo>
                  <a:cubicBezTo>
                    <a:pt x="1073" y="4515"/>
                    <a:pt x="780" y="4391"/>
                    <a:pt x="464" y="4289"/>
                  </a:cubicBezTo>
                  <a:lnTo>
                    <a:pt x="464" y="4289"/>
                  </a:lnTo>
                  <a:cubicBezTo>
                    <a:pt x="734" y="4470"/>
                    <a:pt x="1017" y="4639"/>
                    <a:pt x="1287" y="4808"/>
                  </a:cubicBezTo>
                  <a:cubicBezTo>
                    <a:pt x="1434" y="4887"/>
                    <a:pt x="1581" y="4966"/>
                    <a:pt x="1739" y="5022"/>
                  </a:cubicBezTo>
                  <a:cubicBezTo>
                    <a:pt x="1874" y="5101"/>
                    <a:pt x="2032" y="5169"/>
                    <a:pt x="2190" y="5237"/>
                  </a:cubicBezTo>
                  <a:cubicBezTo>
                    <a:pt x="2337" y="5305"/>
                    <a:pt x="2495" y="5350"/>
                    <a:pt x="2653" y="5417"/>
                  </a:cubicBezTo>
                  <a:lnTo>
                    <a:pt x="3115" y="5575"/>
                  </a:lnTo>
                  <a:cubicBezTo>
                    <a:pt x="3409" y="5677"/>
                    <a:pt x="3702" y="5756"/>
                    <a:pt x="3996" y="5846"/>
                  </a:cubicBezTo>
                  <a:lnTo>
                    <a:pt x="4639" y="6738"/>
                  </a:lnTo>
                  <a:cubicBezTo>
                    <a:pt x="4977" y="7166"/>
                    <a:pt x="5316" y="7595"/>
                    <a:pt x="5643" y="8013"/>
                  </a:cubicBezTo>
                  <a:lnTo>
                    <a:pt x="5564" y="8013"/>
                  </a:lnTo>
                  <a:cubicBezTo>
                    <a:pt x="5372" y="7979"/>
                    <a:pt x="5192" y="7934"/>
                    <a:pt x="5000" y="7900"/>
                  </a:cubicBezTo>
                  <a:cubicBezTo>
                    <a:pt x="4797" y="7866"/>
                    <a:pt x="4616" y="7798"/>
                    <a:pt x="4436" y="7742"/>
                  </a:cubicBezTo>
                  <a:cubicBezTo>
                    <a:pt x="4244" y="7686"/>
                    <a:pt x="4063" y="7595"/>
                    <a:pt x="3871" y="7528"/>
                  </a:cubicBezTo>
                  <a:lnTo>
                    <a:pt x="2754" y="7054"/>
                  </a:lnTo>
                  <a:cubicBezTo>
                    <a:pt x="2371" y="6896"/>
                    <a:pt x="1987" y="6771"/>
                    <a:pt x="1592" y="6670"/>
                  </a:cubicBezTo>
                  <a:lnTo>
                    <a:pt x="1592" y="6670"/>
                  </a:lnTo>
                  <a:cubicBezTo>
                    <a:pt x="1773" y="6760"/>
                    <a:pt x="1953" y="6862"/>
                    <a:pt x="2134" y="6952"/>
                  </a:cubicBezTo>
                  <a:cubicBezTo>
                    <a:pt x="2314" y="7054"/>
                    <a:pt x="2483" y="7166"/>
                    <a:pt x="2653" y="7257"/>
                  </a:cubicBezTo>
                  <a:cubicBezTo>
                    <a:pt x="3003" y="7460"/>
                    <a:pt x="3364" y="7663"/>
                    <a:pt x="3725" y="7855"/>
                  </a:cubicBezTo>
                  <a:cubicBezTo>
                    <a:pt x="3905" y="7945"/>
                    <a:pt x="4097" y="8035"/>
                    <a:pt x="4289" y="8114"/>
                  </a:cubicBezTo>
                  <a:cubicBezTo>
                    <a:pt x="4481" y="8205"/>
                    <a:pt x="4684" y="8261"/>
                    <a:pt x="4887" y="8329"/>
                  </a:cubicBezTo>
                  <a:cubicBezTo>
                    <a:pt x="5090" y="8363"/>
                    <a:pt x="5293" y="8419"/>
                    <a:pt x="5508" y="8453"/>
                  </a:cubicBezTo>
                  <a:cubicBezTo>
                    <a:pt x="5677" y="8464"/>
                    <a:pt x="5857" y="8475"/>
                    <a:pt x="6027" y="8487"/>
                  </a:cubicBezTo>
                  <a:cubicBezTo>
                    <a:pt x="6185" y="8690"/>
                    <a:pt x="6343" y="8893"/>
                    <a:pt x="6501" y="9096"/>
                  </a:cubicBezTo>
                  <a:cubicBezTo>
                    <a:pt x="7065" y="9796"/>
                    <a:pt x="7618" y="10450"/>
                    <a:pt x="8080" y="11026"/>
                  </a:cubicBezTo>
                  <a:cubicBezTo>
                    <a:pt x="7449" y="10800"/>
                    <a:pt x="6817" y="10597"/>
                    <a:pt x="6185" y="10405"/>
                  </a:cubicBezTo>
                  <a:cubicBezTo>
                    <a:pt x="5778" y="10258"/>
                    <a:pt x="5384" y="10123"/>
                    <a:pt x="4989" y="9976"/>
                  </a:cubicBezTo>
                  <a:cubicBezTo>
                    <a:pt x="4582" y="9841"/>
                    <a:pt x="4176" y="9717"/>
                    <a:pt x="3770" y="9615"/>
                  </a:cubicBezTo>
                  <a:lnTo>
                    <a:pt x="3770" y="9615"/>
                  </a:lnTo>
                  <a:cubicBezTo>
                    <a:pt x="4142" y="9818"/>
                    <a:pt x="4515" y="10010"/>
                    <a:pt x="4887" y="10202"/>
                  </a:cubicBezTo>
                  <a:cubicBezTo>
                    <a:pt x="5271" y="10394"/>
                    <a:pt x="5654" y="10563"/>
                    <a:pt x="6038" y="10744"/>
                  </a:cubicBezTo>
                  <a:cubicBezTo>
                    <a:pt x="6828" y="11048"/>
                    <a:pt x="7629" y="11342"/>
                    <a:pt x="8430" y="11601"/>
                  </a:cubicBezTo>
                  <a:lnTo>
                    <a:pt x="8475" y="11601"/>
                  </a:lnTo>
                  <a:cubicBezTo>
                    <a:pt x="8487" y="11605"/>
                    <a:pt x="8498" y="11606"/>
                    <a:pt x="8509" y="11606"/>
                  </a:cubicBezTo>
                  <a:cubicBezTo>
                    <a:pt x="8531" y="11606"/>
                    <a:pt x="8551" y="11601"/>
                    <a:pt x="8566" y="11601"/>
                  </a:cubicBezTo>
                  <a:cubicBezTo>
                    <a:pt x="8882" y="11962"/>
                    <a:pt x="9152" y="12278"/>
                    <a:pt x="9367" y="12515"/>
                  </a:cubicBezTo>
                  <a:cubicBezTo>
                    <a:pt x="9660" y="12854"/>
                    <a:pt x="9830" y="13045"/>
                    <a:pt x="9830" y="13045"/>
                  </a:cubicBezTo>
                  <a:lnTo>
                    <a:pt x="9435" y="12470"/>
                  </a:lnTo>
                  <a:cubicBezTo>
                    <a:pt x="9243" y="12199"/>
                    <a:pt x="9006" y="11838"/>
                    <a:pt x="8712" y="11432"/>
                  </a:cubicBezTo>
                  <a:cubicBezTo>
                    <a:pt x="8735" y="11263"/>
                    <a:pt x="8769" y="11093"/>
                    <a:pt x="8791" y="10924"/>
                  </a:cubicBezTo>
                  <a:cubicBezTo>
                    <a:pt x="8803" y="10755"/>
                    <a:pt x="8791" y="10574"/>
                    <a:pt x="8780" y="10405"/>
                  </a:cubicBezTo>
                  <a:cubicBezTo>
                    <a:pt x="8769" y="10236"/>
                    <a:pt x="8735" y="10066"/>
                    <a:pt x="8712" y="9897"/>
                  </a:cubicBezTo>
                  <a:lnTo>
                    <a:pt x="8588" y="9412"/>
                  </a:lnTo>
                  <a:cubicBezTo>
                    <a:pt x="8498" y="9096"/>
                    <a:pt x="8385" y="8780"/>
                    <a:pt x="8261" y="8475"/>
                  </a:cubicBezTo>
                  <a:cubicBezTo>
                    <a:pt x="8137" y="8171"/>
                    <a:pt x="8013" y="7866"/>
                    <a:pt x="7866" y="7573"/>
                  </a:cubicBezTo>
                  <a:lnTo>
                    <a:pt x="7866" y="7573"/>
                  </a:lnTo>
                  <a:cubicBezTo>
                    <a:pt x="7922" y="7889"/>
                    <a:pt x="8013" y="8205"/>
                    <a:pt x="8080" y="8532"/>
                  </a:cubicBezTo>
                  <a:cubicBezTo>
                    <a:pt x="8114" y="8690"/>
                    <a:pt x="8148" y="8848"/>
                    <a:pt x="8182" y="9006"/>
                  </a:cubicBezTo>
                  <a:lnTo>
                    <a:pt x="8272" y="9480"/>
                  </a:lnTo>
                  <a:lnTo>
                    <a:pt x="8340" y="9954"/>
                  </a:lnTo>
                  <a:lnTo>
                    <a:pt x="8374" y="10428"/>
                  </a:lnTo>
                  <a:cubicBezTo>
                    <a:pt x="8374" y="10574"/>
                    <a:pt x="8363" y="10732"/>
                    <a:pt x="8363" y="10879"/>
                  </a:cubicBezTo>
                  <a:cubicBezTo>
                    <a:pt x="8351" y="10901"/>
                    <a:pt x="8351" y="10924"/>
                    <a:pt x="8351" y="10935"/>
                  </a:cubicBezTo>
                  <a:cubicBezTo>
                    <a:pt x="7900" y="10326"/>
                    <a:pt x="7392" y="9593"/>
                    <a:pt x="6817" y="8836"/>
                  </a:cubicBezTo>
                  <a:cubicBezTo>
                    <a:pt x="6681" y="8645"/>
                    <a:pt x="6512" y="8442"/>
                    <a:pt x="6365" y="8238"/>
                  </a:cubicBezTo>
                  <a:cubicBezTo>
                    <a:pt x="6320" y="7889"/>
                    <a:pt x="6309" y="7539"/>
                    <a:pt x="6275" y="7166"/>
                  </a:cubicBezTo>
                  <a:cubicBezTo>
                    <a:pt x="6241" y="6794"/>
                    <a:pt x="6219" y="6444"/>
                    <a:pt x="6173" y="6083"/>
                  </a:cubicBezTo>
                  <a:cubicBezTo>
                    <a:pt x="6140" y="5711"/>
                    <a:pt x="6083" y="5350"/>
                    <a:pt x="6015" y="4989"/>
                  </a:cubicBezTo>
                  <a:cubicBezTo>
                    <a:pt x="5982" y="4808"/>
                    <a:pt x="5936" y="4639"/>
                    <a:pt x="5891" y="4458"/>
                  </a:cubicBezTo>
                  <a:cubicBezTo>
                    <a:pt x="5846" y="4278"/>
                    <a:pt x="5778" y="4108"/>
                    <a:pt x="5711" y="3939"/>
                  </a:cubicBezTo>
                  <a:lnTo>
                    <a:pt x="5711" y="3939"/>
                  </a:lnTo>
                  <a:cubicBezTo>
                    <a:pt x="5722" y="4120"/>
                    <a:pt x="5767" y="4289"/>
                    <a:pt x="5778" y="4481"/>
                  </a:cubicBezTo>
                  <a:cubicBezTo>
                    <a:pt x="5790" y="4661"/>
                    <a:pt x="5812" y="4831"/>
                    <a:pt x="5812" y="5022"/>
                  </a:cubicBezTo>
                  <a:cubicBezTo>
                    <a:pt x="5824" y="5384"/>
                    <a:pt x="5824" y="5745"/>
                    <a:pt x="5835" y="6106"/>
                  </a:cubicBezTo>
                  <a:cubicBezTo>
                    <a:pt x="5846" y="6602"/>
                    <a:pt x="5857" y="7099"/>
                    <a:pt x="5880" y="7607"/>
                  </a:cubicBezTo>
                  <a:cubicBezTo>
                    <a:pt x="5598" y="7223"/>
                    <a:pt x="5293" y="6839"/>
                    <a:pt x="5000" y="6456"/>
                  </a:cubicBezTo>
                  <a:cubicBezTo>
                    <a:pt x="4785" y="6162"/>
                    <a:pt x="4571" y="5869"/>
                    <a:pt x="4357" y="5575"/>
                  </a:cubicBezTo>
                  <a:lnTo>
                    <a:pt x="4470" y="5113"/>
                  </a:lnTo>
                  <a:cubicBezTo>
                    <a:pt x="4515" y="4921"/>
                    <a:pt x="4537" y="4718"/>
                    <a:pt x="4571" y="4515"/>
                  </a:cubicBezTo>
                  <a:cubicBezTo>
                    <a:pt x="4605" y="4120"/>
                    <a:pt x="4616" y="3725"/>
                    <a:pt x="4594" y="3319"/>
                  </a:cubicBezTo>
                  <a:cubicBezTo>
                    <a:pt x="4571" y="2924"/>
                    <a:pt x="4526" y="2540"/>
                    <a:pt x="4458" y="2145"/>
                  </a:cubicBezTo>
                  <a:cubicBezTo>
                    <a:pt x="4379" y="1761"/>
                    <a:pt x="4312" y="1378"/>
                    <a:pt x="4210" y="994"/>
                  </a:cubicBezTo>
                  <a:lnTo>
                    <a:pt x="4210" y="994"/>
                  </a:lnTo>
                  <a:cubicBezTo>
                    <a:pt x="4199" y="1784"/>
                    <a:pt x="4244" y="2563"/>
                    <a:pt x="4233" y="3330"/>
                  </a:cubicBezTo>
                  <a:cubicBezTo>
                    <a:pt x="4210" y="3522"/>
                    <a:pt x="4221" y="3713"/>
                    <a:pt x="4199" y="3894"/>
                  </a:cubicBezTo>
                  <a:cubicBezTo>
                    <a:pt x="4187" y="4086"/>
                    <a:pt x="4165" y="4278"/>
                    <a:pt x="4142" y="4458"/>
                  </a:cubicBezTo>
                  <a:cubicBezTo>
                    <a:pt x="4108" y="4650"/>
                    <a:pt x="4075" y="4842"/>
                    <a:pt x="4041" y="5022"/>
                  </a:cubicBezTo>
                  <a:cubicBezTo>
                    <a:pt x="4029" y="5056"/>
                    <a:pt x="4018" y="5090"/>
                    <a:pt x="4018" y="5113"/>
                  </a:cubicBezTo>
                  <a:cubicBezTo>
                    <a:pt x="3747" y="4752"/>
                    <a:pt x="3476" y="4391"/>
                    <a:pt x="3217" y="4052"/>
                  </a:cubicBezTo>
                  <a:cubicBezTo>
                    <a:pt x="2641" y="3285"/>
                    <a:pt x="2089" y="2585"/>
                    <a:pt x="1615" y="1987"/>
                  </a:cubicBezTo>
                  <a:cubicBezTo>
                    <a:pt x="1141" y="1378"/>
                    <a:pt x="734" y="881"/>
                    <a:pt x="452" y="54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4324700" y="4501725"/>
              <a:ext cx="166175" cy="209225"/>
            </a:xfrm>
            <a:custGeom>
              <a:avLst/>
              <a:gdLst/>
              <a:ahLst/>
              <a:cxnLst/>
              <a:rect l="l" t="t" r="r" b="b"/>
              <a:pathLst>
                <a:path w="6647" h="8369" extrusionOk="0">
                  <a:moveTo>
                    <a:pt x="3871" y="0"/>
                  </a:moveTo>
                  <a:cubicBezTo>
                    <a:pt x="2516" y="655"/>
                    <a:pt x="1128" y="1241"/>
                    <a:pt x="485" y="2720"/>
                  </a:cubicBezTo>
                  <a:cubicBezTo>
                    <a:pt x="158" y="3464"/>
                    <a:pt x="0" y="4277"/>
                    <a:pt x="0" y="5089"/>
                  </a:cubicBezTo>
                  <a:cubicBezTo>
                    <a:pt x="0" y="6545"/>
                    <a:pt x="722" y="7730"/>
                    <a:pt x="1918" y="8362"/>
                  </a:cubicBezTo>
                  <a:cubicBezTo>
                    <a:pt x="1977" y="8366"/>
                    <a:pt x="2035" y="8369"/>
                    <a:pt x="2093" y="8369"/>
                  </a:cubicBezTo>
                  <a:cubicBezTo>
                    <a:pt x="3463" y="8369"/>
                    <a:pt x="4881" y="7132"/>
                    <a:pt x="5552" y="6082"/>
                  </a:cubicBezTo>
                  <a:cubicBezTo>
                    <a:pt x="6567" y="4378"/>
                    <a:pt x="6646" y="2291"/>
                    <a:pt x="5778" y="519"/>
                  </a:cubicBezTo>
                  <a:cubicBezTo>
                    <a:pt x="5574" y="429"/>
                    <a:pt x="5349" y="361"/>
                    <a:pt x="5123" y="327"/>
                  </a:cubicBezTo>
                  <a:cubicBezTo>
                    <a:pt x="4694" y="215"/>
                    <a:pt x="4288" y="113"/>
                    <a:pt x="3871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4346275" y="4501775"/>
              <a:ext cx="146975" cy="139625"/>
            </a:xfrm>
            <a:custGeom>
              <a:avLst/>
              <a:gdLst/>
              <a:ahLst/>
              <a:cxnLst/>
              <a:rect l="l" t="t" r="r" b="b"/>
              <a:pathLst>
                <a:path w="5879" h="5585" extrusionOk="0">
                  <a:moveTo>
                    <a:pt x="3840" y="0"/>
                  </a:moveTo>
                  <a:cubicBezTo>
                    <a:pt x="3757" y="0"/>
                    <a:pt x="3672" y="7"/>
                    <a:pt x="3583" y="21"/>
                  </a:cubicBezTo>
                  <a:cubicBezTo>
                    <a:pt x="3211" y="66"/>
                    <a:pt x="2850" y="213"/>
                    <a:pt x="2545" y="416"/>
                  </a:cubicBezTo>
                  <a:cubicBezTo>
                    <a:pt x="2263" y="608"/>
                    <a:pt x="2161" y="867"/>
                    <a:pt x="1924" y="1093"/>
                  </a:cubicBezTo>
                  <a:cubicBezTo>
                    <a:pt x="1371" y="1634"/>
                    <a:pt x="570" y="1860"/>
                    <a:pt x="175" y="2582"/>
                  </a:cubicBezTo>
                  <a:cubicBezTo>
                    <a:pt x="0" y="2895"/>
                    <a:pt x="13" y="3689"/>
                    <a:pt x="379" y="3689"/>
                  </a:cubicBezTo>
                  <a:cubicBezTo>
                    <a:pt x="462" y="3689"/>
                    <a:pt x="562" y="3648"/>
                    <a:pt x="683" y="3553"/>
                  </a:cubicBezTo>
                  <a:lnTo>
                    <a:pt x="683" y="3553"/>
                  </a:lnTo>
                  <a:cubicBezTo>
                    <a:pt x="469" y="3880"/>
                    <a:pt x="277" y="4512"/>
                    <a:pt x="694" y="4738"/>
                  </a:cubicBezTo>
                  <a:cubicBezTo>
                    <a:pt x="781" y="4789"/>
                    <a:pt x="884" y="4812"/>
                    <a:pt x="992" y="4812"/>
                  </a:cubicBezTo>
                  <a:cubicBezTo>
                    <a:pt x="1333" y="4812"/>
                    <a:pt x="1728" y="4586"/>
                    <a:pt x="1857" y="4320"/>
                  </a:cubicBezTo>
                  <a:cubicBezTo>
                    <a:pt x="1877" y="4783"/>
                    <a:pt x="2206" y="5136"/>
                    <a:pt x="2516" y="5136"/>
                  </a:cubicBezTo>
                  <a:cubicBezTo>
                    <a:pt x="2719" y="5136"/>
                    <a:pt x="2914" y="4984"/>
                    <a:pt x="3008" y="4613"/>
                  </a:cubicBezTo>
                  <a:cubicBezTo>
                    <a:pt x="3030" y="4941"/>
                    <a:pt x="3143" y="5550"/>
                    <a:pt x="3560" y="5584"/>
                  </a:cubicBezTo>
                  <a:cubicBezTo>
                    <a:pt x="3570" y="5584"/>
                    <a:pt x="3579" y="5585"/>
                    <a:pt x="3588" y="5585"/>
                  </a:cubicBezTo>
                  <a:cubicBezTo>
                    <a:pt x="3928" y="5585"/>
                    <a:pt x="4049" y="5171"/>
                    <a:pt x="4170" y="4918"/>
                  </a:cubicBezTo>
                  <a:cubicBezTo>
                    <a:pt x="4408" y="5052"/>
                    <a:pt x="4617" y="5110"/>
                    <a:pt x="4798" y="5110"/>
                  </a:cubicBezTo>
                  <a:cubicBezTo>
                    <a:pt x="5612" y="5110"/>
                    <a:pt x="5879" y="3934"/>
                    <a:pt x="5851" y="3113"/>
                  </a:cubicBezTo>
                  <a:cubicBezTo>
                    <a:pt x="5817" y="2368"/>
                    <a:pt x="5625" y="1646"/>
                    <a:pt x="5287" y="991"/>
                  </a:cubicBezTo>
                  <a:cubicBezTo>
                    <a:pt x="4966" y="420"/>
                    <a:pt x="4494" y="0"/>
                    <a:pt x="3840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4372375" y="4514975"/>
              <a:ext cx="128650" cy="206025"/>
            </a:xfrm>
            <a:custGeom>
              <a:avLst/>
              <a:gdLst/>
              <a:ahLst/>
              <a:cxnLst/>
              <a:rect l="l" t="t" r="r" b="b"/>
              <a:pathLst>
                <a:path w="5146" h="8241" extrusionOk="0">
                  <a:moveTo>
                    <a:pt x="3871" y="1"/>
                  </a:moveTo>
                  <a:lnTo>
                    <a:pt x="3871" y="1"/>
                  </a:lnTo>
                  <a:cubicBezTo>
                    <a:pt x="4390" y="1005"/>
                    <a:pt x="4581" y="2145"/>
                    <a:pt x="4423" y="3262"/>
                  </a:cubicBezTo>
                  <a:cubicBezTo>
                    <a:pt x="4333" y="4074"/>
                    <a:pt x="4074" y="4853"/>
                    <a:pt x="3645" y="5552"/>
                  </a:cubicBezTo>
                  <a:cubicBezTo>
                    <a:pt x="2974" y="6602"/>
                    <a:pt x="1556" y="7839"/>
                    <a:pt x="177" y="7839"/>
                  </a:cubicBezTo>
                  <a:cubicBezTo>
                    <a:pt x="118" y="7839"/>
                    <a:pt x="59" y="7836"/>
                    <a:pt x="0" y="7832"/>
                  </a:cubicBezTo>
                  <a:lnTo>
                    <a:pt x="0" y="7832"/>
                  </a:lnTo>
                  <a:cubicBezTo>
                    <a:pt x="305" y="7978"/>
                    <a:pt x="621" y="8103"/>
                    <a:pt x="948" y="8182"/>
                  </a:cubicBezTo>
                  <a:cubicBezTo>
                    <a:pt x="1116" y="8222"/>
                    <a:pt x="1281" y="8241"/>
                    <a:pt x="1444" y="8241"/>
                  </a:cubicBezTo>
                  <a:cubicBezTo>
                    <a:pt x="2924" y="8241"/>
                    <a:pt x="4176" y="6678"/>
                    <a:pt x="4694" y="5417"/>
                  </a:cubicBezTo>
                  <a:cubicBezTo>
                    <a:pt x="5101" y="4435"/>
                    <a:pt x="5146" y="3307"/>
                    <a:pt x="4976" y="2269"/>
                  </a:cubicBezTo>
                  <a:cubicBezTo>
                    <a:pt x="4909" y="1829"/>
                    <a:pt x="4864" y="1332"/>
                    <a:pt x="4672" y="915"/>
                  </a:cubicBezTo>
                  <a:cubicBezTo>
                    <a:pt x="4514" y="587"/>
                    <a:pt x="4288" y="305"/>
                    <a:pt x="3995" y="68"/>
                  </a:cubicBezTo>
                  <a:cubicBezTo>
                    <a:pt x="3972" y="57"/>
                    <a:pt x="3961" y="46"/>
                    <a:pt x="3938" y="34"/>
                  </a:cubicBezTo>
                  <a:cubicBezTo>
                    <a:pt x="3916" y="23"/>
                    <a:pt x="3893" y="12"/>
                    <a:pt x="38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4444300" y="4517525"/>
              <a:ext cx="30500" cy="117100"/>
            </a:xfrm>
            <a:custGeom>
              <a:avLst/>
              <a:gdLst/>
              <a:ahLst/>
              <a:cxnLst/>
              <a:rect l="l" t="t" r="r" b="b"/>
              <a:pathLst>
                <a:path w="1220" h="4684" extrusionOk="0">
                  <a:moveTo>
                    <a:pt x="869" y="0"/>
                  </a:moveTo>
                  <a:cubicBezTo>
                    <a:pt x="869" y="0"/>
                    <a:pt x="892" y="79"/>
                    <a:pt x="948" y="192"/>
                  </a:cubicBezTo>
                  <a:cubicBezTo>
                    <a:pt x="971" y="271"/>
                    <a:pt x="994" y="350"/>
                    <a:pt x="1005" y="429"/>
                  </a:cubicBezTo>
                  <a:cubicBezTo>
                    <a:pt x="1027" y="530"/>
                    <a:pt x="1039" y="632"/>
                    <a:pt x="1050" y="734"/>
                  </a:cubicBezTo>
                  <a:cubicBezTo>
                    <a:pt x="1061" y="846"/>
                    <a:pt x="1073" y="982"/>
                    <a:pt x="1061" y="1095"/>
                  </a:cubicBezTo>
                  <a:cubicBezTo>
                    <a:pt x="1050" y="1219"/>
                    <a:pt x="1050" y="1365"/>
                    <a:pt x="1027" y="1501"/>
                  </a:cubicBezTo>
                  <a:cubicBezTo>
                    <a:pt x="1016" y="1580"/>
                    <a:pt x="1016" y="1648"/>
                    <a:pt x="1005" y="1727"/>
                  </a:cubicBezTo>
                  <a:cubicBezTo>
                    <a:pt x="994" y="1794"/>
                    <a:pt x="982" y="1862"/>
                    <a:pt x="960" y="1941"/>
                  </a:cubicBezTo>
                  <a:cubicBezTo>
                    <a:pt x="937" y="2088"/>
                    <a:pt x="903" y="2234"/>
                    <a:pt x="869" y="2381"/>
                  </a:cubicBezTo>
                  <a:cubicBezTo>
                    <a:pt x="824" y="2528"/>
                    <a:pt x="790" y="2674"/>
                    <a:pt x="745" y="2821"/>
                  </a:cubicBezTo>
                  <a:cubicBezTo>
                    <a:pt x="700" y="2957"/>
                    <a:pt x="655" y="3103"/>
                    <a:pt x="599" y="3239"/>
                  </a:cubicBezTo>
                  <a:cubicBezTo>
                    <a:pt x="508" y="3509"/>
                    <a:pt x="407" y="3769"/>
                    <a:pt x="317" y="3972"/>
                  </a:cubicBezTo>
                  <a:cubicBezTo>
                    <a:pt x="271" y="4085"/>
                    <a:pt x="238" y="4187"/>
                    <a:pt x="192" y="4266"/>
                  </a:cubicBezTo>
                  <a:cubicBezTo>
                    <a:pt x="159" y="4345"/>
                    <a:pt x="125" y="4435"/>
                    <a:pt x="91" y="4491"/>
                  </a:cubicBezTo>
                  <a:cubicBezTo>
                    <a:pt x="34" y="4615"/>
                    <a:pt x="1" y="4683"/>
                    <a:pt x="1" y="4683"/>
                  </a:cubicBezTo>
                  <a:cubicBezTo>
                    <a:pt x="159" y="4480"/>
                    <a:pt x="305" y="4254"/>
                    <a:pt x="429" y="4029"/>
                  </a:cubicBezTo>
                  <a:cubicBezTo>
                    <a:pt x="486" y="3927"/>
                    <a:pt x="553" y="3825"/>
                    <a:pt x="599" y="3701"/>
                  </a:cubicBezTo>
                  <a:cubicBezTo>
                    <a:pt x="655" y="3577"/>
                    <a:pt x="723" y="3442"/>
                    <a:pt x="768" y="3306"/>
                  </a:cubicBezTo>
                  <a:cubicBezTo>
                    <a:pt x="824" y="3182"/>
                    <a:pt x="869" y="3024"/>
                    <a:pt x="926" y="2889"/>
                  </a:cubicBezTo>
                  <a:cubicBezTo>
                    <a:pt x="982" y="2742"/>
                    <a:pt x="1039" y="2595"/>
                    <a:pt x="1073" y="2437"/>
                  </a:cubicBezTo>
                  <a:cubicBezTo>
                    <a:pt x="1095" y="2280"/>
                    <a:pt x="1140" y="2133"/>
                    <a:pt x="1163" y="1986"/>
                  </a:cubicBezTo>
                  <a:cubicBezTo>
                    <a:pt x="1185" y="1828"/>
                    <a:pt x="1208" y="1681"/>
                    <a:pt x="1208" y="1523"/>
                  </a:cubicBezTo>
                  <a:cubicBezTo>
                    <a:pt x="1219" y="1388"/>
                    <a:pt x="1208" y="1241"/>
                    <a:pt x="1208" y="1106"/>
                  </a:cubicBezTo>
                  <a:cubicBezTo>
                    <a:pt x="1208" y="971"/>
                    <a:pt x="1185" y="846"/>
                    <a:pt x="1163" y="722"/>
                  </a:cubicBezTo>
                  <a:cubicBezTo>
                    <a:pt x="1140" y="621"/>
                    <a:pt x="1106" y="508"/>
                    <a:pt x="1073" y="406"/>
                  </a:cubicBezTo>
                  <a:cubicBezTo>
                    <a:pt x="1039" y="339"/>
                    <a:pt x="1016" y="260"/>
                    <a:pt x="971" y="192"/>
                  </a:cubicBezTo>
                  <a:cubicBezTo>
                    <a:pt x="903" y="68"/>
                    <a:pt x="869" y="0"/>
                    <a:pt x="869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4438650" y="4544875"/>
              <a:ext cx="25150" cy="61250"/>
            </a:xfrm>
            <a:custGeom>
              <a:avLst/>
              <a:gdLst/>
              <a:ahLst/>
              <a:cxnLst/>
              <a:rect l="l" t="t" r="r" b="b"/>
              <a:pathLst>
                <a:path w="1006" h="2450" extrusionOk="0">
                  <a:moveTo>
                    <a:pt x="983" y="1"/>
                  </a:moveTo>
                  <a:cubicBezTo>
                    <a:pt x="983" y="1"/>
                    <a:pt x="915" y="159"/>
                    <a:pt x="847" y="407"/>
                  </a:cubicBezTo>
                  <a:cubicBezTo>
                    <a:pt x="802" y="520"/>
                    <a:pt x="757" y="655"/>
                    <a:pt x="712" y="802"/>
                  </a:cubicBezTo>
                  <a:cubicBezTo>
                    <a:pt x="678" y="960"/>
                    <a:pt x="633" y="1118"/>
                    <a:pt x="576" y="1264"/>
                  </a:cubicBezTo>
                  <a:cubicBezTo>
                    <a:pt x="520" y="1422"/>
                    <a:pt x="464" y="1569"/>
                    <a:pt x="396" y="1716"/>
                  </a:cubicBezTo>
                  <a:cubicBezTo>
                    <a:pt x="362" y="1784"/>
                    <a:pt x="339" y="1851"/>
                    <a:pt x="306" y="1919"/>
                  </a:cubicBezTo>
                  <a:cubicBezTo>
                    <a:pt x="272" y="1975"/>
                    <a:pt x="249" y="2032"/>
                    <a:pt x="215" y="2088"/>
                  </a:cubicBezTo>
                  <a:cubicBezTo>
                    <a:pt x="193" y="2133"/>
                    <a:pt x="159" y="2190"/>
                    <a:pt x="136" y="2235"/>
                  </a:cubicBezTo>
                  <a:cubicBezTo>
                    <a:pt x="102" y="2269"/>
                    <a:pt x="80" y="2314"/>
                    <a:pt x="57" y="2348"/>
                  </a:cubicBezTo>
                  <a:lnTo>
                    <a:pt x="1" y="2449"/>
                  </a:lnTo>
                  <a:cubicBezTo>
                    <a:pt x="1" y="2449"/>
                    <a:pt x="35" y="2415"/>
                    <a:pt x="102" y="2370"/>
                  </a:cubicBezTo>
                  <a:cubicBezTo>
                    <a:pt x="125" y="2348"/>
                    <a:pt x="170" y="2314"/>
                    <a:pt x="204" y="2291"/>
                  </a:cubicBezTo>
                  <a:cubicBezTo>
                    <a:pt x="249" y="2257"/>
                    <a:pt x="294" y="2212"/>
                    <a:pt x="339" y="2167"/>
                  </a:cubicBezTo>
                  <a:cubicBezTo>
                    <a:pt x="385" y="2111"/>
                    <a:pt x="452" y="2077"/>
                    <a:pt x="497" y="2009"/>
                  </a:cubicBezTo>
                  <a:cubicBezTo>
                    <a:pt x="543" y="1953"/>
                    <a:pt x="633" y="1908"/>
                    <a:pt x="667" y="1829"/>
                  </a:cubicBezTo>
                  <a:cubicBezTo>
                    <a:pt x="700" y="1761"/>
                    <a:pt x="847" y="1727"/>
                    <a:pt x="881" y="1648"/>
                  </a:cubicBezTo>
                  <a:cubicBezTo>
                    <a:pt x="915" y="1569"/>
                    <a:pt x="937" y="1490"/>
                    <a:pt x="971" y="1411"/>
                  </a:cubicBezTo>
                  <a:cubicBezTo>
                    <a:pt x="1005" y="1343"/>
                    <a:pt x="915" y="1208"/>
                    <a:pt x="949" y="1129"/>
                  </a:cubicBezTo>
                  <a:cubicBezTo>
                    <a:pt x="971" y="1050"/>
                    <a:pt x="881" y="926"/>
                    <a:pt x="904" y="847"/>
                  </a:cubicBezTo>
                  <a:cubicBezTo>
                    <a:pt x="937" y="700"/>
                    <a:pt x="949" y="554"/>
                    <a:pt x="971" y="429"/>
                  </a:cubicBezTo>
                  <a:cubicBezTo>
                    <a:pt x="983" y="283"/>
                    <a:pt x="994" y="147"/>
                    <a:pt x="983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4433875" y="4543175"/>
              <a:ext cx="25975" cy="49125"/>
            </a:xfrm>
            <a:custGeom>
              <a:avLst/>
              <a:gdLst/>
              <a:ahLst/>
              <a:cxnLst/>
              <a:rect l="l" t="t" r="r" b="b"/>
              <a:pathLst>
                <a:path w="1039" h="1965" extrusionOk="0">
                  <a:moveTo>
                    <a:pt x="1038" y="1"/>
                  </a:moveTo>
                  <a:cubicBezTo>
                    <a:pt x="1038" y="1"/>
                    <a:pt x="1027" y="35"/>
                    <a:pt x="1004" y="91"/>
                  </a:cubicBezTo>
                  <a:cubicBezTo>
                    <a:pt x="970" y="148"/>
                    <a:pt x="948" y="227"/>
                    <a:pt x="903" y="328"/>
                  </a:cubicBezTo>
                  <a:cubicBezTo>
                    <a:pt x="880" y="373"/>
                    <a:pt x="858" y="430"/>
                    <a:pt x="835" y="486"/>
                  </a:cubicBezTo>
                  <a:cubicBezTo>
                    <a:pt x="824" y="543"/>
                    <a:pt x="790" y="599"/>
                    <a:pt x="767" y="655"/>
                  </a:cubicBezTo>
                  <a:cubicBezTo>
                    <a:pt x="711" y="780"/>
                    <a:pt x="655" y="904"/>
                    <a:pt x="587" y="1017"/>
                  </a:cubicBezTo>
                  <a:cubicBezTo>
                    <a:pt x="519" y="1141"/>
                    <a:pt x="463" y="1265"/>
                    <a:pt x="384" y="1378"/>
                  </a:cubicBezTo>
                  <a:cubicBezTo>
                    <a:pt x="350" y="1423"/>
                    <a:pt x="327" y="1479"/>
                    <a:pt x="293" y="1524"/>
                  </a:cubicBezTo>
                  <a:cubicBezTo>
                    <a:pt x="260" y="1581"/>
                    <a:pt x="226" y="1626"/>
                    <a:pt x="192" y="1671"/>
                  </a:cubicBezTo>
                  <a:cubicBezTo>
                    <a:pt x="147" y="1761"/>
                    <a:pt x="90" y="1829"/>
                    <a:pt x="56" y="1885"/>
                  </a:cubicBezTo>
                  <a:cubicBezTo>
                    <a:pt x="23" y="1931"/>
                    <a:pt x="0" y="1964"/>
                    <a:pt x="0" y="1964"/>
                  </a:cubicBezTo>
                  <a:cubicBezTo>
                    <a:pt x="23" y="1942"/>
                    <a:pt x="56" y="1931"/>
                    <a:pt x="79" y="1908"/>
                  </a:cubicBezTo>
                  <a:cubicBezTo>
                    <a:pt x="147" y="1852"/>
                    <a:pt x="226" y="1806"/>
                    <a:pt x="282" y="1750"/>
                  </a:cubicBezTo>
                  <a:cubicBezTo>
                    <a:pt x="327" y="1705"/>
                    <a:pt x="372" y="1660"/>
                    <a:pt x="418" y="1615"/>
                  </a:cubicBezTo>
                  <a:cubicBezTo>
                    <a:pt x="463" y="1569"/>
                    <a:pt x="508" y="1524"/>
                    <a:pt x="542" y="1479"/>
                  </a:cubicBezTo>
                  <a:cubicBezTo>
                    <a:pt x="587" y="1423"/>
                    <a:pt x="632" y="1366"/>
                    <a:pt x="666" y="1299"/>
                  </a:cubicBezTo>
                  <a:cubicBezTo>
                    <a:pt x="700" y="1242"/>
                    <a:pt x="745" y="1186"/>
                    <a:pt x="779" y="1118"/>
                  </a:cubicBezTo>
                  <a:cubicBezTo>
                    <a:pt x="812" y="1050"/>
                    <a:pt x="835" y="983"/>
                    <a:pt x="869" y="915"/>
                  </a:cubicBezTo>
                  <a:cubicBezTo>
                    <a:pt x="891" y="859"/>
                    <a:pt x="914" y="791"/>
                    <a:pt x="937" y="723"/>
                  </a:cubicBezTo>
                  <a:cubicBezTo>
                    <a:pt x="982" y="599"/>
                    <a:pt x="1004" y="486"/>
                    <a:pt x="1016" y="362"/>
                  </a:cubicBezTo>
                  <a:cubicBezTo>
                    <a:pt x="1038" y="272"/>
                    <a:pt x="1038" y="182"/>
                    <a:pt x="1038" y="103"/>
                  </a:cubicBezTo>
                  <a:lnTo>
                    <a:pt x="1038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4236950" y="4399575"/>
              <a:ext cx="244050" cy="147875"/>
            </a:xfrm>
            <a:custGeom>
              <a:avLst/>
              <a:gdLst/>
              <a:ahLst/>
              <a:cxnLst/>
              <a:rect l="l" t="t" r="r" b="b"/>
              <a:pathLst>
                <a:path w="9762" h="5915" extrusionOk="0">
                  <a:moveTo>
                    <a:pt x="3350" y="0"/>
                  </a:moveTo>
                  <a:cubicBezTo>
                    <a:pt x="3143" y="0"/>
                    <a:pt x="2933" y="15"/>
                    <a:pt x="2720" y="46"/>
                  </a:cubicBezTo>
                  <a:cubicBezTo>
                    <a:pt x="1422" y="238"/>
                    <a:pt x="260" y="1028"/>
                    <a:pt x="35" y="2258"/>
                  </a:cubicBezTo>
                  <a:cubicBezTo>
                    <a:pt x="23" y="2315"/>
                    <a:pt x="12" y="2371"/>
                    <a:pt x="1" y="2427"/>
                  </a:cubicBezTo>
                  <a:cubicBezTo>
                    <a:pt x="80" y="2653"/>
                    <a:pt x="170" y="2879"/>
                    <a:pt x="271" y="3093"/>
                  </a:cubicBezTo>
                  <a:cubicBezTo>
                    <a:pt x="926" y="4312"/>
                    <a:pt x="2122" y="5057"/>
                    <a:pt x="3375" y="5564"/>
                  </a:cubicBezTo>
                  <a:cubicBezTo>
                    <a:pt x="4142" y="5869"/>
                    <a:pt x="5124" y="5914"/>
                    <a:pt x="5936" y="5914"/>
                  </a:cubicBezTo>
                  <a:cubicBezTo>
                    <a:pt x="7234" y="5892"/>
                    <a:pt x="8802" y="5722"/>
                    <a:pt x="9728" y="4820"/>
                  </a:cubicBezTo>
                  <a:cubicBezTo>
                    <a:pt x="9739" y="4797"/>
                    <a:pt x="9750" y="4763"/>
                    <a:pt x="9761" y="4741"/>
                  </a:cubicBezTo>
                  <a:cubicBezTo>
                    <a:pt x="9446" y="4131"/>
                    <a:pt x="9051" y="3567"/>
                    <a:pt x="8611" y="3048"/>
                  </a:cubicBezTo>
                  <a:cubicBezTo>
                    <a:pt x="7275" y="1538"/>
                    <a:pt x="5454" y="0"/>
                    <a:pt x="3350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4337950" y="4433375"/>
              <a:ext cx="141350" cy="119950"/>
            </a:xfrm>
            <a:custGeom>
              <a:avLst/>
              <a:gdLst/>
              <a:ahLst/>
              <a:cxnLst/>
              <a:rect l="l" t="t" r="r" b="b"/>
              <a:pathLst>
                <a:path w="5654" h="4798" extrusionOk="0">
                  <a:moveTo>
                    <a:pt x="2746" y="1"/>
                  </a:moveTo>
                  <a:cubicBezTo>
                    <a:pt x="2726" y="1"/>
                    <a:pt x="2706" y="2"/>
                    <a:pt x="2686" y="3"/>
                  </a:cubicBezTo>
                  <a:cubicBezTo>
                    <a:pt x="2065" y="15"/>
                    <a:pt x="1648" y="771"/>
                    <a:pt x="1885" y="1324"/>
                  </a:cubicBezTo>
                  <a:cubicBezTo>
                    <a:pt x="1719" y="1197"/>
                    <a:pt x="1436" y="1048"/>
                    <a:pt x="1197" y="1048"/>
                  </a:cubicBezTo>
                  <a:cubicBezTo>
                    <a:pt x="1095" y="1048"/>
                    <a:pt x="1000" y="1076"/>
                    <a:pt x="926" y="1143"/>
                  </a:cubicBezTo>
                  <a:cubicBezTo>
                    <a:pt x="587" y="1414"/>
                    <a:pt x="835" y="1910"/>
                    <a:pt x="892" y="2226"/>
                  </a:cubicBezTo>
                  <a:cubicBezTo>
                    <a:pt x="689" y="2283"/>
                    <a:pt x="181" y="2317"/>
                    <a:pt x="113" y="2576"/>
                  </a:cubicBezTo>
                  <a:cubicBezTo>
                    <a:pt x="23" y="2824"/>
                    <a:pt x="260" y="2937"/>
                    <a:pt x="497" y="2971"/>
                  </a:cubicBezTo>
                  <a:cubicBezTo>
                    <a:pt x="136" y="3005"/>
                    <a:pt x="0" y="3276"/>
                    <a:pt x="91" y="3581"/>
                  </a:cubicBezTo>
                  <a:cubicBezTo>
                    <a:pt x="249" y="4212"/>
                    <a:pt x="1411" y="4630"/>
                    <a:pt x="1964" y="4743"/>
                  </a:cubicBezTo>
                  <a:cubicBezTo>
                    <a:pt x="2127" y="4780"/>
                    <a:pt x="2294" y="4797"/>
                    <a:pt x="2463" y="4797"/>
                  </a:cubicBezTo>
                  <a:cubicBezTo>
                    <a:pt x="3563" y="4797"/>
                    <a:pt x="4744" y="4085"/>
                    <a:pt x="5654" y="3772"/>
                  </a:cubicBezTo>
                  <a:lnTo>
                    <a:pt x="5552" y="2768"/>
                  </a:lnTo>
                  <a:cubicBezTo>
                    <a:pt x="4965" y="2170"/>
                    <a:pt x="4503" y="1459"/>
                    <a:pt x="3961" y="850"/>
                  </a:cubicBezTo>
                  <a:cubicBezTo>
                    <a:pt x="3647" y="524"/>
                    <a:pt x="3238" y="1"/>
                    <a:pt x="2746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4234425" y="4460250"/>
              <a:ext cx="245450" cy="116425"/>
            </a:xfrm>
            <a:custGeom>
              <a:avLst/>
              <a:gdLst/>
              <a:ahLst/>
              <a:cxnLst/>
              <a:rect l="l" t="t" r="r" b="b"/>
              <a:pathLst>
                <a:path w="9818" h="4657" extrusionOk="0">
                  <a:moveTo>
                    <a:pt x="102" y="0"/>
                  </a:moveTo>
                  <a:lnTo>
                    <a:pt x="102" y="0"/>
                  </a:lnTo>
                  <a:cubicBezTo>
                    <a:pt x="0" y="869"/>
                    <a:pt x="181" y="1896"/>
                    <a:pt x="767" y="2528"/>
                  </a:cubicBezTo>
                  <a:cubicBezTo>
                    <a:pt x="1636" y="3487"/>
                    <a:pt x="2291" y="3905"/>
                    <a:pt x="3509" y="4390"/>
                  </a:cubicBezTo>
                  <a:cubicBezTo>
                    <a:pt x="3953" y="4572"/>
                    <a:pt x="4597" y="4656"/>
                    <a:pt x="5237" y="4656"/>
                  </a:cubicBezTo>
                  <a:cubicBezTo>
                    <a:pt x="5786" y="4656"/>
                    <a:pt x="6332" y="4595"/>
                    <a:pt x="6748" y="4480"/>
                  </a:cubicBezTo>
                  <a:cubicBezTo>
                    <a:pt x="7718" y="4221"/>
                    <a:pt x="9501" y="3352"/>
                    <a:pt x="9817" y="2393"/>
                  </a:cubicBezTo>
                  <a:lnTo>
                    <a:pt x="9817" y="2393"/>
                  </a:lnTo>
                  <a:cubicBezTo>
                    <a:pt x="8903" y="3295"/>
                    <a:pt x="7335" y="3465"/>
                    <a:pt x="6037" y="3487"/>
                  </a:cubicBezTo>
                  <a:cubicBezTo>
                    <a:pt x="5225" y="3487"/>
                    <a:pt x="4243" y="3442"/>
                    <a:pt x="3476" y="3137"/>
                  </a:cubicBezTo>
                  <a:cubicBezTo>
                    <a:pt x="2234" y="2630"/>
                    <a:pt x="1027" y="1885"/>
                    <a:pt x="372" y="666"/>
                  </a:cubicBezTo>
                  <a:cubicBezTo>
                    <a:pt x="271" y="452"/>
                    <a:pt x="181" y="226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4392950" y="4510450"/>
              <a:ext cx="99050" cy="25700"/>
            </a:xfrm>
            <a:custGeom>
              <a:avLst/>
              <a:gdLst/>
              <a:ahLst/>
              <a:cxnLst/>
              <a:rect l="l" t="t" r="r" b="b"/>
              <a:pathLst>
                <a:path w="3962" h="1028" extrusionOk="0">
                  <a:moveTo>
                    <a:pt x="3962" y="1"/>
                  </a:moveTo>
                  <a:cubicBezTo>
                    <a:pt x="3905" y="12"/>
                    <a:pt x="3849" y="35"/>
                    <a:pt x="3792" y="57"/>
                  </a:cubicBezTo>
                  <a:cubicBezTo>
                    <a:pt x="3679" y="103"/>
                    <a:pt x="3533" y="159"/>
                    <a:pt x="3352" y="227"/>
                  </a:cubicBezTo>
                  <a:cubicBezTo>
                    <a:pt x="3172" y="294"/>
                    <a:pt x="2957" y="362"/>
                    <a:pt x="2732" y="441"/>
                  </a:cubicBezTo>
                  <a:cubicBezTo>
                    <a:pt x="2619" y="475"/>
                    <a:pt x="2495" y="509"/>
                    <a:pt x="2382" y="554"/>
                  </a:cubicBezTo>
                  <a:cubicBezTo>
                    <a:pt x="2258" y="588"/>
                    <a:pt x="2145" y="622"/>
                    <a:pt x="2009" y="655"/>
                  </a:cubicBezTo>
                  <a:cubicBezTo>
                    <a:pt x="1885" y="678"/>
                    <a:pt x="1772" y="712"/>
                    <a:pt x="1648" y="746"/>
                  </a:cubicBezTo>
                  <a:cubicBezTo>
                    <a:pt x="1524" y="768"/>
                    <a:pt x="1400" y="791"/>
                    <a:pt x="1287" y="813"/>
                  </a:cubicBezTo>
                  <a:cubicBezTo>
                    <a:pt x="1163" y="836"/>
                    <a:pt x="1050" y="859"/>
                    <a:pt x="949" y="870"/>
                  </a:cubicBezTo>
                  <a:cubicBezTo>
                    <a:pt x="836" y="870"/>
                    <a:pt x="734" y="892"/>
                    <a:pt x="644" y="892"/>
                  </a:cubicBezTo>
                  <a:lnTo>
                    <a:pt x="384" y="892"/>
                  </a:lnTo>
                  <a:cubicBezTo>
                    <a:pt x="317" y="892"/>
                    <a:pt x="249" y="881"/>
                    <a:pt x="181" y="870"/>
                  </a:cubicBezTo>
                  <a:lnTo>
                    <a:pt x="1" y="847"/>
                  </a:lnTo>
                  <a:lnTo>
                    <a:pt x="1" y="847"/>
                  </a:lnTo>
                  <a:cubicBezTo>
                    <a:pt x="1" y="847"/>
                    <a:pt x="57" y="881"/>
                    <a:pt x="170" y="926"/>
                  </a:cubicBezTo>
                  <a:cubicBezTo>
                    <a:pt x="238" y="949"/>
                    <a:pt x="294" y="960"/>
                    <a:pt x="362" y="971"/>
                  </a:cubicBezTo>
                  <a:cubicBezTo>
                    <a:pt x="452" y="994"/>
                    <a:pt x="542" y="1005"/>
                    <a:pt x="633" y="1017"/>
                  </a:cubicBezTo>
                  <a:cubicBezTo>
                    <a:pt x="746" y="1028"/>
                    <a:pt x="847" y="1028"/>
                    <a:pt x="960" y="1028"/>
                  </a:cubicBezTo>
                  <a:cubicBezTo>
                    <a:pt x="1062" y="1017"/>
                    <a:pt x="1186" y="1017"/>
                    <a:pt x="1310" y="1005"/>
                  </a:cubicBezTo>
                  <a:cubicBezTo>
                    <a:pt x="1434" y="994"/>
                    <a:pt x="1558" y="971"/>
                    <a:pt x="1682" y="949"/>
                  </a:cubicBezTo>
                  <a:cubicBezTo>
                    <a:pt x="1818" y="926"/>
                    <a:pt x="1942" y="892"/>
                    <a:pt x="2066" y="859"/>
                  </a:cubicBezTo>
                  <a:cubicBezTo>
                    <a:pt x="2314" y="802"/>
                    <a:pt x="2551" y="712"/>
                    <a:pt x="2799" y="622"/>
                  </a:cubicBezTo>
                  <a:cubicBezTo>
                    <a:pt x="3002" y="543"/>
                    <a:pt x="3206" y="441"/>
                    <a:pt x="3409" y="340"/>
                  </a:cubicBezTo>
                  <a:cubicBezTo>
                    <a:pt x="3600" y="238"/>
                    <a:pt x="3781" y="125"/>
                    <a:pt x="3962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4405100" y="4513000"/>
              <a:ext cx="77600" cy="8775"/>
            </a:xfrm>
            <a:custGeom>
              <a:avLst/>
              <a:gdLst/>
              <a:ahLst/>
              <a:cxnLst/>
              <a:rect l="l" t="t" r="r" b="b"/>
              <a:pathLst>
                <a:path w="3104" h="351" extrusionOk="0">
                  <a:moveTo>
                    <a:pt x="3103" y="1"/>
                  </a:moveTo>
                  <a:lnTo>
                    <a:pt x="3103" y="1"/>
                  </a:lnTo>
                  <a:cubicBezTo>
                    <a:pt x="3103" y="1"/>
                    <a:pt x="3058" y="12"/>
                    <a:pt x="2968" y="12"/>
                  </a:cubicBezTo>
                  <a:cubicBezTo>
                    <a:pt x="2878" y="23"/>
                    <a:pt x="2753" y="57"/>
                    <a:pt x="2618" y="68"/>
                  </a:cubicBezTo>
                  <a:cubicBezTo>
                    <a:pt x="2539" y="68"/>
                    <a:pt x="2471" y="80"/>
                    <a:pt x="2381" y="91"/>
                  </a:cubicBezTo>
                  <a:cubicBezTo>
                    <a:pt x="2302" y="102"/>
                    <a:pt x="2212" y="102"/>
                    <a:pt x="2121" y="102"/>
                  </a:cubicBezTo>
                  <a:cubicBezTo>
                    <a:pt x="1941" y="125"/>
                    <a:pt x="1749" y="136"/>
                    <a:pt x="1557" y="136"/>
                  </a:cubicBezTo>
                  <a:lnTo>
                    <a:pt x="0" y="136"/>
                  </a:lnTo>
                  <a:cubicBezTo>
                    <a:pt x="0" y="136"/>
                    <a:pt x="56" y="159"/>
                    <a:pt x="147" y="181"/>
                  </a:cubicBezTo>
                  <a:cubicBezTo>
                    <a:pt x="226" y="192"/>
                    <a:pt x="339" y="226"/>
                    <a:pt x="485" y="260"/>
                  </a:cubicBezTo>
                  <a:cubicBezTo>
                    <a:pt x="632" y="283"/>
                    <a:pt x="801" y="305"/>
                    <a:pt x="993" y="328"/>
                  </a:cubicBezTo>
                  <a:cubicBezTo>
                    <a:pt x="1174" y="350"/>
                    <a:pt x="1365" y="350"/>
                    <a:pt x="1569" y="350"/>
                  </a:cubicBezTo>
                  <a:cubicBezTo>
                    <a:pt x="1670" y="339"/>
                    <a:pt x="1760" y="339"/>
                    <a:pt x="1862" y="328"/>
                  </a:cubicBezTo>
                  <a:cubicBezTo>
                    <a:pt x="1952" y="328"/>
                    <a:pt x="2054" y="317"/>
                    <a:pt x="2144" y="294"/>
                  </a:cubicBezTo>
                  <a:cubicBezTo>
                    <a:pt x="2234" y="283"/>
                    <a:pt x="2325" y="271"/>
                    <a:pt x="2415" y="249"/>
                  </a:cubicBezTo>
                  <a:cubicBezTo>
                    <a:pt x="2494" y="226"/>
                    <a:pt x="2573" y="204"/>
                    <a:pt x="2641" y="181"/>
                  </a:cubicBezTo>
                  <a:cubicBezTo>
                    <a:pt x="2753" y="147"/>
                    <a:pt x="2866" y="113"/>
                    <a:pt x="2979" y="57"/>
                  </a:cubicBezTo>
                  <a:lnTo>
                    <a:pt x="3103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4421175" y="4503700"/>
              <a:ext cx="67150" cy="10450"/>
            </a:xfrm>
            <a:custGeom>
              <a:avLst/>
              <a:gdLst/>
              <a:ahLst/>
              <a:cxnLst/>
              <a:rect l="l" t="t" r="r" b="b"/>
              <a:pathLst>
                <a:path w="2686" h="418" extrusionOk="0">
                  <a:moveTo>
                    <a:pt x="0" y="0"/>
                  </a:moveTo>
                  <a:cubicBezTo>
                    <a:pt x="124" y="68"/>
                    <a:pt x="260" y="113"/>
                    <a:pt x="395" y="158"/>
                  </a:cubicBezTo>
                  <a:lnTo>
                    <a:pt x="587" y="237"/>
                  </a:lnTo>
                  <a:cubicBezTo>
                    <a:pt x="655" y="248"/>
                    <a:pt x="734" y="271"/>
                    <a:pt x="813" y="282"/>
                  </a:cubicBezTo>
                  <a:cubicBezTo>
                    <a:pt x="971" y="316"/>
                    <a:pt x="1140" y="361"/>
                    <a:pt x="1309" y="384"/>
                  </a:cubicBezTo>
                  <a:cubicBezTo>
                    <a:pt x="1490" y="395"/>
                    <a:pt x="1659" y="418"/>
                    <a:pt x="1817" y="418"/>
                  </a:cubicBezTo>
                  <a:cubicBezTo>
                    <a:pt x="1964" y="418"/>
                    <a:pt x="2110" y="418"/>
                    <a:pt x="2257" y="406"/>
                  </a:cubicBezTo>
                  <a:cubicBezTo>
                    <a:pt x="2517" y="384"/>
                    <a:pt x="2686" y="361"/>
                    <a:pt x="2686" y="361"/>
                  </a:cubicBezTo>
                  <a:cubicBezTo>
                    <a:pt x="2686" y="361"/>
                    <a:pt x="2505" y="316"/>
                    <a:pt x="2257" y="282"/>
                  </a:cubicBezTo>
                  <a:cubicBezTo>
                    <a:pt x="2189" y="271"/>
                    <a:pt x="2122" y="271"/>
                    <a:pt x="2054" y="260"/>
                  </a:cubicBezTo>
                  <a:cubicBezTo>
                    <a:pt x="1986" y="248"/>
                    <a:pt x="1907" y="237"/>
                    <a:pt x="1828" y="226"/>
                  </a:cubicBezTo>
                  <a:cubicBezTo>
                    <a:pt x="1670" y="203"/>
                    <a:pt x="1501" y="192"/>
                    <a:pt x="1343" y="169"/>
                  </a:cubicBezTo>
                  <a:cubicBezTo>
                    <a:pt x="1174" y="147"/>
                    <a:pt x="1005" y="113"/>
                    <a:pt x="847" y="102"/>
                  </a:cubicBezTo>
                  <a:cubicBezTo>
                    <a:pt x="768" y="90"/>
                    <a:pt x="689" y="90"/>
                    <a:pt x="621" y="79"/>
                  </a:cubicBezTo>
                  <a:cubicBezTo>
                    <a:pt x="553" y="68"/>
                    <a:pt x="485" y="57"/>
                    <a:pt x="418" y="45"/>
                  </a:cubicBezTo>
                  <a:cubicBezTo>
                    <a:pt x="170" y="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4409600" y="4298050"/>
              <a:ext cx="138250" cy="224275"/>
            </a:xfrm>
            <a:custGeom>
              <a:avLst/>
              <a:gdLst/>
              <a:ahLst/>
              <a:cxnLst/>
              <a:rect l="l" t="t" r="r" b="b"/>
              <a:pathLst>
                <a:path w="5530" h="8971" extrusionOk="0">
                  <a:moveTo>
                    <a:pt x="2822" y="0"/>
                  </a:moveTo>
                  <a:cubicBezTo>
                    <a:pt x="2573" y="45"/>
                    <a:pt x="2336" y="147"/>
                    <a:pt x="2133" y="282"/>
                  </a:cubicBezTo>
                  <a:cubicBezTo>
                    <a:pt x="1219" y="914"/>
                    <a:pt x="689" y="1805"/>
                    <a:pt x="373" y="2855"/>
                  </a:cubicBezTo>
                  <a:cubicBezTo>
                    <a:pt x="1" y="4062"/>
                    <a:pt x="215" y="5349"/>
                    <a:pt x="745" y="6477"/>
                  </a:cubicBezTo>
                  <a:cubicBezTo>
                    <a:pt x="982" y="6929"/>
                    <a:pt x="1242" y="7357"/>
                    <a:pt x="1547" y="7775"/>
                  </a:cubicBezTo>
                  <a:cubicBezTo>
                    <a:pt x="1908" y="8237"/>
                    <a:pt x="2336" y="8644"/>
                    <a:pt x="2833" y="8971"/>
                  </a:cubicBezTo>
                  <a:lnTo>
                    <a:pt x="3126" y="8542"/>
                  </a:lnTo>
                  <a:cubicBezTo>
                    <a:pt x="3499" y="8012"/>
                    <a:pt x="3815" y="7448"/>
                    <a:pt x="4097" y="6872"/>
                  </a:cubicBezTo>
                  <a:cubicBezTo>
                    <a:pt x="4898" y="5123"/>
                    <a:pt x="5530" y="2516"/>
                    <a:pt x="4210" y="835"/>
                  </a:cubicBezTo>
                  <a:cubicBezTo>
                    <a:pt x="3860" y="395"/>
                    <a:pt x="3375" y="102"/>
                    <a:pt x="2822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4422225" y="4406500"/>
              <a:ext cx="111250" cy="125150"/>
            </a:xfrm>
            <a:custGeom>
              <a:avLst/>
              <a:gdLst/>
              <a:ahLst/>
              <a:cxnLst/>
              <a:rect l="l" t="t" r="r" b="b"/>
              <a:pathLst>
                <a:path w="4450" h="5006" extrusionOk="0">
                  <a:moveTo>
                    <a:pt x="1600" y="0"/>
                  </a:moveTo>
                  <a:cubicBezTo>
                    <a:pt x="1237" y="0"/>
                    <a:pt x="944" y="328"/>
                    <a:pt x="1064" y="875"/>
                  </a:cubicBezTo>
                  <a:cubicBezTo>
                    <a:pt x="949" y="688"/>
                    <a:pt x="828" y="612"/>
                    <a:pt x="711" y="612"/>
                  </a:cubicBezTo>
                  <a:cubicBezTo>
                    <a:pt x="335" y="612"/>
                    <a:pt x="0" y="1394"/>
                    <a:pt x="26" y="1755"/>
                  </a:cubicBezTo>
                  <a:cubicBezTo>
                    <a:pt x="105" y="3188"/>
                    <a:pt x="1402" y="4114"/>
                    <a:pt x="2361" y="5005"/>
                  </a:cubicBezTo>
                  <a:lnTo>
                    <a:pt x="2361" y="5005"/>
                  </a:lnTo>
                  <a:cubicBezTo>
                    <a:pt x="2264" y="4910"/>
                    <a:pt x="3299" y="3549"/>
                    <a:pt x="3389" y="3380"/>
                  </a:cubicBezTo>
                  <a:cubicBezTo>
                    <a:pt x="3829" y="2557"/>
                    <a:pt x="4449" y="1857"/>
                    <a:pt x="4054" y="864"/>
                  </a:cubicBezTo>
                  <a:cubicBezTo>
                    <a:pt x="3958" y="627"/>
                    <a:pt x="3649" y="342"/>
                    <a:pt x="3399" y="342"/>
                  </a:cubicBezTo>
                  <a:cubicBezTo>
                    <a:pt x="3268" y="342"/>
                    <a:pt x="3154" y="421"/>
                    <a:pt x="3095" y="627"/>
                  </a:cubicBezTo>
                  <a:cubicBezTo>
                    <a:pt x="3000" y="405"/>
                    <a:pt x="2688" y="6"/>
                    <a:pt x="2433" y="6"/>
                  </a:cubicBezTo>
                  <a:cubicBezTo>
                    <a:pt x="2324" y="6"/>
                    <a:pt x="2226" y="78"/>
                    <a:pt x="2159" y="266"/>
                  </a:cubicBezTo>
                  <a:cubicBezTo>
                    <a:pt x="1984" y="84"/>
                    <a:pt x="1783" y="0"/>
                    <a:pt x="1600" y="0"/>
                  </a:cubicBezTo>
                  <a:close/>
                  <a:moveTo>
                    <a:pt x="2361" y="5005"/>
                  </a:moveTo>
                  <a:lnTo>
                    <a:pt x="2361" y="5005"/>
                  </a:lnTo>
                  <a:cubicBezTo>
                    <a:pt x="2361" y="5005"/>
                    <a:pt x="2362" y="5005"/>
                    <a:pt x="2362" y="5005"/>
                  </a:cubicBezTo>
                  <a:cubicBezTo>
                    <a:pt x="2362" y="5005"/>
                    <a:pt x="2361" y="5005"/>
                    <a:pt x="2361" y="5005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4378300" y="4296800"/>
              <a:ext cx="102125" cy="226375"/>
            </a:xfrm>
            <a:custGeom>
              <a:avLst/>
              <a:gdLst/>
              <a:ahLst/>
              <a:cxnLst/>
              <a:rect l="l" t="t" r="r" b="b"/>
              <a:pathLst>
                <a:path w="4085" h="9055" extrusionOk="0">
                  <a:moveTo>
                    <a:pt x="3578" y="1"/>
                  </a:moveTo>
                  <a:cubicBezTo>
                    <a:pt x="3282" y="1"/>
                    <a:pt x="2988" y="51"/>
                    <a:pt x="2708" y="152"/>
                  </a:cubicBezTo>
                  <a:cubicBezTo>
                    <a:pt x="846" y="806"/>
                    <a:pt x="0" y="3458"/>
                    <a:pt x="587" y="5196"/>
                  </a:cubicBezTo>
                  <a:cubicBezTo>
                    <a:pt x="1117" y="6922"/>
                    <a:pt x="2167" y="8592"/>
                    <a:pt x="4051" y="9055"/>
                  </a:cubicBezTo>
                  <a:cubicBezTo>
                    <a:pt x="4062" y="9044"/>
                    <a:pt x="4074" y="9032"/>
                    <a:pt x="4085" y="9021"/>
                  </a:cubicBezTo>
                  <a:cubicBezTo>
                    <a:pt x="3588" y="8694"/>
                    <a:pt x="3160" y="8287"/>
                    <a:pt x="2799" y="7825"/>
                  </a:cubicBezTo>
                  <a:cubicBezTo>
                    <a:pt x="2494" y="7407"/>
                    <a:pt x="2234" y="6979"/>
                    <a:pt x="1997" y="6527"/>
                  </a:cubicBezTo>
                  <a:cubicBezTo>
                    <a:pt x="1467" y="5399"/>
                    <a:pt x="1253" y="4112"/>
                    <a:pt x="1625" y="2905"/>
                  </a:cubicBezTo>
                  <a:cubicBezTo>
                    <a:pt x="1941" y="1855"/>
                    <a:pt x="2471" y="964"/>
                    <a:pt x="3385" y="332"/>
                  </a:cubicBezTo>
                  <a:cubicBezTo>
                    <a:pt x="3600" y="197"/>
                    <a:pt x="3837" y="95"/>
                    <a:pt x="4085" y="50"/>
                  </a:cubicBezTo>
                  <a:cubicBezTo>
                    <a:pt x="3917" y="17"/>
                    <a:pt x="3747" y="1"/>
                    <a:pt x="35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4430200" y="4428650"/>
              <a:ext cx="50525" cy="95950"/>
            </a:xfrm>
            <a:custGeom>
              <a:avLst/>
              <a:gdLst/>
              <a:ahLst/>
              <a:cxnLst/>
              <a:rect l="l" t="t" r="r" b="b"/>
              <a:pathLst>
                <a:path w="2021" h="3838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45" y="272"/>
                    <a:pt x="147" y="678"/>
                  </a:cubicBezTo>
                  <a:cubicBezTo>
                    <a:pt x="203" y="881"/>
                    <a:pt x="260" y="1106"/>
                    <a:pt x="339" y="1355"/>
                  </a:cubicBezTo>
                  <a:cubicBezTo>
                    <a:pt x="429" y="1603"/>
                    <a:pt x="531" y="1862"/>
                    <a:pt x="632" y="2111"/>
                  </a:cubicBezTo>
                  <a:cubicBezTo>
                    <a:pt x="700" y="2246"/>
                    <a:pt x="756" y="2370"/>
                    <a:pt x="824" y="2494"/>
                  </a:cubicBezTo>
                  <a:cubicBezTo>
                    <a:pt x="892" y="2607"/>
                    <a:pt x="948" y="2720"/>
                    <a:pt x="1027" y="2844"/>
                  </a:cubicBezTo>
                  <a:cubicBezTo>
                    <a:pt x="1106" y="2957"/>
                    <a:pt x="1163" y="3059"/>
                    <a:pt x="1242" y="3149"/>
                  </a:cubicBezTo>
                  <a:cubicBezTo>
                    <a:pt x="1332" y="3239"/>
                    <a:pt x="1388" y="3329"/>
                    <a:pt x="1467" y="3408"/>
                  </a:cubicBezTo>
                  <a:cubicBezTo>
                    <a:pt x="1535" y="3476"/>
                    <a:pt x="1603" y="3544"/>
                    <a:pt x="1682" y="3600"/>
                  </a:cubicBezTo>
                  <a:cubicBezTo>
                    <a:pt x="1738" y="3645"/>
                    <a:pt x="1795" y="3691"/>
                    <a:pt x="1862" y="3736"/>
                  </a:cubicBezTo>
                  <a:cubicBezTo>
                    <a:pt x="1964" y="3792"/>
                    <a:pt x="2020" y="3837"/>
                    <a:pt x="2020" y="3837"/>
                  </a:cubicBezTo>
                  <a:cubicBezTo>
                    <a:pt x="2020" y="3837"/>
                    <a:pt x="1975" y="3781"/>
                    <a:pt x="1885" y="3702"/>
                  </a:cubicBezTo>
                  <a:cubicBezTo>
                    <a:pt x="1828" y="3657"/>
                    <a:pt x="1795" y="3600"/>
                    <a:pt x="1738" y="3544"/>
                  </a:cubicBezTo>
                  <a:cubicBezTo>
                    <a:pt x="1670" y="3476"/>
                    <a:pt x="1614" y="3397"/>
                    <a:pt x="1558" y="3329"/>
                  </a:cubicBezTo>
                  <a:cubicBezTo>
                    <a:pt x="1501" y="3250"/>
                    <a:pt x="1433" y="3149"/>
                    <a:pt x="1377" y="3059"/>
                  </a:cubicBezTo>
                  <a:cubicBezTo>
                    <a:pt x="1309" y="2957"/>
                    <a:pt x="1253" y="2844"/>
                    <a:pt x="1185" y="2743"/>
                  </a:cubicBezTo>
                  <a:cubicBezTo>
                    <a:pt x="1129" y="2630"/>
                    <a:pt x="1072" y="2517"/>
                    <a:pt x="1005" y="2393"/>
                  </a:cubicBezTo>
                  <a:cubicBezTo>
                    <a:pt x="948" y="2280"/>
                    <a:pt x="892" y="2156"/>
                    <a:pt x="835" y="2032"/>
                  </a:cubicBezTo>
                  <a:cubicBezTo>
                    <a:pt x="723" y="1783"/>
                    <a:pt x="621" y="1513"/>
                    <a:pt x="519" y="1287"/>
                  </a:cubicBezTo>
                  <a:cubicBezTo>
                    <a:pt x="429" y="1061"/>
                    <a:pt x="339" y="824"/>
                    <a:pt x="260" y="633"/>
                  </a:cubicBezTo>
                  <a:cubicBezTo>
                    <a:pt x="181" y="441"/>
                    <a:pt x="124" y="294"/>
                    <a:pt x="79" y="170"/>
                  </a:cubicBezTo>
                  <a:cubicBezTo>
                    <a:pt x="34" y="57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4447400" y="4418225"/>
              <a:ext cx="32200" cy="99875"/>
            </a:xfrm>
            <a:custGeom>
              <a:avLst/>
              <a:gdLst/>
              <a:ahLst/>
              <a:cxnLst/>
              <a:rect l="l" t="t" r="r" b="b"/>
              <a:pathLst>
                <a:path w="1288" h="3995" extrusionOk="0">
                  <a:moveTo>
                    <a:pt x="1" y="0"/>
                  </a:moveTo>
                  <a:cubicBezTo>
                    <a:pt x="1" y="0"/>
                    <a:pt x="1" y="271"/>
                    <a:pt x="23" y="666"/>
                  </a:cubicBezTo>
                  <a:cubicBezTo>
                    <a:pt x="46" y="869"/>
                    <a:pt x="68" y="1106"/>
                    <a:pt x="102" y="1354"/>
                  </a:cubicBezTo>
                  <a:cubicBezTo>
                    <a:pt x="136" y="1614"/>
                    <a:pt x="193" y="1873"/>
                    <a:pt x="260" y="2133"/>
                  </a:cubicBezTo>
                  <a:cubicBezTo>
                    <a:pt x="294" y="2257"/>
                    <a:pt x="328" y="2392"/>
                    <a:pt x="373" y="2516"/>
                  </a:cubicBezTo>
                  <a:cubicBezTo>
                    <a:pt x="407" y="2641"/>
                    <a:pt x="463" y="2765"/>
                    <a:pt x="508" y="2889"/>
                  </a:cubicBezTo>
                  <a:cubicBezTo>
                    <a:pt x="554" y="3002"/>
                    <a:pt x="621" y="3115"/>
                    <a:pt x="666" y="3216"/>
                  </a:cubicBezTo>
                  <a:cubicBezTo>
                    <a:pt x="712" y="3318"/>
                    <a:pt x="779" y="3408"/>
                    <a:pt x="836" y="3498"/>
                  </a:cubicBezTo>
                  <a:cubicBezTo>
                    <a:pt x="892" y="3577"/>
                    <a:pt x="949" y="3656"/>
                    <a:pt x="1005" y="3724"/>
                  </a:cubicBezTo>
                  <a:cubicBezTo>
                    <a:pt x="1050" y="3780"/>
                    <a:pt x="1095" y="3825"/>
                    <a:pt x="1152" y="3871"/>
                  </a:cubicBezTo>
                  <a:cubicBezTo>
                    <a:pt x="1197" y="3916"/>
                    <a:pt x="1242" y="3961"/>
                    <a:pt x="1287" y="3995"/>
                  </a:cubicBezTo>
                  <a:cubicBezTo>
                    <a:pt x="1287" y="3995"/>
                    <a:pt x="1253" y="3938"/>
                    <a:pt x="1186" y="3848"/>
                  </a:cubicBezTo>
                  <a:cubicBezTo>
                    <a:pt x="1140" y="3792"/>
                    <a:pt x="1107" y="3735"/>
                    <a:pt x="1073" y="3667"/>
                  </a:cubicBezTo>
                  <a:cubicBezTo>
                    <a:pt x="1028" y="3611"/>
                    <a:pt x="994" y="3521"/>
                    <a:pt x="937" y="3442"/>
                  </a:cubicBezTo>
                  <a:cubicBezTo>
                    <a:pt x="892" y="3351"/>
                    <a:pt x="847" y="3250"/>
                    <a:pt x="813" y="3148"/>
                  </a:cubicBezTo>
                  <a:cubicBezTo>
                    <a:pt x="768" y="3047"/>
                    <a:pt x="723" y="2934"/>
                    <a:pt x="678" y="2810"/>
                  </a:cubicBezTo>
                  <a:cubicBezTo>
                    <a:pt x="644" y="2697"/>
                    <a:pt x="610" y="2584"/>
                    <a:pt x="565" y="2460"/>
                  </a:cubicBezTo>
                  <a:cubicBezTo>
                    <a:pt x="531" y="2336"/>
                    <a:pt x="497" y="2200"/>
                    <a:pt x="463" y="2076"/>
                  </a:cubicBezTo>
                  <a:cubicBezTo>
                    <a:pt x="396" y="1817"/>
                    <a:pt x="339" y="1569"/>
                    <a:pt x="283" y="1320"/>
                  </a:cubicBezTo>
                  <a:cubicBezTo>
                    <a:pt x="238" y="1072"/>
                    <a:pt x="181" y="846"/>
                    <a:pt x="147" y="655"/>
                  </a:cubicBezTo>
                  <a:cubicBezTo>
                    <a:pt x="114" y="463"/>
                    <a:pt x="68" y="293"/>
                    <a:pt x="46" y="181"/>
                  </a:cubicBezTo>
                  <a:cubicBezTo>
                    <a:pt x="23" y="5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4460100" y="4450375"/>
              <a:ext cx="18650" cy="64900"/>
            </a:xfrm>
            <a:custGeom>
              <a:avLst/>
              <a:gdLst/>
              <a:ahLst/>
              <a:cxnLst/>
              <a:rect l="l" t="t" r="r" b="b"/>
              <a:pathLst>
                <a:path w="746" h="2596" extrusionOk="0">
                  <a:moveTo>
                    <a:pt x="395" y="0"/>
                  </a:moveTo>
                  <a:cubicBezTo>
                    <a:pt x="384" y="34"/>
                    <a:pt x="373" y="68"/>
                    <a:pt x="362" y="113"/>
                  </a:cubicBezTo>
                  <a:cubicBezTo>
                    <a:pt x="328" y="204"/>
                    <a:pt x="294" y="305"/>
                    <a:pt x="283" y="418"/>
                  </a:cubicBezTo>
                  <a:cubicBezTo>
                    <a:pt x="283" y="474"/>
                    <a:pt x="237" y="542"/>
                    <a:pt x="226" y="621"/>
                  </a:cubicBezTo>
                  <a:cubicBezTo>
                    <a:pt x="226" y="700"/>
                    <a:pt x="136" y="779"/>
                    <a:pt x="147" y="858"/>
                  </a:cubicBezTo>
                  <a:cubicBezTo>
                    <a:pt x="158" y="937"/>
                    <a:pt x="0" y="1039"/>
                    <a:pt x="12" y="1118"/>
                  </a:cubicBezTo>
                  <a:cubicBezTo>
                    <a:pt x="23" y="1208"/>
                    <a:pt x="34" y="1287"/>
                    <a:pt x="46" y="1366"/>
                  </a:cubicBezTo>
                  <a:cubicBezTo>
                    <a:pt x="68" y="1546"/>
                    <a:pt x="283" y="1671"/>
                    <a:pt x="316" y="1829"/>
                  </a:cubicBezTo>
                  <a:cubicBezTo>
                    <a:pt x="350" y="1975"/>
                    <a:pt x="565" y="2088"/>
                    <a:pt x="599" y="2201"/>
                  </a:cubicBezTo>
                  <a:cubicBezTo>
                    <a:pt x="678" y="2449"/>
                    <a:pt x="745" y="2596"/>
                    <a:pt x="745" y="2596"/>
                  </a:cubicBezTo>
                  <a:cubicBezTo>
                    <a:pt x="745" y="2460"/>
                    <a:pt x="734" y="2314"/>
                    <a:pt x="723" y="2178"/>
                  </a:cubicBezTo>
                  <a:cubicBezTo>
                    <a:pt x="700" y="1930"/>
                    <a:pt x="632" y="1614"/>
                    <a:pt x="576" y="1287"/>
                  </a:cubicBezTo>
                  <a:cubicBezTo>
                    <a:pt x="553" y="1129"/>
                    <a:pt x="520" y="971"/>
                    <a:pt x="497" y="813"/>
                  </a:cubicBezTo>
                  <a:cubicBezTo>
                    <a:pt x="497" y="745"/>
                    <a:pt x="474" y="678"/>
                    <a:pt x="474" y="599"/>
                  </a:cubicBezTo>
                  <a:cubicBezTo>
                    <a:pt x="463" y="531"/>
                    <a:pt x="452" y="474"/>
                    <a:pt x="441" y="407"/>
                  </a:cubicBezTo>
                  <a:cubicBezTo>
                    <a:pt x="429" y="283"/>
                    <a:pt x="429" y="181"/>
                    <a:pt x="418" y="113"/>
                  </a:cubicBezTo>
                  <a:cubicBezTo>
                    <a:pt x="418" y="68"/>
                    <a:pt x="407" y="34"/>
                    <a:pt x="395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4477600" y="4453475"/>
              <a:ext cx="9600" cy="46300"/>
            </a:xfrm>
            <a:custGeom>
              <a:avLst/>
              <a:gdLst/>
              <a:ahLst/>
              <a:cxnLst/>
              <a:rect l="l" t="t" r="r" b="b"/>
              <a:pathLst>
                <a:path w="384" h="1852" extrusionOk="0">
                  <a:moveTo>
                    <a:pt x="384" y="1"/>
                  </a:moveTo>
                  <a:lnTo>
                    <a:pt x="384" y="1"/>
                  </a:lnTo>
                  <a:cubicBezTo>
                    <a:pt x="339" y="91"/>
                    <a:pt x="293" y="181"/>
                    <a:pt x="248" y="271"/>
                  </a:cubicBezTo>
                  <a:cubicBezTo>
                    <a:pt x="203" y="362"/>
                    <a:pt x="169" y="463"/>
                    <a:pt x="135" y="565"/>
                  </a:cubicBezTo>
                  <a:cubicBezTo>
                    <a:pt x="113" y="666"/>
                    <a:pt x="79" y="779"/>
                    <a:pt x="57" y="903"/>
                  </a:cubicBezTo>
                  <a:cubicBezTo>
                    <a:pt x="11" y="1118"/>
                    <a:pt x="0" y="1332"/>
                    <a:pt x="11" y="1558"/>
                  </a:cubicBezTo>
                  <a:cubicBezTo>
                    <a:pt x="11" y="1659"/>
                    <a:pt x="23" y="1761"/>
                    <a:pt x="45" y="1851"/>
                  </a:cubicBezTo>
                  <a:cubicBezTo>
                    <a:pt x="79" y="1761"/>
                    <a:pt x="113" y="1659"/>
                    <a:pt x="135" y="1569"/>
                  </a:cubicBezTo>
                  <a:cubicBezTo>
                    <a:pt x="158" y="1479"/>
                    <a:pt x="181" y="1377"/>
                    <a:pt x="203" y="1276"/>
                  </a:cubicBezTo>
                  <a:cubicBezTo>
                    <a:pt x="226" y="1163"/>
                    <a:pt x="237" y="1061"/>
                    <a:pt x="271" y="937"/>
                  </a:cubicBezTo>
                  <a:cubicBezTo>
                    <a:pt x="293" y="824"/>
                    <a:pt x="316" y="712"/>
                    <a:pt x="327" y="599"/>
                  </a:cubicBezTo>
                  <a:cubicBezTo>
                    <a:pt x="339" y="554"/>
                    <a:pt x="339" y="497"/>
                    <a:pt x="350" y="452"/>
                  </a:cubicBezTo>
                  <a:cubicBezTo>
                    <a:pt x="361" y="396"/>
                    <a:pt x="372" y="350"/>
                    <a:pt x="372" y="305"/>
                  </a:cubicBezTo>
                  <a:cubicBezTo>
                    <a:pt x="384" y="204"/>
                    <a:pt x="384" y="102"/>
                    <a:pt x="384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4475900" y="4391975"/>
              <a:ext cx="209900" cy="144425"/>
            </a:xfrm>
            <a:custGeom>
              <a:avLst/>
              <a:gdLst/>
              <a:ahLst/>
              <a:cxnLst/>
              <a:rect l="l" t="t" r="r" b="b"/>
              <a:pathLst>
                <a:path w="8396" h="5777" extrusionOk="0">
                  <a:moveTo>
                    <a:pt x="5927" y="0"/>
                  </a:moveTo>
                  <a:cubicBezTo>
                    <a:pt x="5632" y="0"/>
                    <a:pt x="5337" y="23"/>
                    <a:pt x="5044" y="68"/>
                  </a:cubicBezTo>
                  <a:cubicBezTo>
                    <a:pt x="3577" y="305"/>
                    <a:pt x="2291" y="1332"/>
                    <a:pt x="1603" y="2607"/>
                  </a:cubicBezTo>
                  <a:cubicBezTo>
                    <a:pt x="1411" y="2991"/>
                    <a:pt x="723" y="4717"/>
                    <a:pt x="0" y="5361"/>
                  </a:cubicBezTo>
                  <a:lnTo>
                    <a:pt x="2043" y="5699"/>
                  </a:lnTo>
                  <a:cubicBezTo>
                    <a:pt x="2456" y="5749"/>
                    <a:pt x="2854" y="5777"/>
                    <a:pt x="3237" y="5777"/>
                  </a:cubicBezTo>
                  <a:cubicBezTo>
                    <a:pt x="4841" y="5777"/>
                    <a:pt x="6194" y="5289"/>
                    <a:pt x="7414" y="3905"/>
                  </a:cubicBezTo>
                  <a:cubicBezTo>
                    <a:pt x="8396" y="2777"/>
                    <a:pt x="8396" y="1513"/>
                    <a:pt x="7651" y="260"/>
                  </a:cubicBezTo>
                  <a:cubicBezTo>
                    <a:pt x="7090" y="88"/>
                    <a:pt x="6508" y="0"/>
                    <a:pt x="5927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4475900" y="4442700"/>
              <a:ext cx="133750" cy="94550"/>
            </a:xfrm>
            <a:custGeom>
              <a:avLst/>
              <a:gdLst/>
              <a:ahLst/>
              <a:cxnLst/>
              <a:rect l="l" t="t" r="r" b="b"/>
              <a:pathLst>
                <a:path w="5350" h="3782" extrusionOk="0">
                  <a:moveTo>
                    <a:pt x="3515" y="0"/>
                  </a:moveTo>
                  <a:cubicBezTo>
                    <a:pt x="3175" y="0"/>
                    <a:pt x="2827" y="141"/>
                    <a:pt x="2686" y="432"/>
                  </a:cubicBezTo>
                  <a:cubicBezTo>
                    <a:pt x="2690" y="150"/>
                    <a:pt x="2567" y="51"/>
                    <a:pt x="2400" y="51"/>
                  </a:cubicBezTo>
                  <a:cubicBezTo>
                    <a:pt x="2125" y="51"/>
                    <a:pt x="1732" y="320"/>
                    <a:pt x="1591" y="488"/>
                  </a:cubicBezTo>
                  <a:cubicBezTo>
                    <a:pt x="881" y="1357"/>
                    <a:pt x="1072" y="2801"/>
                    <a:pt x="0" y="3332"/>
                  </a:cubicBezTo>
                  <a:lnTo>
                    <a:pt x="655" y="3343"/>
                  </a:lnTo>
                  <a:cubicBezTo>
                    <a:pt x="1478" y="3477"/>
                    <a:pt x="2073" y="3781"/>
                    <a:pt x="2814" y="3781"/>
                  </a:cubicBezTo>
                  <a:cubicBezTo>
                    <a:pt x="2946" y="3781"/>
                    <a:pt x="3084" y="3771"/>
                    <a:pt x="3228" y="3749"/>
                  </a:cubicBezTo>
                  <a:cubicBezTo>
                    <a:pt x="3713" y="3693"/>
                    <a:pt x="4379" y="3241"/>
                    <a:pt x="4774" y="2948"/>
                  </a:cubicBezTo>
                  <a:cubicBezTo>
                    <a:pt x="5349" y="2553"/>
                    <a:pt x="4999" y="2192"/>
                    <a:pt x="4469" y="2023"/>
                  </a:cubicBezTo>
                  <a:cubicBezTo>
                    <a:pt x="5338" y="1650"/>
                    <a:pt x="5157" y="1018"/>
                    <a:pt x="4255" y="906"/>
                  </a:cubicBezTo>
                  <a:cubicBezTo>
                    <a:pt x="4504" y="312"/>
                    <a:pt x="4020" y="0"/>
                    <a:pt x="3515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4474200" y="4370600"/>
              <a:ext cx="193000" cy="155125"/>
            </a:xfrm>
            <a:custGeom>
              <a:avLst/>
              <a:gdLst/>
              <a:ahLst/>
              <a:cxnLst/>
              <a:rect l="l" t="t" r="r" b="b"/>
              <a:pathLst>
                <a:path w="7720" h="6205" extrusionOk="0">
                  <a:moveTo>
                    <a:pt x="5382" y="1"/>
                  </a:moveTo>
                  <a:cubicBezTo>
                    <a:pt x="4483" y="1"/>
                    <a:pt x="3555" y="277"/>
                    <a:pt x="2968" y="698"/>
                  </a:cubicBezTo>
                  <a:cubicBezTo>
                    <a:pt x="2032" y="1352"/>
                    <a:pt x="1637" y="2300"/>
                    <a:pt x="1197" y="3293"/>
                  </a:cubicBezTo>
                  <a:cubicBezTo>
                    <a:pt x="926" y="3869"/>
                    <a:pt x="689" y="4455"/>
                    <a:pt x="497" y="5065"/>
                  </a:cubicBezTo>
                  <a:cubicBezTo>
                    <a:pt x="328" y="5697"/>
                    <a:pt x="136" y="5911"/>
                    <a:pt x="1" y="6193"/>
                  </a:cubicBezTo>
                  <a:lnTo>
                    <a:pt x="68" y="6204"/>
                  </a:lnTo>
                  <a:cubicBezTo>
                    <a:pt x="802" y="5561"/>
                    <a:pt x="1479" y="3835"/>
                    <a:pt x="1671" y="3462"/>
                  </a:cubicBezTo>
                  <a:cubicBezTo>
                    <a:pt x="2359" y="2176"/>
                    <a:pt x="3645" y="1149"/>
                    <a:pt x="5112" y="912"/>
                  </a:cubicBezTo>
                  <a:cubicBezTo>
                    <a:pt x="5402" y="867"/>
                    <a:pt x="5694" y="844"/>
                    <a:pt x="5986" y="844"/>
                  </a:cubicBezTo>
                  <a:cubicBezTo>
                    <a:pt x="6571" y="844"/>
                    <a:pt x="7155" y="935"/>
                    <a:pt x="7719" y="1115"/>
                  </a:cubicBezTo>
                  <a:cubicBezTo>
                    <a:pt x="7708" y="1093"/>
                    <a:pt x="7685" y="1070"/>
                    <a:pt x="7674" y="1047"/>
                  </a:cubicBezTo>
                  <a:cubicBezTo>
                    <a:pt x="7220" y="300"/>
                    <a:pt x="6316" y="1"/>
                    <a:pt x="5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4481250" y="4436825"/>
              <a:ext cx="108650" cy="82125"/>
            </a:xfrm>
            <a:custGeom>
              <a:avLst/>
              <a:gdLst/>
              <a:ahLst/>
              <a:cxnLst/>
              <a:rect l="l" t="t" r="r" b="b"/>
              <a:pathLst>
                <a:path w="4346" h="3285" extrusionOk="0">
                  <a:moveTo>
                    <a:pt x="12" y="2991"/>
                  </a:moveTo>
                  <a:cubicBezTo>
                    <a:pt x="12" y="3048"/>
                    <a:pt x="23" y="3093"/>
                    <a:pt x="35" y="3149"/>
                  </a:cubicBezTo>
                  <a:cubicBezTo>
                    <a:pt x="29" y="3149"/>
                    <a:pt x="51" y="3168"/>
                    <a:pt x="63" y="3184"/>
                  </a:cubicBezTo>
                  <a:lnTo>
                    <a:pt x="63" y="3184"/>
                  </a:lnTo>
                  <a:cubicBezTo>
                    <a:pt x="57" y="3153"/>
                    <a:pt x="53" y="3127"/>
                    <a:pt x="57" y="3127"/>
                  </a:cubicBezTo>
                  <a:cubicBezTo>
                    <a:pt x="46" y="3081"/>
                    <a:pt x="35" y="3036"/>
                    <a:pt x="23" y="2991"/>
                  </a:cubicBezTo>
                  <a:close/>
                  <a:moveTo>
                    <a:pt x="4063" y="1"/>
                  </a:moveTo>
                  <a:cubicBezTo>
                    <a:pt x="3973" y="12"/>
                    <a:pt x="3871" y="35"/>
                    <a:pt x="3781" y="57"/>
                  </a:cubicBezTo>
                  <a:cubicBezTo>
                    <a:pt x="3668" y="80"/>
                    <a:pt x="3544" y="125"/>
                    <a:pt x="3431" y="170"/>
                  </a:cubicBezTo>
                  <a:cubicBezTo>
                    <a:pt x="3149" y="294"/>
                    <a:pt x="2890" y="441"/>
                    <a:pt x="2641" y="633"/>
                  </a:cubicBezTo>
                  <a:cubicBezTo>
                    <a:pt x="2506" y="723"/>
                    <a:pt x="2370" y="836"/>
                    <a:pt x="2235" y="949"/>
                  </a:cubicBezTo>
                  <a:cubicBezTo>
                    <a:pt x="2100" y="1062"/>
                    <a:pt x="1964" y="1186"/>
                    <a:pt x="1851" y="1310"/>
                  </a:cubicBezTo>
                  <a:cubicBezTo>
                    <a:pt x="1603" y="1581"/>
                    <a:pt x="1389" y="1851"/>
                    <a:pt x="1186" y="2111"/>
                  </a:cubicBezTo>
                  <a:cubicBezTo>
                    <a:pt x="1084" y="2235"/>
                    <a:pt x="983" y="2359"/>
                    <a:pt x="881" y="2472"/>
                  </a:cubicBezTo>
                  <a:cubicBezTo>
                    <a:pt x="791" y="2585"/>
                    <a:pt x="700" y="2686"/>
                    <a:pt x="599" y="2777"/>
                  </a:cubicBezTo>
                  <a:cubicBezTo>
                    <a:pt x="509" y="2867"/>
                    <a:pt x="418" y="2946"/>
                    <a:pt x="339" y="3014"/>
                  </a:cubicBezTo>
                  <a:cubicBezTo>
                    <a:pt x="272" y="3070"/>
                    <a:pt x="193" y="3115"/>
                    <a:pt x="114" y="3160"/>
                  </a:cubicBezTo>
                  <a:cubicBezTo>
                    <a:pt x="98" y="3171"/>
                    <a:pt x="82" y="3181"/>
                    <a:pt x="68" y="3190"/>
                  </a:cubicBezTo>
                  <a:lnTo>
                    <a:pt x="68" y="3190"/>
                  </a:lnTo>
                  <a:cubicBezTo>
                    <a:pt x="67" y="3188"/>
                    <a:pt x="65" y="3186"/>
                    <a:pt x="63" y="3184"/>
                  </a:cubicBezTo>
                  <a:lnTo>
                    <a:pt x="63" y="3184"/>
                  </a:lnTo>
                  <a:cubicBezTo>
                    <a:pt x="64" y="3187"/>
                    <a:pt x="64" y="3190"/>
                    <a:pt x="65" y="3193"/>
                  </a:cubicBezTo>
                  <a:lnTo>
                    <a:pt x="65" y="3193"/>
                  </a:lnTo>
                  <a:cubicBezTo>
                    <a:pt x="49" y="3203"/>
                    <a:pt x="35" y="3211"/>
                    <a:pt x="23" y="3217"/>
                  </a:cubicBezTo>
                  <a:cubicBezTo>
                    <a:pt x="1" y="3217"/>
                    <a:pt x="1" y="3239"/>
                    <a:pt x="23" y="3239"/>
                  </a:cubicBezTo>
                  <a:cubicBezTo>
                    <a:pt x="25" y="3241"/>
                    <a:pt x="26" y="3241"/>
                    <a:pt x="27" y="3241"/>
                  </a:cubicBezTo>
                  <a:cubicBezTo>
                    <a:pt x="35" y="3241"/>
                    <a:pt x="36" y="3206"/>
                    <a:pt x="46" y="3206"/>
                  </a:cubicBezTo>
                  <a:cubicBezTo>
                    <a:pt x="51" y="3206"/>
                    <a:pt x="55" y="3207"/>
                    <a:pt x="59" y="3207"/>
                  </a:cubicBezTo>
                  <a:cubicBezTo>
                    <a:pt x="62" y="3207"/>
                    <a:pt x="65" y="3206"/>
                    <a:pt x="67" y="3206"/>
                  </a:cubicBezTo>
                  <a:lnTo>
                    <a:pt x="67" y="3206"/>
                  </a:lnTo>
                  <a:cubicBezTo>
                    <a:pt x="69" y="3214"/>
                    <a:pt x="70" y="3223"/>
                    <a:pt x="71" y="3231"/>
                  </a:cubicBezTo>
                  <a:lnTo>
                    <a:pt x="71" y="3231"/>
                  </a:lnTo>
                  <a:cubicBezTo>
                    <a:pt x="90" y="3221"/>
                    <a:pt x="110" y="3213"/>
                    <a:pt x="125" y="3206"/>
                  </a:cubicBezTo>
                  <a:cubicBezTo>
                    <a:pt x="215" y="3172"/>
                    <a:pt x="305" y="3127"/>
                    <a:pt x="384" y="3081"/>
                  </a:cubicBezTo>
                  <a:cubicBezTo>
                    <a:pt x="486" y="3014"/>
                    <a:pt x="588" y="2946"/>
                    <a:pt x="678" y="2867"/>
                  </a:cubicBezTo>
                  <a:cubicBezTo>
                    <a:pt x="915" y="2675"/>
                    <a:pt x="1129" y="2461"/>
                    <a:pt x="1332" y="2235"/>
                  </a:cubicBezTo>
                  <a:cubicBezTo>
                    <a:pt x="1558" y="1987"/>
                    <a:pt x="1772" y="1716"/>
                    <a:pt x="2009" y="1456"/>
                  </a:cubicBezTo>
                  <a:cubicBezTo>
                    <a:pt x="2122" y="1332"/>
                    <a:pt x="2246" y="1220"/>
                    <a:pt x="2382" y="1107"/>
                  </a:cubicBezTo>
                  <a:cubicBezTo>
                    <a:pt x="2506" y="994"/>
                    <a:pt x="2630" y="892"/>
                    <a:pt x="2765" y="791"/>
                  </a:cubicBezTo>
                  <a:cubicBezTo>
                    <a:pt x="2991" y="610"/>
                    <a:pt x="3239" y="441"/>
                    <a:pt x="3499" y="306"/>
                  </a:cubicBezTo>
                  <a:cubicBezTo>
                    <a:pt x="3600" y="260"/>
                    <a:pt x="3713" y="227"/>
                    <a:pt x="3826" y="193"/>
                  </a:cubicBezTo>
                  <a:cubicBezTo>
                    <a:pt x="3858" y="181"/>
                    <a:pt x="3892" y="177"/>
                    <a:pt x="3925" y="177"/>
                  </a:cubicBezTo>
                  <a:cubicBezTo>
                    <a:pt x="3971" y="177"/>
                    <a:pt x="4017" y="184"/>
                    <a:pt x="4059" y="184"/>
                  </a:cubicBezTo>
                  <a:cubicBezTo>
                    <a:pt x="4072" y="184"/>
                    <a:pt x="4085" y="183"/>
                    <a:pt x="4097" y="181"/>
                  </a:cubicBezTo>
                  <a:cubicBezTo>
                    <a:pt x="4103" y="179"/>
                    <a:pt x="4109" y="178"/>
                    <a:pt x="4116" y="178"/>
                  </a:cubicBezTo>
                  <a:cubicBezTo>
                    <a:pt x="4179" y="178"/>
                    <a:pt x="4248" y="272"/>
                    <a:pt x="4289" y="272"/>
                  </a:cubicBezTo>
                  <a:lnTo>
                    <a:pt x="4345" y="260"/>
                  </a:lnTo>
                  <a:cubicBezTo>
                    <a:pt x="4345" y="260"/>
                    <a:pt x="4311" y="136"/>
                    <a:pt x="4266" y="125"/>
                  </a:cubicBezTo>
                  <a:cubicBezTo>
                    <a:pt x="4221" y="125"/>
                    <a:pt x="4142" y="1"/>
                    <a:pt x="4063" y="1"/>
                  </a:cubicBezTo>
                  <a:close/>
                  <a:moveTo>
                    <a:pt x="71" y="3231"/>
                  </a:moveTo>
                  <a:cubicBezTo>
                    <a:pt x="62" y="3237"/>
                    <a:pt x="53" y="3243"/>
                    <a:pt x="46" y="3251"/>
                  </a:cubicBezTo>
                  <a:cubicBezTo>
                    <a:pt x="23" y="3262"/>
                    <a:pt x="57" y="3273"/>
                    <a:pt x="68" y="3285"/>
                  </a:cubicBezTo>
                  <a:cubicBezTo>
                    <a:pt x="77" y="3285"/>
                    <a:pt x="76" y="3261"/>
                    <a:pt x="71" y="323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4489150" y="4483100"/>
              <a:ext cx="68575" cy="33025"/>
            </a:xfrm>
            <a:custGeom>
              <a:avLst/>
              <a:gdLst/>
              <a:ahLst/>
              <a:cxnLst/>
              <a:rect l="l" t="t" r="r" b="b"/>
              <a:pathLst>
                <a:path w="2743" h="1321" extrusionOk="0">
                  <a:moveTo>
                    <a:pt x="2743" y="0"/>
                  </a:moveTo>
                  <a:cubicBezTo>
                    <a:pt x="2722" y="0"/>
                    <a:pt x="2702" y="5"/>
                    <a:pt x="2683" y="12"/>
                  </a:cubicBezTo>
                  <a:lnTo>
                    <a:pt x="2683" y="12"/>
                  </a:lnTo>
                  <a:cubicBezTo>
                    <a:pt x="2723" y="5"/>
                    <a:pt x="2743" y="0"/>
                    <a:pt x="2743" y="0"/>
                  </a:cubicBezTo>
                  <a:close/>
                  <a:moveTo>
                    <a:pt x="2683" y="12"/>
                  </a:moveTo>
                  <a:cubicBezTo>
                    <a:pt x="2663" y="15"/>
                    <a:pt x="2638" y="19"/>
                    <a:pt x="2607" y="23"/>
                  </a:cubicBezTo>
                  <a:cubicBezTo>
                    <a:pt x="2577" y="23"/>
                    <a:pt x="2547" y="18"/>
                    <a:pt x="2514" y="18"/>
                  </a:cubicBezTo>
                  <a:cubicBezTo>
                    <a:pt x="2497" y="18"/>
                    <a:pt x="2480" y="19"/>
                    <a:pt x="2461" y="23"/>
                  </a:cubicBezTo>
                  <a:cubicBezTo>
                    <a:pt x="2393" y="23"/>
                    <a:pt x="2325" y="34"/>
                    <a:pt x="2258" y="46"/>
                  </a:cubicBezTo>
                  <a:cubicBezTo>
                    <a:pt x="2100" y="91"/>
                    <a:pt x="1942" y="147"/>
                    <a:pt x="1784" y="215"/>
                  </a:cubicBezTo>
                  <a:cubicBezTo>
                    <a:pt x="1705" y="260"/>
                    <a:pt x="1614" y="294"/>
                    <a:pt x="1535" y="339"/>
                  </a:cubicBezTo>
                  <a:lnTo>
                    <a:pt x="1276" y="486"/>
                  </a:lnTo>
                  <a:cubicBezTo>
                    <a:pt x="1118" y="587"/>
                    <a:pt x="960" y="689"/>
                    <a:pt x="802" y="790"/>
                  </a:cubicBezTo>
                  <a:cubicBezTo>
                    <a:pt x="655" y="892"/>
                    <a:pt x="520" y="982"/>
                    <a:pt x="396" y="1061"/>
                  </a:cubicBezTo>
                  <a:cubicBezTo>
                    <a:pt x="283" y="1140"/>
                    <a:pt x="170" y="1197"/>
                    <a:pt x="102" y="1253"/>
                  </a:cubicBezTo>
                  <a:lnTo>
                    <a:pt x="1" y="1321"/>
                  </a:lnTo>
                  <a:lnTo>
                    <a:pt x="125" y="1287"/>
                  </a:lnTo>
                  <a:cubicBezTo>
                    <a:pt x="204" y="1264"/>
                    <a:pt x="317" y="1230"/>
                    <a:pt x="452" y="1174"/>
                  </a:cubicBezTo>
                  <a:cubicBezTo>
                    <a:pt x="588" y="1106"/>
                    <a:pt x="745" y="1039"/>
                    <a:pt x="903" y="960"/>
                  </a:cubicBezTo>
                  <a:cubicBezTo>
                    <a:pt x="1061" y="869"/>
                    <a:pt x="1231" y="768"/>
                    <a:pt x="1389" y="677"/>
                  </a:cubicBezTo>
                  <a:cubicBezTo>
                    <a:pt x="1558" y="576"/>
                    <a:pt x="1716" y="474"/>
                    <a:pt x="1874" y="395"/>
                  </a:cubicBezTo>
                  <a:cubicBezTo>
                    <a:pt x="1942" y="350"/>
                    <a:pt x="2021" y="305"/>
                    <a:pt x="2100" y="271"/>
                  </a:cubicBezTo>
                  <a:lnTo>
                    <a:pt x="2303" y="170"/>
                  </a:lnTo>
                  <a:cubicBezTo>
                    <a:pt x="2359" y="136"/>
                    <a:pt x="2416" y="113"/>
                    <a:pt x="2483" y="91"/>
                  </a:cubicBezTo>
                  <a:cubicBezTo>
                    <a:pt x="2528" y="68"/>
                    <a:pt x="2585" y="57"/>
                    <a:pt x="2619" y="46"/>
                  </a:cubicBezTo>
                  <a:cubicBezTo>
                    <a:pt x="2637" y="33"/>
                    <a:pt x="2659" y="21"/>
                    <a:pt x="2683" y="12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4492550" y="4494675"/>
              <a:ext cx="72800" cy="22575"/>
            </a:xfrm>
            <a:custGeom>
              <a:avLst/>
              <a:gdLst/>
              <a:ahLst/>
              <a:cxnLst/>
              <a:rect l="l" t="t" r="r" b="b"/>
              <a:pathLst>
                <a:path w="2912" h="903" extrusionOk="0">
                  <a:moveTo>
                    <a:pt x="2911" y="0"/>
                  </a:moveTo>
                  <a:cubicBezTo>
                    <a:pt x="2753" y="0"/>
                    <a:pt x="2596" y="23"/>
                    <a:pt x="2438" y="45"/>
                  </a:cubicBezTo>
                  <a:cubicBezTo>
                    <a:pt x="2088" y="102"/>
                    <a:pt x="1738" y="181"/>
                    <a:pt x="1411" y="282"/>
                  </a:cubicBezTo>
                  <a:cubicBezTo>
                    <a:pt x="1219" y="339"/>
                    <a:pt x="1038" y="406"/>
                    <a:pt x="880" y="474"/>
                  </a:cubicBezTo>
                  <a:cubicBezTo>
                    <a:pt x="722" y="530"/>
                    <a:pt x="576" y="598"/>
                    <a:pt x="429" y="666"/>
                  </a:cubicBezTo>
                  <a:cubicBezTo>
                    <a:pt x="169" y="790"/>
                    <a:pt x="0" y="903"/>
                    <a:pt x="0" y="903"/>
                  </a:cubicBezTo>
                  <a:cubicBezTo>
                    <a:pt x="0" y="903"/>
                    <a:pt x="192" y="869"/>
                    <a:pt x="474" y="790"/>
                  </a:cubicBezTo>
                  <a:cubicBezTo>
                    <a:pt x="542" y="767"/>
                    <a:pt x="621" y="745"/>
                    <a:pt x="688" y="722"/>
                  </a:cubicBezTo>
                  <a:cubicBezTo>
                    <a:pt x="767" y="688"/>
                    <a:pt x="858" y="666"/>
                    <a:pt x="937" y="643"/>
                  </a:cubicBezTo>
                  <a:cubicBezTo>
                    <a:pt x="1106" y="598"/>
                    <a:pt x="1275" y="542"/>
                    <a:pt x="1467" y="485"/>
                  </a:cubicBezTo>
                  <a:cubicBezTo>
                    <a:pt x="1648" y="429"/>
                    <a:pt x="1828" y="372"/>
                    <a:pt x="1997" y="316"/>
                  </a:cubicBezTo>
                  <a:lnTo>
                    <a:pt x="2460" y="158"/>
                  </a:lnTo>
                  <a:cubicBezTo>
                    <a:pt x="2731" y="68"/>
                    <a:pt x="2911" y="0"/>
                    <a:pt x="291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4475050" y="4519500"/>
              <a:ext cx="165625" cy="183875"/>
            </a:xfrm>
            <a:custGeom>
              <a:avLst/>
              <a:gdLst/>
              <a:ahLst/>
              <a:cxnLst/>
              <a:rect l="l" t="t" r="r" b="b"/>
              <a:pathLst>
                <a:path w="6625" h="7355" extrusionOk="0">
                  <a:moveTo>
                    <a:pt x="328" y="0"/>
                  </a:moveTo>
                  <a:cubicBezTo>
                    <a:pt x="226" y="23"/>
                    <a:pt x="113" y="57"/>
                    <a:pt x="1" y="90"/>
                  </a:cubicBezTo>
                  <a:cubicBezTo>
                    <a:pt x="644" y="1264"/>
                    <a:pt x="621" y="1648"/>
                    <a:pt x="779" y="2889"/>
                  </a:cubicBezTo>
                  <a:cubicBezTo>
                    <a:pt x="836" y="3306"/>
                    <a:pt x="689" y="4187"/>
                    <a:pt x="768" y="4581"/>
                  </a:cubicBezTo>
                  <a:cubicBezTo>
                    <a:pt x="813" y="4965"/>
                    <a:pt x="937" y="5157"/>
                    <a:pt x="1095" y="5529"/>
                  </a:cubicBezTo>
                  <a:cubicBezTo>
                    <a:pt x="1614" y="6782"/>
                    <a:pt x="3318" y="7312"/>
                    <a:pt x="4537" y="7346"/>
                  </a:cubicBezTo>
                  <a:cubicBezTo>
                    <a:pt x="4618" y="7352"/>
                    <a:pt x="4700" y="7355"/>
                    <a:pt x="4782" y="7355"/>
                  </a:cubicBezTo>
                  <a:cubicBezTo>
                    <a:pt x="5005" y="7355"/>
                    <a:pt x="5228" y="7334"/>
                    <a:pt x="5451" y="7301"/>
                  </a:cubicBezTo>
                  <a:cubicBezTo>
                    <a:pt x="6196" y="5924"/>
                    <a:pt x="6624" y="4480"/>
                    <a:pt x="5575" y="3002"/>
                  </a:cubicBezTo>
                  <a:cubicBezTo>
                    <a:pt x="4864" y="2043"/>
                    <a:pt x="4424" y="1569"/>
                    <a:pt x="3375" y="1061"/>
                  </a:cubicBezTo>
                  <a:cubicBezTo>
                    <a:pt x="2743" y="756"/>
                    <a:pt x="1298" y="23"/>
                    <a:pt x="328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4458125" y="4516950"/>
              <a:ext cx="3975" cy="3400"/>
            </a:xfrm>
            <a:custGeom>
              <a:avLst/>
              <a:gdLst/>
              <a:ahLst/>
              <a:cxnLst/>
              <a:rect l="l" t="t" r="r" b="b"/>
              <a:pathLst>
                <a:path w="159" h="136" extrusionOk="0">
                  <a:moveTo>
                    <a:pt x="0" y="1"/>
                  </a:moveTo>
                  <a:lnTo>
                    <a:pt x="57" y="136"/>
                  </a:lnTo>
                  <a:cubicBezTo>
                    <a:pt x="91" y="113"/>
                    <a:pt x="125" y="102"/>
                    <a:pt x="158" y="80"/>
                  </a:cubicBezTo>
                  <a:cubicBezTo>
                    <a:pt x="113" y="57"/>
                    <a:pt x="57" y="23"/>
                    <a:pt x="0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4475050" y="4519500"/>
              <a:ext cx="121625" cy="119350"/>
            </a:xfrm>
            <a:custGeom>
              <a:avLst/>
              <a:gdLst/>
              <a:ahLst/>
              <a:cxnLst/>
              <a:rect l="l" t="t" r="r" b="b"/>
              <a:pathLst>
                <a:path w="4865" h="4774" extrusionOk="0">
                  <a:moveTo>
                    <a:pt x="328" y="0"/>
                  </a:moveTo>
                  <a:cubicBezTo>
                    <a:pt x="215" y="23"/>
                    <a:pt x="102" y="57"/>
                    <a:pt x="1" y="90"/>
                  </a:cubicBezTo>
                  <a:cubicBezTo>
                    <a:pt x="632" y="1275"/>
                    <a:pt x="610" y="1659"/>
                    <a:pt x="768" y="2900"/>
                  </a:cubicBezTo>
                  <a:cubicBezTo>
                    <a:pt x="790" y="3126"/>
                    <a:pt x="790" y="3363"/>
                    <a:pt x="768" y="3600"/>
                  </a:cubicBezTo>
                  <a:cubicBezTo>
                    <a:pt x="858" y="3848"/>
                    <a:pt x="971" y="4062"/>
                    <a:pt x="1129" y="4153"/>
                  </a:cubicBezTo>
                  <a:cubicBezTo>
                    <a:pt x="1206" y="4195"/>
                    <a:pt x="1272" y="4213"/>
                    <a:pt x="1331" y="4213"/>
                  </a:cubicBezTo>
                  <a:cubicBezTo>
                    <a:pt x="1570" y="4213"/>
                    <a:pt x="1670" y="3904"/>
                    <a:pt x="1806" y="3667"/>
                  </a:cubicBezTo>
                  <a:cubicBezTo>
                    <a:pt x="2009" y="3972"/>
                    <a:pt x="2257" y="4762"/>
                    <a:pt x="2720" y="4773"/>
                  </a:cubicBezTo>
                  <a:cubicBezTo>
                    <a:pt x="3160" y="4751"/>
                    <a:pt x="3138" y="4085"/>
                    <a:pt x="3194" y="3780"/>
                  </a:cubicBezTo>
                  <a:cubicBezTo>
                    <a:pt x="3392" y="3807"/>
                    <a:pt x="3797" y="4006"/>
                    <a:pt x="4079" y="4006"/>
                  </a:cubicBezTo>
                  <a:cubicBezTo>
                    <a:pt x="4151" y="4006"/>
                    <a:pt x="4215" y="3993"/>
                    <a:pt x="4266" y="3961"/>
                  </a:cubicBezTo>
                  <a:cubicBezTo>
                    <a:pt x="4582" y="3735"/>
                    <a:pt x="4243" y="3419"/>
                    <a:pt x="4142" y="3137"/>
                  </a:cubicBezTo>
                  <a:lnTo>
                    <a:pt x="4142" y="3137"/>
                  </a:lnTo>
                  <a:cubicBezTo>
                    <a:pt x="4247" y="3163"/>
                    <a:pt x="4343" y="3177"/>
                    <a:pt x="4427" y="3177"/>
                  </a:cubicBezTo>
                  <a:cubicBezTo>
                    <a:pt x="4715" y="3177"/>
                    <a:pt x="4865" y="3014"/>
                    <a:pt x="4751" y="2595"/>
                  </a:cubicBezTo>
                  <a:cubicBezTo>
                    <a:pt x="4627" y="2201"/>
                    <a:pt x="4424" y="1828"/>
                    <a:pt x="4164" y="1512"/>
                  </a:cubicBezTo>
                  <a:cubicBezTo>
                    <a:pt x="3905" y="1343"/>
                    <a:pt x="3645" y="1185"/>
                    <a:pt x="3363" y="1061"/>
                  </a:cubicBezTo>
                  <a:cubicBezTo>
                    <a:pt x="2743" y="756"/>
                    <a:pt x="1298" y="23"/>
                    <a:pt x="328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4483225" y="4517000"/>
              <a:ext cx="184525" cy="184750"/>
            </a:xfrm>
            <a:custGeom>
              <a:avLst/>
              <a:gdLst/>
              <a:ahLst/>
              <a:cxnLst/>
              <a:rect l="l" t="t" r="r" b="b"/>
              <a:pathLst>
                <a:path w="7381" h="7390" extrusionOk="0">
                  <a:moveTo>
                    <a:pt x="958" y="0"/>
                  </a:moveTo>
                  <a:cubicBezTo>
                    <a:pt x="645" y="0"/>
                    <a:pt x="321" y="29"/>
                    <a:pt x="1" y="100"/>
                  </a:cubicBezTo>
                  <a:cubicBezTo>
                    <a:pt x="971" y="123"/>
                    <a:pt x="2416" y="856"/>
                    <a:pt x="3036" y="1161"/>
                  </a:cubicBezTo>
                  <a:cubicBezTo>
                    <a:pt x="4086" y="1669"/>
                    <a:pt x="4526" y="2143"/>
                    <a:pt x="5237" y="3102"/>
                  </a:cubicBezTo>
                  <a:cubicBezTo>
                    <a:pt x="6297" y="4580"/>
                    <a:pt x="5869" y="6024"/>
                    <a:pt x="5113" y="7390"/>
                  </a:cubicBezTo>
                  <a:cubicBezTo>
                    <a:pt x="6670" y="7108"/>
                    <a:pt x="7381" y="5821"/>
                    <a:pt x="6963" y="4004"/>
                  </a:cubicBezTo>
                  <a:cubicBezTo>
                    <a:pt x="6523" y="1962"/>
                    <a:pt x="5372" y="1116"/>
                    <a:pt x="3183" y="416"/>
                  </a:cubicBezTo>
                  <a:cubicBezTo>
                    <a:pt x="3042" y="363"/>
                    <a:pt x="2074" y="0"/>
                    <a:pt x="9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4491125" y="4528525"/>
              <a:ext cx="84650" cy="70250"/>
            </a:xfrm>
            <a:custGeom>
              <a:avLst/>
              <a:gdLst/>
              <a:ahLst/>
              <a:cxnLst/>
              <a:rect l="l" t="t" r="r" b="b"/>
              <a:pathLst>
                <a:path w="3386" h="2810" extrusionOk="0">
                  <a:moveTo>
                    <a:pt x="1" y="0"/>
                  </a:moveTo>
                  <a:cubicBezTo>
                    <a:pt x="1" y="0"/>
                    <a:pt x="68" y="34"/>
                    <a:pt x="170" y="102"/>
                  </a:cubicBezTo>
                  <a:cubicBezTo>
                    <a:pt x="283" y="169"/>
                    <a:pt x="441" y="248"/>
                    <a:pt x="610" y="361"/>
                  </a:cubicBezTo>
                  <a:cubicBezTo>
                    <a:pt x="700" y="406"/>
                    <a:pt x="791" y="463"/>
                    <a:pt x="892" y="531"/>
                  </a:cubicBezTo>
                  <a:cubicBezTo>
                    <a:pt x="1005" y="598"/>
                    <a:pt x="1095" y="666"/>
                    <a:pt x="1208" y="745"/>
                  </a:cubicBezTo>
                  <a:cubicBezTo>
                    <a:pt x="1321" y="813"/>
                    <a:pt x="1423" y="892"/>
                    <a:pt x="1535" y="971"/>
                  </a:cubicBezTo>
                  <a:cubicBezTo>
                    <a:pt x="1648" y="1050"/>
                    <a:pt x="1761" y="1129"/>
                    <a:pt x="1863" y="1219"/>
                  </a:cubicBezTo>
                  <a:cubicBezTo>
                    <a:pt x="1964" y="1309"/>
                    <a:pt x="2077" y="1399"/>
                    <a:pt x="2179" y="1490"/>
                  </a:cubicBezTo>
                  <a:cubicBezTo>
                    <a:pt x="2269" y="1569"/>
                    <a:pt x="2370" y="1659"/>
                    <a:pt x="2461" y="1761"/>
                  </a:cubicBezTo>
                  <a:cubicBezTo>
                    <a:pt x="2551" y="1851"/>
                    <a:pt x="2641" y="1930"/>
                    <a:pt x="2720" y="2020"/>
                  </a:cubicBezTo>
                  <a:cubicBezTo>
                    <a:pt x="2799" y="2110"/>
                    <a:pt x="2878" y="2189"/>
                    <a:pt x="2946" y="2268"/>
                  </a:cubicBezTo>
                  <a:cubicBezTo>
                    <a:pt x="3093" y="2415"/>
                    <a:pt x="3183" y="2562"/>
                    <a:pt x="3262" y="2663"/>
                  </a:cubicBezTo>
                  <a:lnTo>
                    <a:pt x="3386" y="2810"/>
                  </a:lnTo>
                  <a:cubicBezTo>
                    <a:pt x="3386" y="2810"/>
                    <a:pt x="3363" y="2742"/>
                    <a:pt x="3307" y="2641"/>
                  </a:cubicBezTo>
                  <a:lnTo>
                    <a:pt x="3194" y="2438"/>
                  </a:lnTo>
                  <a:cubicBezTo>
                    <a:pt x="3149" y="2359"/>
                    <a:pt x="3104" y="2268"/>
                    <a:pt x="3047" y="2189"/>
                  </a:cubicBezTo>
                  <a:cubicBezTo>
                    <a:pt x="2980" y="2099"/>
                    <a:pt x="2912" y="2009"/>
                    <a:pt x="2844" y="1907"/>
                  </a:cubicBezTo>
                  <a:cubicBezTo>
                    <a:pt x="2765" y="1806"/>
                    <a:pt x="2686" y="1715"/>
                    <a:pt x="2596" y="1625"/>
                  </a:cubicBezTo>
                  <a:cubicBezTo>
                    <a:pt x="2506" y="1512"/>
                    <a:pt x="2416" y="1422"/>
                    <a:pt x="2314" y="1332"/>
                  </a:cubicBezTo>
                  <a:lnTo>
                    <a:pt x="1998" y="1050"/>
                  </a:lnTo>
                  <a:lnTo>
                    <a:pt x="1648" y="790"/>
                  </a:lnTo>
                  <a:cubicBezTo>
                    <a:pt x="1547" y="711"/>
                    <a:pt x="1423" y="643"/>
                    <a:pt x="1310" y="576"/>
                  </a:cubicBezTo>
                  <a:cubicBezTo>
                    <a:pt x="1197" y="508"/>
                    <a:pt x="1084" y="429"/>
                    <a:pt x="971" y="384"/>
                  </a:cubicBezTo>
                  <a:cubicBezTo>
                    <a:pt x="858" y="339"/>
                    <a:pt x="757" y="294"/>
                    <a:pt x="666" y="248"/>
                  </a:cubicBezTo>
                  <a:cubicBezTo>
                    <a:pt x="576" y="203"/>
                    <a:pt x="486" y="169"/>
                    <a:pt x="396" y="136"/>
                  </a:cubicBezTo>
                  <a:lnTo>
                    <a:pt x="181" y="68"/>
                  </a:lnTo>
                  <a:cubicBezTo>
                    <a:pt x="68" y="2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4480400" y="4522300"/>
              <a:ext cx="84950" cy="113725"/>
            </a:xfrm>
            <a:custGeom>
              <a:avLst/>
              <a:gdLst/>
              <a:ahLst/>
              <a:cxnLst/>
              <a:rect l="l" t="t" r="r" b="b"/>
              <a:pathLst>
                <a:path w="3398" h="4549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69" y="69"/>
                    <a:pt x="193" y="170"/>
                  </a:cubicBezTo>
                  <a:cubicBezTo>
                    <a:pt x="317" y="272"/>
                    <a:pt x="486" y="430"/>
                    <a:pt x="678" y="610"/>
                  </a:cubicBezTo>
                  <a:cubicBezTo>
                    <a:pt x="870" y="791"/>
                    <a:pt x="1095" y="1017"/>
                    <a:pt x="1321" y="1265"/>
                  </a:cubicBezTo>
                  <a:cubicBezTo>
                    <a:pt x="1434" y="1389"/>
                    <a:pt x="1547" y="1524"/>
                    <a:pt x="1671" y="1660"/>
                  </a:cubicBezTo>
                  <a:cubicBezTo>
                    <a:pt x="1784" y="1784"/>
                    <a:pt x="1897" y="1931"/>
                    <a:pt x="2010" y="2066"/>
                  </a:cubicBezTo>
                  <a:cubicBezTo>
                    <a:pt x="2122" y="2213"/>
                    <a:pt x="2224" y="2348"/>
                    <a:pt x="2325" y="2495"/>
                  </a:cubicBezTo>
                  <a:cubicBezTo>
                    <a:pt x="2427" y="2630"/>
                    <a:pt x="2529" y="2777"/>
                    <a:pt x="2619" y="2912"/>
                  </a:cubicBezTo>
                  <a:cubicBezTo>
                    <a:pt x="2709" y="3059"/>
                    <a:pt x="2811" y="3183"/>
                    <a:pt x="2878" y="3318"/>
                  </a:cubicBezTo>
                  <a:cubicBezTo>
                    <a:pt x="2935" y="3465"/>
                    <a:pt x="3025" y="3589"/>
                    <a:pt x="3070" y="3713"/>
                  </a:cubicBezTo>
                  <a:cubicBezTo>
                    <a:pt x="3127" y="3815"/>
                    <a:pt x="3172" y="3928"/>
                    <a:pt x="3217" y="4041"/>
                  </a:cubicBezTo>
                  <a:cubicBezTo>
                    <a:pt x="3251" y="4142"/>
                    <a:pt x="3296" y="4232"/>
                    <a:pt x="3318" y="4311"/>
                  </a:cubicBezTo>
                  <a:cubicBezTo>
                    <a:pt x="3364" y="4458"/>
                    <a:pt x="3397" y="4548"/>
                    <a:pt x="3397" y="4548"/>
                  </a:cubicBezTo>
                  <a:cubicBezTo>
                    <a:pt x="3397" y="4548"/>
                    <a:pt x="3386" y="4458"/>
                    <a:pt x="3352" y="4300"/>
                  </a:cubicBezTo>
                  <a:cubicBezTo>
                    <a:pt x="3352" y="4221"/>
                    <a:pt x="3318" y="4131"/>
                    <a:pt x="3285" y="4018"/>
                  </a:cubicBezTo>
                  <a:cubicBezTo>
                    <a:pt x="3262" y="3894"/>
                    <a:pt x="3217" y="3781"/>
                    <a:pt x="3172" y="3657"/>
                  </a:cubicBezTo>
                  <a:cubicBezTo>
                    <a:pt x="3138" y="3533"/>
                    <a:pt x="3070" y="3397"/>
                    <a:pt x="3003" y="3251"/>
                  </a:cubicBezTo>
                  <a:cubicBezTo>
                    <a:pt x="2935" y="3115"/>
                    <a:pt x="2867" y="2957"/>
                    <a:pt x="2777" y="2811"/>
                  </a:cubicBezTo>
                  <a:cubicBezTo>
                    <a:pt x="2687" y="2664"/>
                    <a:pt x="2585" y="2517"/>
                    <a:pt x="2495" y="2371"/>
                  </a:cubicBezTo>
                  <a:cubicBezTo>
                    <a:pt x="2393" y="2213"/>
                    <a:pt x="2280" y="2055"/>
                    <a:pt x="2167" y="1919"/>
                  </a:cubicBezTo>
                  <a:cubicBezTo>
                    <a:pt x="2055" y="1795"/>
                    <a:pt x="1931" y="1637"/>
                    <a:pt x="1818" y="1513"/>
                  </a:cubicBezTo>
                  <a:cubicBezTo>
                    <a:pt x="1694" y="1378"/>
                    <a:pt x="1569" y="1253"/>
                    <a:pt x="1445" y="1129"/>
                  </a:cubicBezTo>
                  <a:cubicBezTo>
                    <a:pt x="1332" y="1005"/>
                    <a:pt x="1208" y="892"/>
                    <a:pt x="1084" y="791"/>
                  </a:cubicBezTo>
                  <a:cubicBezTo>
                    <a:pt x="971" y="689"/>
                    <a:pt x="859" y="588"/>
                    <a:pt x="746" y="509"/>
                  </a:cubicBezTo>
                  <a:cubicBezTo>
                    <a:pt x="655" y="430"/>
                    <a:pt x="554" y="351"/>
                    <a:pt x="452" y="283"/>
                  </a:cubicBezTo>
                  <a:cubicBezTo>
                    <a:pt x="351" y="227"/>
                    <a:pt x="283" y="170"/>
                    <a:pt x="204" y="125"/>
                  </a:cubicBezTo>
                  <a:cubicBezTo>
                    <a:pt x="69" y="4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4479575" y="4523150"/>
              <a:ext cx="54175" cy="85225"/>
            </a:xfrm>
            <a:custGeom>
              <a:avLst/>
              <a:gdLst/>
              <a:ahLst/>
              <a:cxnLst/>
              <a:rect l="l" t="t" r="r" b="b"/>
              <a:pathLst>
                <a:path w="2167" h="3409" extrusionOk="0">
                  <a:moveTo>
                    <a:pt x="0" y="1"/>
                  </a:moveTo>
                  <a:cubicBezTo>
                    <a:pt x="0" y="1"/>
                    <a:pt x="45" y="57"/>
                    <a:pt x="113" y="136"/>
                  </a:cubicBezTo>
                  <a:cubicBezTo>
                    <a:pt x="147" y="181"/>
                    <a:pt x="181" y="238"/>
                    <a:pt x="226" y="294"/>
                  </a:cubicBezTo>
                  <a:cubicBezTo>
                    <a:pt x="282" y="362"/>
                    <a:pt x="316" y="430"/>
                    <a:pt x="384" y="509"/>
                  </a:cubicBezTo>
                  <a:lnTo>
                    <a:pt x="553" y="757"/>
                  </a:lnTo>
                  <a:cubicBezTo>
                    <a:pt x="621" y="847"/>
                    <a:pt x="688" y="949"/>
                    <a:pt x="756" y="1039"/>
                  </a:cubicBezTo>
                  <a:cubicBezTo>
                    <a:pt x="892" y="1231"/>
                    <a:pt x="1038" y="1445"/>
                    <a:pt x="1174" y="1660"/>
                  </a:cubicBezTo>
                  <a:lnTo>
                    <a:pt x="1377" y="1976"/>
                  </a:lnTo>
                  <a:cubicBezTo>
                    <a:pt x="1444" y="2077"/>
                    <a:pt x="1512" y="2179"/>
                    <a:pt x="1580" y="2280"/>
                  </a:cubicBezTo>
                  <a:cubicBezTo>
                    <a:pt x="1636" y="2382"/>
                    <a:pt x="1704" y="2483"/>
                    <a:pt x="1749" y="2574"/>
                  </a:cubicBezTo>
                  <a:cubicBezTo>
                    <a:pt x="1806" y="2664"/>
                    <a:pt x="1851" y="2743"/>
                    <a:pt x="1896" y="2833"/>
                  </a:cubicBezTo>
                  <a:cubicBezTo>
                    <a:pt x="1941" y="2923"/>
                    <a:pt x="1986" y="3002"/>
                    <a:pt x="2020" y="3070"/>
                  </a:cubicBezTo>
                  <a:lnTo>
                    <a:pt x="2099" y="3251"/>
                  </a:lnTo>
                  <a:cubicBezTo>
                    <a:pt x="2144" y="3352"/>
                    <a:pt x="2167" y="3409"/>
                    <a:pt x="2167" y="3409"/>
                  </a:cubicBezTo>
                  <a:cubicBezTo>
                    <a:pt x="2167" y="3409"/>
                    <a:pt x="2155" y="3341"/>
                    <a:pt x="2133" y="3239"/>
                  </a:cubicBezTo>
                  <a:cubicBezTo>
                    <a:pt x="2122" y="3183"/>
                    <a:pt x="2110" y="3115"/>
                    <a:pt x="2088" y="3036"/>
                  </a:cubicBezTo>
                  <a:cubicBezTo>
                    <a:pt x="2065" y="2957"/>
                    <a:pt x="2043" y="2867"/>
                    <a:pt x="2009" y="2788"/>
                  </a:cubicBezTo>
                  <a:cubicBezTo>
                    <a:pt x="1975" y="2698"/>
                    <a:pt x="1941" y="2596"/>
                    <a:pt x="1896" y="2495"/>
                  </a:cubicBezTo>
                  <a:cubicBezTo>
                    <a:pt x="1839" y="2404"/>
                    <a:pt x="1794" y="2291"/>
                    <a:pt x="1738" y="2190"/>
                  </a:cubicBezTo>
                  <a:cubicBezTo>
                    <a:pt x="1681" y="2077"/>
                    <a:pt x="1614" y="1976"/>
                    <a:pt x="1557" y="1863"/>
                  </a:cubicBezTo>
                  <a:cubicBezTo>
                    <a:pt x="1490" y="1750"/>
                    <a:pt x="1433" y="1648"/>
                    <a:pt x="1354" y="1535"/>
                  </a:cubicBezTo>
                  <a:cubicBezTo>
                    <a:pt x="1275" y="1434"/>
                    <a:pt x="1207" y="1321"/>
                    <a:pt x="1128" y="1219"/>
                  </a:cubicBezTo>
                  <a:cubicBezTo>
                    <a:pt x="1061" y="1118"/>
                    <a:pt x="982" y="1028"/>
                    <a:pt x="903" y="926"/>
                  </a:cubicBezTo>
                  <a:cubicBezTo>
                    <a:pt x="767" y="757"/>
                    <a:pt x="621" y="588"/>
                    <a:pt x="474" y="430"/>
                  </a:cubicBezTo>
                  <a:cubicBezTo>
                    <a:pt x="361" y="317"/>
                    <a:pt x="248" y="215"/>
                    <a:pt x="135" y="114"/>
                  </a:cubicBezTo>
                  <a:cubicBezTo>
                    <a:pt x="57" y="3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4479575" y="4523150"/>
              <a:ext cx="32175" cy="75350"/>
            </a:xfrm>
            <a:custGeom>
              <a:avLst/>
              <a:gdLst/>
              <a:ahLst/>
              <a:cxnLst/>
              <a:rect l="l" t="t" r="r" b="b"/>
              <a:pathLst>
                <a:path w="1287" h="3014" extrusionOk="0">
                  <a:moveTo>
                    <a:pt x="0" y="1"/>
                  </a:moveTo>
                  <a:lnTo>
                    <a:pt x="79" y="102"/>
                  </a:lnTo>
                  <a:cubicBezTo>
                    <a:pt x="90" y="147"/>
                    <a:pt x="124" y="193"/>
                    <a:pt x="147" y="249"/>
                  </a:cubicBezTo>
                  <a:cubicBezTo>
                    <a:pt x="169" y="305"/>
                    <a:pt x="192" y="373"/>
                    <a:pt x="226" y="441"/>
                  </a:cubicBezTo>
                  <a:cubicBezTo>
                    <a:pt x="282" y="588"/>
                    <a:pt x="350" y="746"/>
                    <a:pt x="429" y="926"/>
                  </a:cubicBezTo>
                  <a:cubicBezTo>
                    <a:pt x="497" y="1118"/>
                    <a:pt x="564" y="1298"/>
                    <a:pt x="643" y="1490"/>
                  </a:cubicBezTo>
                  <a:cubicBezTo>
                    <a:pt x="734" y="1693"/>
                    <a:pt x="813" y="1885"/>
                    <a:pt x="880" y="2055"/>
                  </a:cubicBezTo>
                  <a:cubicBezTo>
                    <a:pt x="948" y="2224"/>
                    <a:pt x="1038" y="2393"/>
                    <a:pt x="1095" y="2540"/>
                  </a:cubicBezTo>
                  <a:cubicBezTo>
                    <a:pt x="1140" y="2675"/>
                    <a:pt x="1196" y="2799"/>
                    <a:pt x="1230" y="2878"/>
                  </a:cubicBezTo>
                  <a:cubicBezTo>
                    <a:pt x="1253" y="2923"/>
                    <a:pt x="1264" y="2969"/>
                    <a:pt x="1286" y="3014"/>
                  </a:cubicBezTo>
                  <a:cubicBezTo>
                    <a:pt x="1286" y="3014"/>
                    <a:pt x="1286" y="2957"/>
                    <a:pt x="1275" y="2867"/>
                  </a:cubicBezTo>
                  <a:cubicBezTo>
                    <a:pt x="1253" y="2743"/>
                    <a:pt x="1230" y="2619"/>
                    <a:pt x="1196" y="2506"/>
                  </a:cubicBezTo>
                  <a:cubicBezTo>
                    <a:pt x="1162" y="2348"/>
                    <a:pt x="1117" y="2167"/>
                    <a:pt x="1061" y="1987"/>
                  </a:cubicBezTo>
                  <a:cubicBezTo>
                    <a:pt x="993" y="1806"/>
                    <a:pt x="925" y="1614"/>
                    <a:pt x="846" y="1423"/>
                  </a:cubicBezTo>
                  <a:cubicBezTo>
                    <a:pt x="767" y="1242"/>
                    <a:pt x="688" y="1050"/>
                    <a:pt x="587" y="870"/>
                  </a:cubicBezTo>
                  <a:cubicBezTo>
                    <a:pt x="542" y="791"/>
                    <a:pt x="508" y="700"/>
                    <a:pt x="463" y="621"/>
                  </a:cubicBezTo>
                  <a:cubicBezTo>
                    <a:pt x="418" y="554"/>
                    <a:pt x="361" y="475"/>
                    <a:pt x="316" y="407"/>
                  </a:cubicBezTo>
                  <a:cubicBezTo>
                    <a:pt x="260" y="294"/>
                    <a:pt x="181" y="193"/>
                    <a:pt x="102" y="102"/>
                  </a:cubicBezTo>
                  <a:cubicBezTo>
                    <a:pt x="45" y="3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1648650" y="3796750"/>
              <a:ext cx="317375" cy="319650"/>
            </a:xfrm>
            <a:custGeom>
              <a:avLst/>
              <a:gdLst/>
              <a:ahLst/>
              <a:cxnLst/>
              <a:rect l="l" t="t" r="r" b="b"/>
              <a:pathLst>
                <a:path w="12695" h="12786" extrusionOk="0">
                  <a:moveTo>
                    <a:pt x="0" y="0"/>
                  </a:moveTo>
                  <a:lnTo>
                    <a:pt x="0" y="0"/>
                  </a:lnTo>
                  <a:cubicBezTo>
                    <a:pt x="483" y="5187"/>
                    <a:pt x="5891" y="12786"/>
                    <a:pt x="12591" y="12786"/>
                  </a:cubicBezTo>
                  <a:cubicBezTo>
                    <a:pt x="12626" y="12786"/>
                    <a:pt x="12660" y="12785"/>
                    <a:pt x="12695" y="12785"/>
                  </a:cubicBezTo>
                  <a:cubicBezTo>
                    <a:pt x="12559" y="5462"/>
                    <a:pt x="7132" y="587"/>
                    <a:pt x="0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1653425" y="3809150"/>
              <a:ext cx="372975" cy="370425"/>
            </a:xfrm>
            <a:custGeom>
              <a:avLst/>
              <a:gdLst/>
              <a:ahLst/>
              <a:cxnLst/>
              <a:rect l="l" t="t" r="r" b="b"/>
              <a:pathLst>
                <a:path w="14919" h="14817" extrusionOk="0">
                  <a:moveTo>
                    <a:pt x="1" y="1"/>
                  </a:moveTo>
                  <a:cubicBezTo>
                    <a:pt x="1" y="1"/>
                    <a:pt x="249" y="226"/>
                    <a:pt x="689" y="599"/>
                  </a:cubicBezTo>
                  <a:cubicBezTo>
                    <a:pt x="904" y="790"/>
                    <a:pt x="1174" y="1016"/>
                    <a:pt x="1479" y="1276"/>
                  </a:cubicBezTo>
                  <a:cubicBezTo>
                    <a:pt x="1784" y="1535"/>
                    <a:pt x="2111" y="1840"/>
                    <a:pt x="2472" y="2178"/>
                  </a:cubicBezTo>
                  <a:lnTo>
                    <a:pt x="3397" y="3036"/>
                  </a:lnTo>
                  <a:cubicBezTo>
                    <a:pt x="2867" y="3036"/>
                    <a:pt x="2337" y="3070"/>
                    <a:pt x="1818" y="3138"/>
                  </a:cubicBezTo>
                  <a:cubicBezTo>
                    <a:pt x="2438" y="3239"/>
                    <a:pt x="3059" y="3296"/>
                    <a:pt x="3691" y="3307"/>
                  </a:cubicBezTo>
                  <a:cubicBezTo>
                    <a:pt x="4074" y="3691"/>
                    <a:pt x="4481" y="4085"/>
                    <a:pt x="4910" y="4503"/>
                  </a:cubicBezTo>
                  <a:cubicBezTo>
                    <a:pt x="5056" y="4650"/>
                    <a:pt x="5214" y="4808"/>
                    <a:pt x="5372" y="4966"/>
                  </a:cubicBezTo>
                  <a:cubicBezTo>
                    <a:pt x="5372" y="4999"/>
                    <a:pt x="5361" y="5033"/>
                    <a:pt x="5350" y="5067"/>
                  </a:cubicBezTo>
                  <a:cubicBezTo>
                    <a:pt x="4711" y="4996"/>
                    <a:pt x="4073" y="4953"/>
                    <a:pt x="3426" y="4953"/>
                  </a:cubicBezTo>
                  <a:cubicBezTo>
                    <a:pt x="3353" y="4953"/>
                    <a:pt x="3279" y="4953"/>
                    <a:pt x="3206" y="4954"/>
                  </a:cubicBezTo>
                  <a:cubicBezTo>
                    <a:pt x="3939" y="5135"/>
                    <a:pt x="4684" y="5270"/>
                    <a:pt x="5440" y="5361"/>
                  </a:cubicBezTo>
                  <a:cubicBezTo>
                    <a:pt x="5508" y="5361"/>
                    <a:pt x="5575" y="5315"/>
                    <a:pt x="5587" y="5259"/>
                  </a:cubicBezTo>
                  <a:cubicBezTo>
                    <a:pt x="5587" y="5236"/>
                    <a:pt x="5598" y="5214"/>
                    <a:pt x="5609" y="5191"/>
                  </a:cubicBezTo>
                  <a:cubicBezTo>
                    <a:pt x="5824" y="5394"/>
                    <a:pt x="6038" y="5620"/>
                    <a:pt x="6252" y="5846"/>
                  </a:cubicBezTo>
                  <a:cubicBezTo>
                    <a:pt x="6512" y="6105"/>
                    <a:pt x="6783" y="6387"/>
                    <a:pt x="7054" y="6658"/>
                  </a:cubicBezTo>
                  <a:cubicBezTo>
                    <a:pt x="6896" y="6647"/>
                    <a:pt x="6749" y="6636"/>
                    <a:pt x="6591" y="6636"/>
                  </a:cubicBezTo>
                  <a:cubicBezTo>
                    <a:pt x="6376" y="6613"/>
                    <a:pt x="6151" y="6602"/>
                    <a:pt x="5925" y="6591"/>
                  </a:cubicBezTo>
                  <a:cubicBezTo>
                    <a:pt x="5699" y="6591"/>
                    <a:pt x="5485" y="6591"/>
                    <a:pt x="5259" y="6613"/>
                  </a:cubicBezTo>
                  <a:cubicBezTo>
                    <a:pt x="5146" y="6624"/>
                    <a:pt x="5034" y="6647"/>
                    <a:pt x="4921" y="6658"/>
                  </a:cubicBezTo>
                  <a:cubicBezTo>
                    <a:pt x="4808" y="6681"/>
                    <a:pt x="4706" y="6726"/>
                    <a:pt x="4605" y="6760"/>
                  </a:cubicBezTo>
                  <a:lnTo>
                    <a:pt x="4932" y="6726"/>
                  </a:lnTo>
                  <a:lnTo>
                    <a:pt x="5259" y="6726"/>
                  </a:lnTo>
                  <a:cubicBezTo>
                    <a:pt x="5372" y="6726"/>
                    <a:pt x="5474" y="6749"/>
                    <a:pt x="5587" y="6749"/>
                  </a:cubicBezTo>
                  <a:lnTo>
                    <a:pt x="5914" y="6794"/>
                  </a:lnTo>
                  <a:cubicBezTo>
                    <a:pt x="6128" y="6828"/>
                    <a:pt x="6343" y="6850"/>
                    <a:pt x="6568" y="6884"/>
                  </a:cubicBezTo>
                  <a:cubicBezTo>
                    <a:pt x="6794" y="6906"/>
                    <a:pt x="7008" y="6929"/>
                    <a:pt x="7234" y="6940"/>
                  </a:cubicBezTo>
                  <a:cubicBezTo>
                    <a:pt x="7268" y="6940"/>
                    <a:pt x="7290" y="6929"/>
                    <a:pt x="7313" y="6918"/>
                  </a:cubicBezTo>
                  <a:lnTo>
                    <a:pt x="7629" y="7234"/>
                  </a:lnTo>
                  <a:cubicBezTo>
                    <a:pt x="7877" y="7493"/>
                    <a:pt x="8126" y="7753"/>
                    <a:pt x="8374" y="8001"/>
                  </a:cubicBezTo>
                  <a:cubicBezTo>
                    <a:pt x="7685" y="8046"/>
                    <a:pt x="6997" y="8103"/>
                    <a:pt x="6309" y="8204"/>
                  </a:cubicBezTo>
                  <a:cubicBezTo>
                    <a:pt x="6844" y="8251"/>
                    <a:pt x="7379" y="8271"/>
                    <a:pt x="7918" y="8271"/>
                  </a:cubicBezTo>
                  <a:cubicBezTo>
                    <a:pt x="8152" y="8271"/>
                    <a:pt x="8386" y="8267"/>
                    <a:pt x="8622" y="8261"/>
                  </a:cubicBezTo>
                  <a:cubicBezTo>
                    <a:pt x="9198" y="8859"/>
                    <a:pt x="9762" y="9445"/>
                    <a:pt x="10315" y="10021"/>
                  </a:cubicBezTo>
                  <a:lnTo>
                    <a:pt x="10337" y="10043"/>
                  </a:lnTo>
                  <a:cubicBezTo>
                    <a:pt x="9987" y="9976"/>
                    <a:pt x="9638" y="9897"/>
                    <a:pt x="9288" y="9852"/>
                  </a:cubicBezTo>
                  <a:cubicBezTo>
                    <a:pt x="8870" y="9807"/>
                    <a:pt x="8430" y="9773"/>
                    <a:pt x="8001" y="9761"/>
                  </a:cubicBezTo>
                  <a:lnTo>
                    <a:pt x="8001" y="9761"/>
                  </a:lnTo>
                  <a:cubicBezTo>
                    <a:pt x="8419" y="9874"/>
                    <a:pt x="8836" y="9965"/>
                    <a:pt x="9254" y="10055"/>
                  </a:cubicBezTo>
                  <a:cubicBezTo>
                    <a:pt x="9671" y="10168"/>
                    <a:pt x="10078" y="10258"/>
                    <a:pt x="10495" y="10348"/>
                  </a:cubicBezTo>
                  <a:cubicBezTo>
                    <a:pt x="10504" y="10351"/>
                    <a:pt x="10513" y="10353"/>
                    <a:pt x="10522" y="10353"/>
                  </a:cubicBezTo>
                  <a:cubicBezTo>
                    <a:pt x="10547" y="10353"/>
                    <a:pt x="10572" y="10342"/>
                    <a:pt x="10597" y="10326"/>
                  </a:cubicBezTo>
                  <a:cubicBezTo>
                    <a:pt x="11330" y="11093"/>
                    <a:pt x="12030" y="11826"/>
                    <a:pt x="12628" y="12447"/>
                  </a:cubicBezTo>
                  <a:cubicBezTo>
                    <a:pt x="13993" y="13880"/>
                    <a:pt x="14919" y="14817"/>
                    <a:pt x="14919" y="14817"/>
                  </a:cubicBezTo>
                  <a:cubicBezTo>
                    <a:pt x="14919" y="14817"/>
                    <a:pt x="14061" y="13812"/>
                    <a:pt x="12741" y="12345"/>
                  </a:cubicBezTo>
                  <a:cubicBezTo>
                    <a:pt x="12143" y="11668"/>
                    <a:pt x="11443" y="10890"/>
                    <a:pt x="10687" y="10066"/>
                  </a:cubicBezTo>
                  <a:cubicBezTo>
                    <a:pt x="10755" y="9637"/>
                    <a:pt x="10834" y="9197"/>
                    <a:pt x="10901" y="8757"/>
                  </a:cubicBezTo>
                  <a:cubicBezTo>
                    <a:pt x="10935" y="8509"/>
                    <a:pt x="10958" y="8261"/>
                    <a:pt x="10980" y="8001"/>
                  </a:cubicBezTo>
                  <a:cubicBezTo>
                    <a:pt x="10980" y="7753"/>
                    <a:pt x="10992" y="7493"/>
                    <a:pt x="10980" y="7245"/>
                  </a:cubicBezTo>
                  <a:cubicBezTo>
                    <a:pt x="10924" y="7493"/>
                    <a:pt x="10890" y="7742"/>
                    <a:pt x="10845" y="7978"/>
                  </a:cubicBezTo>
                  <a:cubicBezTo>
                    <a:pt x="10800" y="8227"/>
                    <a:pt x="10732" y="8475"/>
                    <a:pt x="10676" y="8712"/>
                  </a:cubicBezTo>
                  <a:cubicBezTo>
                    <a:pt x="10597" y="9073"/>
                    <a:pt x="10518" y="9445"/>
                    <a:pt x="10450" y="9818"/>
                  </a:cubicBezTo>
                  <a:cubicBezTo>
                    <a:pt x="9976" y="9299"/>
                    <a:pt x="9468" y="8768"/>
                    <a:pt x="8949" y="8227"/>
                  </a:cubicBezTo>
                  <a:cubicBezTo>
                    <a:pt x="8983" y="8204"/>
                    <a:pt x="9006" y="8170"/>
                    <a:pt x="9017" y="8136"/>
                  </a:cubicBezTo>
                  <a:lnTo>
                    <a:pt x="9085" y="7426"/>
                  </a:lnTo>
                  <a:lnTo>
                    <a:pt x="9085" y="6715"/>
                  </a:lnTo>
                  <a:cubicBezTo>
                    <a:pt x="9085" y="6489"/>
                    <a:pt x="9085" y="6252"/>
                    <a:pt x="9073" y="6015"/>
                  </a:cubicBezTo>
                  <a:cubicBezTo>
                    <a:pt x="9051" y="5778"/>
                    <a:pt x="9073" y="5541"/>
                    <a:pt x="9073" y="5304"/>
                  </a:cubicBezTo>
                  <a:lnTo>
                    <a:pt x="9073" y="5304"/>
                  </a:lnTo>
                  <a:cubicBezTo>
                    <a:pt x="9017" y="5541"/>
                    <a:pt x="8972" y="5767"/>
                    <a:pt x="8927" y="6015"/>
                  </a:cubicBezTo>
                  <a:cubicBezTo>
                    <a:pt x="8882" y="6252"/>
                    <a:pt x="8870" y="6478"/>
                    <a:pt x="8859" y="6715"/>
                  </a:cubicBezTo>
                  <a:cubicBezTo>
                    <a:pt x="8836" y="6952"/>
                    <a:pt x="8825" y="7189"/>
                    <a:pt x="8803" y="7426"/>
                  </a:cubicBezTo>
                  <a:cubicBezTo>
                    <a:pt x="8780" y="7617"/>
                    <a:pt x="8757" y="7809"/>
                    <a:pt x="8746" y="8001"/>
                  </a:cubicBezTo>
                  <a:lnTo>
                    <a:pt x="8712" y="8001"/>
                  </a:lnTo>
                  <a:cubicBezTo>
                    <a:pt x="8419" y="7685"/>
                    <a:pt x="8114" y="7369"/>
                    <a:pt x="7821" y="7053"/>
                  </a:cubicBezTo>
                  <a:lnTo>
                    <a:pt x="7392" y="6636"/>
                  </a:lnTo>
                  <a:cubicBezTo>
                    <a:pt x="7415" y="6433"/>
                    <a:pt x="7437" y="6241"/>
                    <a:pt x="7460" y="6038"/>
                  </a:cubicBezTo>
                  <a:cubicBezTo>
                    <a:pt x="7471" y="5778"/>
                    <a:pt x="7482" y="5507"/>
                    <a:pt x="7482" y="5248"/>
                  </a:cubicBezTo>
                  <a:cubicBezTo>
                    <a:pt x="7460" y="4717"/>
                    <a:pt x="7460" y="4187"/>
                    <a:pt x="7415" y="3657"/>
                  </a:cubicBezTo>
                  <a:cubicBezTo>
                    <a:pt x="7369" y="3927"/>
                    <a:pt x="7347" y="4187"/>
                    <a:pt x="7313" y="4447"/>
                  </a:cubicBezTo>
                  <a:lnTo>
                    <a:pt x="7245" y="5236"/>
                  </a:lnTo>
                  <a:cubicBezTo>
                    <a:pt x="7234" y="5496"/>
                    <a:pt x="7211" y="5756"/>
                    <a:pt x="7189" y="6015"/>
                  </a:cubicBezTo>
                  <a:cubicBezTo>
                    <a:pt x="7178" y="6139"/>
                    <a:pt x="7166" y="6263"/>
                    <a:pt x="7144" y="6387"/>
                  </a:cubicBezTo>
                  <a:lnTo>
                    <a:pt x="6444" y="5654"/>
                  </a:lnTo>
                  <a:cubicBezTo>
                    <a:pt x="6185" y="5394"/>
                    <a:pt x="5925" y="5146"/>
                    <a:pt x="5666" y="4898"/>
                  </a:cubicBezTo>
                  <a:cubicBezTo>
                    <a:pt x="5688" y="4796"/>
                    <a:pt x="5722" y="4684"/>
                    <a:pt x="5745" y="4582"/>
                  </a:cubicBezTo>
                  <a:cubicBezTo>
                    <a:pt x="5767" y="4356"/>
                    <a:pt x="5801" y="4131"/>
                    <a:pt x="5824" y="3894"/>
                  </a:cubicBezTo>
                  <a:cubicBezTo>
                    <a:pt x="5846" y="3668"/>
                    <a:pt x="5835" y="3442"/>
                    <a:pt x="5824" y="3205"/>
                  </a:cubicBezTo>
                  <a:cubicBezTo>
                    <a:pt x="5790" y="2980"/>
                    <a:pt x="5767" y="2754"/>
                    <a:pt x="5733" y="2528"/>
                  </a:cubicBezTo>
                  <a:cubicBezTo>
                    <a:pt x="5699" y="2754"/>
                    <a:pt x="5699" y="2980"/>
                    <a:pt x="5677" y="3205"/>
                  </a:cubicBezTo>
                  <a:cubicBezTo>
                    <a:pt x="5666" y="3431"/>
                    <a:pt x="5620" y="3645"/>
                    <a:pt x="5598" y="3871"/>
                  </a:cubicBezTo>
                  <a:cubicBezTo>
                    <a:pt x="5564" y="4097"/>
                    <a:pt x="5508" y="4311"/>
                    <a:pt x="5474" y="4526"/>
                  </a:cubicBezTo>
                  <a:cubicBezTo>
                    <a:pt x="5462" y="4582"/>
                    <a:pt x="5451" y="4627"/>
                    <a:pt x="5440" y="4672"/>
                  </a:cubicBezTo>
                  <a:cubicBezTo>
                    <a:pt x="5316" y="4559"/>
                    <a:pt x="5192" y="4435"/>
                    <a:pt x="5067" y="4322"/>
                  </a:cubicBezTo>
                  <a:cubicBezTo>
                    <a:pt x="4706" y="3973"/>
                    <a:pt x="4345" y="3634"/>
                    <a:pt x="3995" y="3307"/>
                  </a:cubicBezTo>
                  <a:lnTo>
                    <a:pt x="4041" y="3307"/>
                  </a:lnTo>
                  <a:cubicBezTo>
                    <a:pt x="4108" y="3296"/>
                    <a:pt x="4153" y="3239"/>
                    <a:pt x="4153" y="3171"/>
                  </a:cubicBezTo>
                  <a:lnTo>
                    <a:pt x="4153" y="3149"/>
                  </a:lnTo>
                  <a:cubicBezTo>
                    <a:pt x="4097" y="2799"/>
                    <a:pt x="4041" y="2438"/>
                    <a:pt x="3973" y="2099"/>
                  </a:cubicBezTo>
                  <a:cubicBezTo>
                    <a:pt x="3939" y="1738"/>
                    <a:pt x="3883" y="1389"/>
                    <a:pt x="3815" y="1027"/>
                  </a:cubicBezTo>
                  <a:cubicBezTo>
                    <a:pt x="3781" y="1377"/>
                    <a:pt x="3759" y="1750"/>
                    <a:pt x="3759" y="2111"/>
                  </a:cubicBezTo>
                  <a:cubicBezTo>
                    <a:pt x="3781" y="2415"/>
                    <a:pt x="3815" y="2731"/>
                    <a:pt x="3860" y="3036"/>
                  </a:cubicBezTo>
                  <a:lnTo>
                    <a:pt x="3691" y="3036"/>
                  </a:lnTo>
                  <a:cubicBezTo>
                    <a:pt x="3296" y="2686"/>
                    <a:pt x="2923" y="2359"/>
                    <a:pt x="2574" y="2054"/>
                  </a:cubicBezTo>
                  <a:cubicBezTo>
                    <a:pt x="2201" y="1738"/>
                    <a:pt x="1874" y="1434"/>
                    <a:pt x="1547" y="1197"/>
                  </a:cubicBezTo>
                  <a:cubicBezTo>
                    <a:pt x="1220" y="948"/>
                    <a:pt x="949" y="734"/>
                    <a:pt x="723" y="5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1534375" y="3967125"/>
              <a:ext cx="400900" cy="207375"/>
            </a:xfrm>
            <a:custGeom>
              <a:avLst/>
              <a:gdLst/>
              <a:ahLst/>
              <a:cxnLst/>
              <a:rect l="l" t="t" r="r" b="b"/>
              <a:pathLst>
                <a:path w="16036" h="8295" extrusionOk="0">
                  <a:moveTo>
                    <a:pt x="9414" y="0"/>
                  </a:moveTo>
                  <a:cubicBezTo>
                    <a:pt x="9066" y="0"/>
                    <a:pt x="8702" y="36"/>
                    <a:pt x="8317" y="114"/>
                  </a:cubicBezTo>
                  <a:cubicBezTo>
                    <a:pt x="5214" y="576"/>
                    <a:pt x="3240" y="3499"/>
                    <a:pt x="385" y="4650"/>
                  </a:cubicBezTo>
                  <a:lnTo>
                    <a:pt x="1" y="4830"/>
                  </a:lnTo>
                  <a:lnTo>
                    <a:pt x="622" y="4954"/>
                  </a:lnTo>
                  <a:cubicBezTo>
                    <a:pt x="3206" y="5609"/>
                    <a:pt x="5361" y="7979"/>
                    <a:pt x="7945" y="8238"/>
                  </a:cubicBezTo>
                  <a:cubicBezTo>
                    <a:pt x="8220" y="8276"/>
                    <a:pt x="8489" y="8294"/>
                    <a:pt x="8754" y="8294"/>
                  </a:cubicBezTo>
                  <a:cubicBezTo>
                    <a:pt x="11796" y="8294"/>
                    <a:pt x="14136" y="5899"/>
                    <a:pt x="16036" y="3781"/>
                  </a:cubicBezTo>
                  <a:cubicBezTo>
                    <a:pt x="13852" y="2228"/>
                    <a:pt x="12158" y="0"/>
                    <a:pt x="9414" y="0"/>
                  </a:cubicBez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1616475" y="4034550"/>
              <a:ext cx="313175" cy="99900"/>
            </a:xfrm>
            <a:custGeom>
              <a:avLst/>
              <a:gdLst/>
              <a:ahLst/>
              <a:cxnLst/>
              <a:rect l="l" t="t" r="r" b="b"/>
              <a:pathLst>
                <a:path w="12527" h="3996" extrusionOk="0">
                  <a:moveTo>
                    <a:pt x="2348" y="1"/>
                  </a:moveTo>
                  <a:lnTo>
                    <a:pt x="2348" y="1"/>
                  </a:lnTo>
                  <a:cubicBezTo>
                    <a:pt x="2856" y="317"/>
                    <a:pt x="3386" y="610"/>
                    <a:pt x="3882" y="926"/>
                  </a:cubicBezTo>
                  <a:cubicBezTo>
                    <a:pt x="4007" y="1016"/>
                    <a:pt x="4131" y="1084"/>
                    <a:pt x="4255" y="1174"/>
                  </a:cubicBezTo>
                  <a:cubicBezTo>
                    <a:pt x="4368" y="1253"/>
                    <a:pt x="4480" y="1343"/>
                    <a:pt x="4593" y="1445"/>
                  </a:cubicBezTo>
                  <a:cubicBezTo>
                    <a:pt x="4706" y="1535"/>
                    <a:pt x="4819" y="1626"/>
                    <a:pt x="4921" y="1727"/>
                  </a:cubicBezTo>
                  <a:lnTo>
                    <a:pt x="4977" y="1784"/>
                  </a:lnTo>
                  <a:cubicBezTo>
                    <a:pt x="4627" y="1817"/>
                    <a:pt x="4289" y="1851"/>
                    <a:pt x="3950" y="1874"/>
                  </a:cubicBezTo>
                  <a:cubicBezTo>
                    <a:pt x="3217" y="1953"/>
                    <a:pt x="2540" y="2032"/>
                    <a:pt x="1953" y="2099"/>
                  </a:cubicBezTo>
                  <a:cubicBezTo>
                    <a:pt x="1366" y="2167"/>
                    <a:pt x="881" y="2235"/>
                    <a:pt x="542" y="2280"/>
                  </a:cubicBezTo>
                  <a:lnTo>
                    <a:pt x="1" y="2359"/>
                  </a:lnTo>
                  <a:lnTo>
                    <a:pt x="1" y="2359"/>
                  </a:lnTo>
                  <a:lnTo>
                    <a:pt x="542" y="2348"/>
                  </a:lnTo>
                  <a:cubicBezTo>
                    <a:pt x="892" y="2336"/>
                    <a:pt x="1377" y="2325"/>
                    <a:pt x="1975" y="2291"/>
                  </a:cubicBezTo>
                  <a:cubicBezTo>
                    <a:pt x="2562" y="2257"/>
                    <a:pt x="3250" y="2235"/>
                    <a:pt x="3984" y="2190"/>
                  </a:cubicBezTo>
                  <a:lnTo>
                    <a:pt x="4909" y="2122"/>
                  </a:lnTo>
                  <a:lnTo>
                    <a:pt x="4695" y="2314"/>
                  </a:lnTo>
                  <a:lnTo>
                    <a:pt x="4424" y="2573"/>
                  </a:lnTo>
                  <a:cubicBezTo>
                    <a:pt x="4334" y="2652"/>
                    <a:pt x="4244" y="2743"/>
                    <a:pt x="4153" y="2822"/>
                  </a:cubicBezTo>
                  <a:lnTo>
                    <a:pt x="3871" y="3070"/>
                  </a:lnTo>
                  <a:cubicBezTo>
                    <a:pt x="3781" y="3149"/>
                    <a:pt x="3691" y="3228"/>
                    <a:pt x="3589" y="3307"/>
                  </a:cubicBezTo>
                  <a:cubicBezTo>
                    <a:pt x="3386" y="3465"/>
                    <a:pt x="3183" y="3612"/>
                    <a:pt x="2991" y="3770"/>
                  </a:cubicBezTo>
                  <a:cubicBezTo>
                    <a:pt x="3228" y="3668"/>
                    <a:pt x="3442" y="3555"/>
                    <a:pt x="3668" y="3442"/>
                  </a:cubicBezTo>
                  <a:cubicBezTo>
                    <a:pt x="3781" y="3386"/>
                    <a:pt x="3882" y="3296"/>
                    <a:pt x="3995" y="3239"/>
                  </a:cubicBezTo>
                  <a:cubicBezTo>
                    <a:pt x="4097" y="3183"/>
                    <a:pt x="4210" y="3104"/>
                    <a:pt x="4311" y="3025"/>
                  </a:cubicBezTo>
                  <a:cubicBezTo>
                    <a:pt x="4413" y="2957"/>
                    <a:pt x="4514" y="2867"/>
                    <a:pt x="4616" y="2788"/>
                  </a:cubicBezTo>
                  <a:lnTo>
                    <a:pt x="4909" y="2551"/>
                  </a:lnTo>
                  <a:cubicBezTo>
                    <a:pt x="5090" y="2404"/>
                    <a:pt x="5259" y="2246"/>
                    <a:pt x="5440" y="2088"/>
                  </a:cubicBezTo>
                  <a:lnTo>
                    <a:pt x="6286" y="2020"/>
                  </a:lnTo>
                  <a:lnTo>
                    <a:pt x="7527" y="1874"/>
                  </a:lnTo>
                  <a:lnTo>
                    <a:pt x="7527" y="1874"/>
                  </a:lnTo>
                  <a:cubicBezTo>
                    <a:pt x="7516" y="1896"/>
                    <a:pt x="7505" y="1908"/>
                    <a:pt x="7493" y="1930"/>
                  </a:cubicBezTo>
                  <a:cubicBezTo>
                    <a:pt x="7392" y="2043"/>
                    <a:pt x="7290" y="2145"/>
                    <a:pt x="7189" y="2257"/>
                  </a:cubicBezTo>
                  <a:cubicBezTo>
                    <a:pt x="7098" y="2370"/>
                    <a:pt x="6974" y="2461"/>
                    <a:pt x="6861" y="2562"/>
                  </a:cubicBezTo>
                  <a:cubicBezTo>
                    <a:pt x="6749" y="2664"/>
                    <a:pt x="6624" y="2743"/>
                    <a:pt x="6489" y="2844"/>
                  </a:cubicBezTo>
                  <a:lnTo>
                    <a:pt x="5733" y="3386"/>
                  </a:lnTo>
                  <a:cubicBezTo>
                    <a:pt x="5485" y="3578"/>
                    <a:pt x="5248" y="3781"/>
                    <a:pt x="5011" y="3995"/>
                  </a:cubicBezTo>
                  <a:cubicBezTo>
                    <a:pt x="5158" y="3916"/>
                    <a:pt x="5282" y="3837"/>
                    <a:pt x="5417" y="3758"/>
                  </a:cubicBezTo>
                  <a:cubicBezTo>
                    <a:pt x="5552" y="3679"/>
                    <a:pt x="5699" y="3623"/>
                    <a:pt x="5835" y="3533"/>
                  </a:cubicBezTo>
                  <a:cubicBezTo>
                    <a:pt x="6105" y="3397"/>
                    <a:pt x="6376" y="3239"/>
                    <a:pt x="6647" y="3081"/>
                  </a:cubicBezTo>
                  <a:cubicBezTo>
                    <a:pt x="6794" y="2991"/>
                    <a:pt x="6918" y="2901"/>
                    <a:pt x="7053" y="2810"/>
                  </a:cubicBezTo>
                  <a:cubicBezTo>
                    <a:pt x="7177" y="2720"/>
                    <a:pt x="7302" y="2607"/>
                    <a:pt x="7426" y="2506"/>
                  </a:cubicBezTo>
                  <a:cubicBezTo>
                    <a:pt x="7550" y="2393"/>
                    <a:pt x="7651" y="2269"/>
                    <a:pt x="7764" y="2145"/>
                  </a:cubicBezTo>
                  <a:cubicBezTo>
                    <a:pt x="7843" y="2032"/>
                    <a:pt x="7922" y="1930"/>
                    <a:pt x="7990" y="1817"/>
                  </a:cubicBezTo>
                  <a:lnTo>
                    <a:pt x="8588" y="1750"/>
                  </a:lnTo>
                  <a:cubicBezTo>
                    <a:pt x="9276" y="1659"/>
                    <a:pt x="9931" y="1569"/>
                    <a:pt x="10484" y="1490"/>
                  </a:cubicBezTo>
                  <a:lnTo>
                    <a:pt x="10484" y="1490"/>
                  </a:lnTo>
                  <a:cubicBezTo>
                    <a:pt x="10089" y="1817"/>
                    <a:pt x="9705" y="2145"/>
                    <a:pt x="9310" y="2483"/>
                  </a:cubicBezTo>
                  <a:cubicBezTo>
                    <a:pt x="9062" y="2686"/>
                    <a:pt x="8802" y="2889"/>
                    <a:pt x="8554" y="3104"/>
                  </a:cubicBezTo>
                  <a:cubicBezTo>
                    <a:pt x="8306" y="3318"/>
                    <a:pt x="8058" y="3533"/>
                    <a:pt x="7821" y="3758"/>
                  </a:cubicBezTo>
                  <a:cubicBezTo>
                    <a:pt x="8103" y="3600"/>
                    <a:pt x="8385" y="3420"/>
                    <a:pt x="8667" y="3262"/>
                  </a:cubicBezTo>
                  <a:cubicBezTo>
                    <a:pt x="8949" y="3092"/>
                    <a:pt x="9220" y="2901"/>
                    <a:pt x="9491" y="2720"/>
                  </a:cubicBezTo>
                  <a:cubicBezTo>
                    <a:pt x="10010" y="2325"/>
                    <a:pt x="10518" y="1919"/>
                    <a:pt x="11025" y="1490"/>
                  </a:cubicBezTo>
                  <a:lnTo>
                    <a:pt x="11037" y="1468"/>
                  </a:lnTo>
                  <a:cubicBezTo>
                    <a:pt x="11048" y="1445"/>
                    <a:pt x="11059" y="1422"/>
                    <a:pt x="11070" y="1400"/>
                  </a:cubicBezTo>
                  <a:cubicBezTo>
                    <a:pt x="11432" y="1343"/>
                    <a:pt x="11748" y="1287"/>
                    <a:pt x="11996" y="1264"/>
                  </a:cubicBezTo>
                  <a:lnTo>
                    <a:pt x="12526" y="1163"/>
                  </a:lnTo>
                  <a:lnTo>
                    <a:pt x="11984" y="1185"/>
                  </a:lnTo>
                  <a:cubicBezTo>
                    <a:pt x="11736" y="1208"/>
                    <a:pt x="11398" y="1219"/>
                    <a:pt x="11014" y="1242"/>
                  </a:cubicBezTo>
                  <a:cubicBezTo>
                    <a:pt x="10912" y="1163"/>
                    <a:pt x="10811" y="1061"/>
                    <a:pt x="10709" y="982"/>
                  </a:cubicBezTo>
                  <a:cubicBezTo>
                    <a:pt x="10608" y="903"/>
                    <a:pt x="10484" y="847"/>
                    <a:pt x="10371" y="779"/>
                  </a:cubicBezTo>
                  <a:cubicBezTo>
                    <a:pt x="10247" y="723"/>
                    <a:pt x="10134" y="678"/>
                    <a:pt x="10010" y="633"/>
                  </a:cubicBezTo>
                  <a:lnTo>
                    <a:pt x="9637" y="508"/>
                  </a:lnTo>
                  <a:cubicBezTo>
                    <a:pt x="9389" y="441"/>
                    <a:pt x="9141" y="384"/>
                    <a:pt x="8893" y="350"/>
                  </a:cubicBezTo>
                  <a:cubicBezTo>
                    <a:pt x="8644" y="305"/>
                    <a:pt x="8396" y="271"/>
                    <a:pt x="8137" y="238"/>
                  </a:cubicBezTo>
                  <a:lnTo>
                    <a:pt x="8137" y="238"/>
                  </a:lnTo>
                  <a:cubicBezTo>
                    <a:pt x="8374" y="328"/>
                    <a:pt x="8622" y="407"/>
                    <a:pt x="8859" y="486"/>
                  </a:cubicBezTo>
                  <a:cubicBezTo>
                    <a:pt x="8972" y="542"/>
                    <a:pt x="9096" y="576"/>
                    <a:pt x="9209" y="610"/>
                  </a:cubicBezTo>
                  <a:lnTo>
                    <a:pt x="9558" y="745"/>
                  </a:lnTo>
                  <a:lnTo>
                    <a:pt x="9897" y="881"/>
                  </a:lnTo>
                  <a:lnTo>
                    <a:pt x="10213" y="1050"/>
                  </a:lnTo>
                  <a:cubicBezTo>
                    <a:pt x="10326" y="1118"/>
                    <a:pt x="10416" y="1185"/>
                    <a:pt x="10518" y="1253"/>
                  </a:cubicBezTo>
                  <a:cubicBezTo>
                    <a:pt x="10529" y="1253"/>
                    <a:pt x="10540" y="1264"/>
                    <a:pt x="10540" y="1276"/>
                  </a:cubicBezTo>
                  <a:cubicBezTo>
                    <a:pt x="9965" y="1321"/>
                    <a:pt x="9276" y="1366"/>
                    <a:pt x="8554" y="1445"/>
                  </a:cubicBezTo>
                  <a:cubicBezTo>
                    <a:pt x="8362" y="1456"/>
                    <a:pt x="8170" y="1479"/>
                    <a:pt x="7967" y="1501"/>
                  </a:cubicBezTo>
                  <a:cubicBezTo>
                    <a:pt x="7730" y="1377"/>
                    <a:pt x="7482" y="1242"/>
                    <a:pt x="7234" y="1118"/>
                  </a:cubicBezTo>
                  <a:cubicBezTo>
                    <a:pt x="6974" y="994"/>
                    <a:pt x="6737" y="870"/>
                    <a:pt x="6478" y="745"/>
                  </a:cubicBezTo>
                  <a:cubicBezTo>
                    <a:pt x="6230" y="633"/>
                    <a:pt x="5970" y="520"/>
                    <a:pt x="5699" y="418"/>
                  </a:cubicBezTo>
                  <a:cubicBezTo>
                    <a:pt x="5575" y="362"/>
                    <a:pt x="5428" y="328"/>
                    <a:pt x="5293" y="283"/>
                  </a:cubicBezTo>
                  <a:cubicBezTo>
                    <a:pt x="5158" y="238"/>
                    <a:pt x="5022" y="215"/>
                    <a:pt x="4887" y="192"/>
                  </a:cubicBezTo>
                  <a:lnTo>
                    <a:pt x="4887" y="192"/>
                  </a:lnTo>
                  <a:cubicBezTo>
                    <a:pt x="5011" y="260"/>
                    <a:pt x="5146" y="294"/>
                    <a:pt x="5270" y="362"/>
                  </a:cubicBezTo>
                  <a:cubicBezTo>
                    <a:pt x="5394" y="441"/>
                    <a:pt x="5519" y="486"/>
                    <a:pt x="5631" y="565"/>
                  </a:cubicBezTo>
                  <a:cubicBezTo>
                    <a:pt x="5880" y="700"/>
                    <a:pt x="6117" y="847"/>
                    <a:pt x="6354" y="982"/>
                  </a:cubicBezTo>
                  <a:cubicBezTo>
                    <a:pt x="6692" y="1174"/>
                    <a:pt x="7019" y="1366"/>
                    <a:pt x="7358" y="1558"/>
                  </a:cubicBezTo>
                  <a:lnTo>
                    <a:pt x="6252" y="1671"/>
                  </a:lnTo>
                  <a:lnTo>
                    <a:pt x="5417" y="1750"/>
                  </a:lnTo>
                  <a:lnTo>
                    <a:pt x="5158" y="1479"/>
                  </a:lnTo>
                  <a:cubicBezTo>
                    <a:pt x="5045" y="1377"/>
                    <a:pt x="4921" y="1276"/>
                    <a:pt x="4808" y="1174"/>
                  </a:cubicBezTo>
                  <a:cubicBezTo>
                    <a:pt x="4559" y="994"/>
                    <a:pt x="4300" y="824"/>
                    <a:pt x="4029" y="678"/>
                  </a:cubicBezTo>
                  <a:cubicBezTo>
                    <a:pt x="3758" y="531"/>
                    <a:pt x="3487" y="407"/>
                    <a:pt x="3205" y="294"/>
                  </a:cubicBezTo>
                  <a:cubicBezTo>
                    <a:pt x="2923" y="192"/>
                    <a:pt x="2641" y="91"/>
                    <a:pt x="2348" y="1"/>
                  </a:cubicBez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1903375" y="4087875"/>
              <a:ext cx="140800" cy="152250"/>
            </a:xfrm>
            <a:custGeom>
              <a:avLst/>
              <a:gdLst/>
              <a:ahLst/>
              <a:cxnLst/>
              <a:rect l="l" t="t" r="r" b="b"/>
              <a:pathLst>
                <a:path w="5632" h="6090" extrusionOk="0">
                  <a:moveTo>
                    <a:pt x="1389" y="0"/>
                  </a:moveTo>
                  <a:cubicBezTo>
                    <a:pt x="1242" y="102"/>
                    <a:pt x="1118" y="215"/>
                    <a:pt x="994" y="350"/>
                  </a:cubicBezTo>
                  <a:lnTo>
                    <a:pt x="283" y="1050"/>
                  </a:lnTo>
                  <a:cubicBezTo>
                    <a:pt x="170" y="2189"/>
                    <a:pt x="1" y="3352"/>
                    <a:pt x="712" y="4367"/>
                  </a:cubicBezTo>
                  <a:cubicBezTo>
                    <a:pt x="1073" y="4875"/>
                    <a:pt x="1535" y="5315"/>
                    <a:pt x="2066" y="5642"/>
                  </a:cubicBezTo>
                  <a:cubicBezTo>
                    <a:pt x="2557" y="5943"/>
                    <a:pt x="3079" y="6090"/>
                    <a:pt x="3590" y="6090"/>
                  </a:cubicBezTo>
                  <a:cubicBezTo>
                    <a:pt x="4076" y="6090"/>
                    <a:pt x="4554" y="5957"/>
                    <a:pt x="4988" y="5699"/>
                  </a:cubicBezTo>
                  <a:cubicBezTo>
                    <a:pt x="5632" y="4807"/>
                    <a:pt x="5395" y="3284"/>
                    <a:pt x="4954" y="2381"/>
                  </a:cubicBezTo>
                  <a:cubicBezTo>
                    <a:pt x="4672" y="1828"/>
                    <a:pt x="4266" y="1332"/>
                    <a:pt x="3770" y="948"/>
                  </a:cubicBezTo>
                  <a:cubicBezTo>
                    <a:pt x="3093" y="395"/>
                    <a:pt x="2258" y="68"/>
                    <a:pt x="1389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1912400" y="4086425"/>
              <a:ext cx="115700" cy="114625"/>
            </a:xfrm>
            <a:custGeom>
              <a:avLst/>
              <a:gdLst/>
              <a:ahLst/>
              <a:cxnLst/>
              <a:rect l="l" t="t" r="r" b="b"/>
              <a:pathLst>
                <a:path w="4628" h="4585" extrusionOk="0">
                  <a:moveTo>
                    <a:pt x="1399" y="0"/>
                  </a:moveTo>
                  <a:cubicBezTo>
                    <a:pt x="871" y="0"/>
                    <a:pt x="394" y="191"/>
                    <a:pt x="170" y="735"/>
                  </a:cubicBezTo>
                  <a:cubicBezTo>
                    <a:pt x="46" y="995"/>
                    <a:pt x="1" y="1288"/>
                    <a:pt x="1" y="1582"/>
                  </a:cubicBezTo>
                  <a:cubicBezTo>
                    <a:pt x="23" y="1830"/>
                    <a:pt x="159" y="2010"/>
                    <a:pt x="204" y="2247"/>
                  </a:cubicBezTo>
                  <a:cubicBezTo>
                    <a:pt x="339" y="2834"/>
                    <a:pt x="159" y="3455"/>
                    <a:pt x="475" y="4008"/>
                  </a:cubicBezTo>
                  <a:cubicBezTo>
                    <a:pt x="577" y="4185"/>
                    <a:pt x="894" y="4399"/>
                    <a:pt x="1111" y="4399"/>
                  </a:cubicBezTo>
                  <a:cubicBezTo>
                    <a:pt x="1253" y="4399"/>
                    <a:pt x="1352" y="4307"/>
                    <a:pt x="1321" y="4053"/>
                  </a:cubicBezTo>
                  <a:lnTo>
                    <a:pt x="1321" y="4053"/>
                  </a:lnTo>
                  <a:cubicBezTo>
                    <a:pt x="1423" y="4285"/>
                    <a:pt x="1669" y="4585"/>
                    <a:pt x="1929" y="4585"/>
                  </a:cubicBezTo>
                  <a:cubicBezTo>
                    <a:pt x="1986" y="4585"/>
                    <a:pt x="2043" y="4570"/>
                    <a:pt x="2100" y="4538"/>
                  </a:cubicBezTo>
                  <a:cubicBezTo>
                    <a:pt x="2382" y="4380"/>
                    <a:pt x="2449" y="3850"/>
                    <a:pt x="2291" y="3602"/>
                  </a:cubicBezTo>
                  <a:lnTo>
                    <a:pt x="2291" y="3602"/>
                  </a:lnTo>
                  <a:cubicBezTo>
                    <a:pt x="2411" y="3666"/>
                    <a:pt x="2537" y="3695"/>
                    <a:pt x="2654" y="3695"/>
                  </a:cubicBezTo>
                  <a:cubicBezTo>
                    <a:pt x="3050" y="3695"/>
                    <a:pt x="3349" y="3367"/>
                    <a:pt x="2957" y="2958"/>
                  </a:cubicBezTo>
                  <a:lnTo>
                    <a:pt x="2957" y="2958"/>
                  </a:lnTo>
                  <a:cubicBezTo>
                    <a:pt x="3087" y="3034"/>
                    <a:pt x="3301" y="3126"/>
                    <a:pt x="3491" y="3126"/>
                  </a:cubicBezTo>
                  <a:cubicBezTo>
                    <a:pt x="3615" y="3126"/>
                    <a:pt x="3728" y="3087"/>
                    <a:pt x="3804" y="2981"/>
                  </a:cubicBezTo>
                  <a:cubicBezTo>
                    <a:pt x="3973" y="2755"/>
                    <a:pt x="3736" y="2507"/>
                    <a:pt x="3612" y="2315"/>
                  </a:cubicBezTo>
                  <a:cubicBezTo>
                    <a:pt x="4627" y="1762"/>
                    <a:pt x="3781" y="871"/>
                    <a:pt x="3104" y="487"/>
                  </a:cubicBezTo>
                  <a:cubicBezTo>
                    <a:pt x="2607" y="205"/>
                    <a:pt x="2055" y="36"/>
                    <a:pt x="1490" y="2"/>
                  </a:cubicBezTo>
                  <a:cubicBezTo>
                    <a:pt x="1460" y="1"/>
                    <a:pt x="1429" y="0"/>
                    <a:pt x="1399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1938075" y="4083750"/>
              <a:ext cx="128950" cy="146600"/>
            </a:xfrm>
            <a:custGeom>
              <a:avLst/>
              <a:gdLst/>
              <a:ahLst/>
              <a:cxnLst/>
              <a:rect l="l" t="t" r="r" b="b"/>
              <a:pathLst>
                <a:path w="5158" h="5864" extrusionOk="0">
                  <a:moveTo>
                    <a:pt x="768" y="1"/>
                  </a:moveTo>
                  <a:cubicBezTo>
                    <a:pt x="543" y="1"/>
                    <a:pt x="319" y="37"/>
                    <a:pt x="102" y="109"/>
                  </a:cubicBezTo>
                  <a:cubicBezTo>
                    <a:pt x="91" y="120"/>
                    <a:pt x="68" y="120"/>
                    <a:pt x="57" y="131"/>
                  </a:cubicBezTo>
                  <a:cubicBezTo>
                    <a:pt x="34" y="143"/>
                    <a:pt x="23" y="154"/>
                    <a:pt x="1" y="165"/>
                  </a:cubicBezTo>
                  <a:cubicBezTo>
                    <a:pt x="870" y="233"/>
                    <a:pt x="1705" y="560"/>
                    <a:pt x="2382" y="1113"/>
                  </a:cubicBezTo>
                  <a:cubicBezTo>
                    <a:pt x="2878" y="1497"/>
                    <a:pt x="3284" y="1993"/>
                    <a:pt x="3566" y="2546"/>
                  </a:cubicBezTo>
                  <a:cubicBezTo>
                    <a:pt x="4007" y="3449"/>
                    <a:pt x="4244" y="4972"/>
                    <a:pt x="3589" y="5864"/>
                  </a:cubicBezTo>
                  <a:cubicBezTo>
                    <a:pt x="3815" y="5728"/>
                    <a:pt x="4018" y="5559"/>
                    <a:pt x="4210" y="5379"/>
                  </a:cubicBezTo>
                  <a:cubicBezTo>
                    <a:pt x="5158" y="4431"/>
                    <a:pt x="4582" y="2749"/>
                    <a:pt x="3905" y="1802"/>
                  </a:cubicBezTo>
                  <a:cubicBezTo>
                    <a:pt x="3397" y="1158"/>
                    <a:pt x="2720" y="651"/>
                    <a:pt x="1953" y="357"/>
                  </a:cubicBezTo>
                  <a:cubicBezTo>
                    <a:pt x="1626" y="199"/>
                    <a:pt x="1287" y="75"/>
                    <a:pt x="937" y="7"/>
                  </a:cubicBezTo>
                  <a:cubicBezTo>
                    <a:pt x="881" y="3"/>
                    <a:pt x="824" y="1"/>
                    <a:pt x="7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1938650" y="4091250"/>
              <a:ext cx="68575" cy="61250"/>
            </a:xfrm>
            <a:custGeom>
              <a:avLst/>
              <a:gdLst/>
              <a:ahLst/>
              <a:cxnLst/>
              <a:rect l="l" t="t" r="r" b="b"/>
              <a:pathLst>
                <a:path w="2743" h="2450" extrusionOk="0">
                  <a:moveTo>
                    <a:pt x="0" y="1"/>
                  </a:moveTo>
                  <a:cubicBezTo>
                    <a:pt x="0" y="1"/>
                    <a:pt x="57" y="12"/>
                    <a:pt x="169" y="23"/>
                  </a:cubicBezTo>
                  <a:cubicBezTo>
                    <a:pt x="237" y="35"/>
                    <a:pt x="294" y="57"/>
                    <a:pt x="350" y="68"/>
                  </a:cubicBezTo>
                  <a:cubicBezTo>
                    <a:pt x="429" y="102"/>
                    <a:pt x="497" y="136"/>
                    <a:pt x="564" y="170"/>
                  </a:cubicBezTo>
                  <a:cubicBezTo>
                    <a:pt x="643" y="204"/>
                    <a:pt x="734" y="249"/>
                    <a:pt x="813" y="317"/>
                  </a:cubicBezTo>
                  <a:cubicBezTo>
                    <a:pt x="892" y="373"/>
                    <a:pt x="982" y="430"/>
                    <a:pt x="1061" y="497"/>
                  </a:cubicBezTo>
                  <a:cubicBezTo>
                    <a:pt x="1106" y="531"/>
                    <a:pt x="1151" y="565"/>
                    <a:pt x="1196" y="599"/>
                  </a:cubicBezTo>
                  <a:lnTo>
                    <a:pt x="1320" y="712"/>
                  </a:lnTo>
                  <a:cubicBezTo>
                    <a:pt x="1411" y="791"/>
                    <a:pt x="1501" y="870"/>
                    <a:pt x="1580" y="960"/>
                  </a:cubicBezTo>
                  <a:cubicBezTo>
                    <a:pt x="1659" y="1050"/>
                    <a:pt x="1738" y="1129"/>
                    <a:pt x="1817" y="1219"/>
                  </a:cubicBezTo>
                  <a:cubicBezTo>
                    <a:pt x="1896" y="1298"/>
                    <a:pt x="1964" y="1389"/>
                    <a:pt x="2031" y="1479"/>
                  </a:cubicBezTo>
                  <a:cubicBezTo>
                    <a:pt x="2178" y="1648"/>
                    <a:pt x="2302" y="1817"/>
                    <a:pt x="2404" y="1953"/>
                  </a:cubicBezTo>
                  <a:cubicBezTo>
                    <a:pt x="2460" y="2032"/>
                    <a:pt x="2505" y="2088"/>
                    <a:pt x="2550" y="2156"/>
                  </a:cubicBezTo>
                  <a:cubicBezTo>
                    <a:pt x="2584" y="2212"/>
                    <a:pt x="2629" y="2269"/>
                    <a:pt x="2652" y="2314"/>
                  </a:cubicBezTo>
                  <a:cubicBezTo>
                    <a:pt x="2708" y="2404"/>
                    <a:pt x="2742" y="2449"/>
                    <a:pt x="2742" y="2449"/>
                  </a:cubicBezTo>
                  <a:cubicBezTo>
                    <a:pt x="2675" y="2258"/>
                    <a:pt x="2584" y="2077"/>
                    <a:pt x="2483" y="1908"/>
                  </a:cubicBezTo>
                  <a:cubicBezTo>
                    <a:pt x="2438" y="1829"/>
                    <a:pt x="2392" y="1739"/>
                    <a:pt x="2336" y="1660"/>
                  </a:cubicBezTo>
                  <a:cubicBezTo>
                    <a:pt x="2280" y="1569"/>
                    <a:pt x="2212" y="1479"/>
                    <a:pt x="2144" y="1389"/>
                  </a:cubicBezTo>
                  <a:cubicBezTo>
                    <a:pt x="2088" y="1298"/>
                    <a:pt x="2009" y="1208"/>
                    <a:pt x="1930" y="1118"/>
                  </a:cubicBezTo>
                  <a:cubicBezTo>
                    <a:pt x="1862" y="1028"/>
                    <a:pt x="1783" y="926"/>
                    <a:pt x="1693" y="847"/>
                  </a:cubicBezTo>
                  <a:cubicBezTo>
                    <a:pt x="1614" y="768"/>
                    <a:pt x="1524" y="678"/>
                    <a:pt x="1433" y="599"/>
                  </a:cubicBezTo>
                  <a:cubicBezTo>
                    <a:pt x="1343" y="520"/>
                    <a:pt x="1253" y="452"/>
                    <a:pt x="1151" y="384"/>
                  </a:cubicBezTo>
                  <a:cubicBezTo>
                    <a:pt x="1061" y="317"/>
                    <a:pt x="959" y="272"/>
                    <a:pt x="869" y="215"/>
                  </a:cubicBezTo>
                  <a:cubicBezTo>
                    <a:pt x="779" y="170"/>
                    <a:pt x="689" y="125"/>
                    <a:pt x="598" y="91"/>
                  </a:cubicBezTo>
                  <a:cubicBezTo>
                    <a:pt x="519" y="57"/>
                    <a:pt x="440" y="35"/>
                    <a:pt x="361" y="23"/>
                  </a:cubicBezTo>
                  <a:cubicBezTo>
                    <a:pt x="294" y="12"/>
                    <a:pt x="226" y="1"/>
                    <a:pt x="16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1955575" y="4103675"/>
              <a:ext cx="30200" cy="40925"/>
            </a:xfrm>
            <a:custGeom>
              <a:avLst/>
              <a:gdLst/>
              <a:ahLst/>
              <a:cxnLst/>
              <a:rect l="l" t="t" r="r" b="b"/>
              <a:pathLst>
                <a:path w="1208" h="1637" extrusionOk="0">
                  <a:moveTo>
                    <a:pt x="0" y="0"/>
                  </a:moveTo>
                  <a:cubicBezTo>
                    <a:pt x="0" y="0"/>
                    <a:pt x="79" y="113"/>
                    <a:pt x="203" y="249"/>
                  </a:cubicBezTo>
                  <a:cubicBezTo>
                    <a:pt x="271" y="327"/>
                    <a:pt x="339" y="406"/>
                    <a:pt x="418" y="497"/>
                  </a:cubicBezTo>
                  <a:cubicBezTo>
                    <a:pt x="508" y="587"/>
                    <a:pt x="587" y="677"/>
                    <a:pt x="666" y="779"/>
                  </a:cubicBezTo>
                  <a:cubicBezTo>
                    <a:pt x="745" y="880"/>
                    <a:pt x="824" y="971"/>
                    <a:pt x="892" y="1072"/>
                  </a:cubicBezTo>
                  <a:cubicBezTo>
                    <a:pt x="914" y="1129"/>
                    <a:pt x="959" y="1174"/>
                    <a:pt x="982" y="1219"/>
                  </a:cubicBezTo>
                  <a:cubicBezTo>
                    <a:pt x="1005" y="1264"/>
                    <a:pt x="1027" y="1309"/>
                    <a:pt x="1061" y="1354"/>
                  </a:cubicBezTo>
                  <a:cubicBezTo>
                    <a:pt x="1084" y="1388"/>
                    <a:pt x="1106" y="1422"/>
                    <a:pt x="1129" y="1467"/>
                  </a:cubicBezTo>
                  <a:cubicBezTo>
                    <a:pt x="1140" y="1501"/>
                    <a:pt x="1151" y="1535"/>
                    <a:pt x="1163" y="1557"/>
                  </a:cubicBezTo>
                  <a:lnTo>
                    <a:pt x="1208" y="1636"/>
                  </a:lnTo>
                  <a:cubicBezTo>
                    <a:pt x="1208" y="1636"/>
                    <a:pt x="1208" y="1603"/>
                    <a:pt x="1208" y="1546"/>
                  </a:cubicBezTo>
                  <a:cubicBezTo>
                    <a:pt x="1196" y="1512"/>
                    <a:pt x="1196" y="1478"/>
                    <a:pt x="1196" y="1445"/>
                  </a:cubicBezTo>
                  <a:cubicBezTo>
                    <a:pt x="1185" y="1388"/>
                    <a:pt x="1174" y="1343"/>
                    <a:pt x="1163" y="1298"/>
                  </a:cubicBezTo>
                  <a:cubicBezTo>
                    <a:pt x="1151" y="1253"/>
                    <a:pt x="1151" y="1185"/>
                    <a:pt x="1129" y="1129"/>
                  </a:cubicBezTo>
                  <a:cubicBezTo>
                    <a:pt x="1106" y="1072"/>
                    <a:pt x="1117" y="1005"/>
                    <a:pt x="1084" y="948"/>
                  </a:cubicBezTo>
                  <a:cubicBezTo>
                    <a:pt x="1050" y="892"/>
                    <a:pt x="1084" y="790"/>
                    <a:pt x="1050" y="734"/>
                  </a:cubicBezTo>
                  <a:cubicBezTo>
                    <a:pt x="1005" y="677"/>
                    <a:pt x="971" y="632"/>
                    <a:pt x="926" y="576"/>
                  </a:cubicBezTo>
                  <a:cubicBezTo>
                    <a:pt x="892" y="519"/>
                    <a:pt x="768" y="531"/>
                    <a:pt x="722" y="474"/>
                  </a:cubicBezTo>
                  <a:cubicBezTo>
                    <a:pt x="689" y="429"/>
                    <a:pt x="564" y="440"/>
                    <a:pt x="531" y="395"/>
                  </a:cubicBezTo>
                  <a:cubicBezTo>
                    <a:pt x="440" y="316"/>
                    <a:pt x="361" y="249"/>
                    <a:pt x="271" y="181"/>
                  </a:cubicBezTo>
                  <a:cubicBezTo>
                    <a:pt x="181" y="113"/>
                    <a:pt x="91" y="57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1953300" y="4105075"/>
              <a:ext cx="21750" cy="37275"/>
            </a:xfrm>
            <a:custGeom>
              <a:avLst/>
              <a:gdLst/>
              <a:ahLst/>
              <a:cxnLst/>
              <a:rect l="l" t="t" r="r" b="b"/>
              <a:pathLst>
                <a:path w="870" h="1491" extrusionOk="0">
                  <a:moveTo>
                    <a:pt x="1" y="1"/>
                  </a:moveTo>
                  <a:lnTo>
                    <a:pt x="35" y="68"/>
                  </a:lnTo>
                  <a:cubicBezTo>
                    <a:pt x="69" y="114"/>
                    <a:pt x="114" y="159"/>
                    <a:pt x="159" y="226"/>
                  </a:cubicBezTo>
                  <a:cubicBezTo>
                    <a:pt x="182" y="260"/>
                    <a:pt x="204" y="294"/>
                    <a:pt x="238" y="328"/>
                  </a:cubicBezTo>
                  <a:cubicBezTo>
                    <a:pt x="261" y="373"/>
                    <a:pt x="283" y="418"/>
                    <a:pt x="317" y="452"/>
                  </a:cubicBezTo>
                  <a:cubicBezTo>
                    <a:pt x="373" y="531"/>
                    <a:pt x="441" y="621"/>
                    <a:pt x="486" y="712"/>
                  </a:cubicBezTo>
                  <a:cubicBezTo>
                    <a:pt x="531" y="802"/>
                    <a:pt x="588" y="892"/>
                    <a:pt x="633" y="994"/>
                  </a:cubicBezTo>
                  <a:cubicBezTo>
                    <a:pt x="655" y="1028"/>
                    <a:pt x="678" y="1073"/>
                    <a:pt x="701" y="1118"/>
                  </a:cubicBezTo>
                  <a:cubicBezTo>
                    <a:pt x="712" y="1152"/>
                    <a:pt x="734" y="1197"/>
                    <a:pt x="757" y="1231"/>
                  </a:cubicBezTo>
                  <a:cubicBezTo>
                    <a:pt x="791" y="1310"/>
                    <a:pt x="802" y="1366"/>
                    <a:pt x="836" y="1411"/>
                  </a:cubicBezTo>
                  <a:lnTo>
                    <a:pt x="870" y="1490"/>
                  </a:lnTo>
                  <a:cubicBezTo>
                    <a:pt x="870" y="1456"/>
                    <a:pt x="870" y="1422"/>
                    <a:pt x="870" y="1400"/>
                  </a:cubicBezTo>
                  <a:cubicBezTo>
                    <a:pt x="859" y="1332"/>
                    <a:pt x="859" y="1264"/>
                    <a:pt x="847" y="1197"/>
                  </a:cubicBezTo>
                  <a:cubicBezTo>
                    <a:pt x="836" y="1152"/>
                    <a:pt x="825" y="1107"/>
                    <a:pt x="813" y="1061"/>
                  </a:cubicBezTo>
                  <a:cubicBezTo>
                    <a:pt x="802" y="1016"/>
                    <a:pt x="791" y="971"/>
                    <a:pt x="768" y="926"/>
                  </a:cubicBezTo>
                  <a:cubicBezTo>
                    <a:pt x="746" y="870"/>
                    <a:pt x="723" y="824"/>
                    <a:pt x="701" y="768"/>
                  </a:cubicBezTo>
                  <a:cubicBezTo>
                    <a:pt x="678" y="723"/>
                    <a:pt x="655" y="678"/>
                    <a:pt x="622" y="633"/>
                  </a:cubicBezTo>
                  <a:cubicBezTo>
                    <a:pt x="588" y="587"/>
                    <a:pt x="565" y="542"/>
                    <a:pt x="531" y="486"/>
                  </a:cubicBezTo>
                  <a:cubicBezTo>
                    <a:pt x="497" y="441"/>
                    <a:pt x="464" y="407"/>
                    <a:pt x="430" y="362"/>
                  </a:cubicBezTo>
                  <a:cubicBezTo>
                    <a:pt x="362" y="294"/>
                    <a:pt x="294" y="226"/>
                    <a:pt x="227" y="159"/>
                  </a:cubicBezTo>
                  <a:cubicBezTo>
                    <a:pt x="170" y="114"/>
                    <a:pt x="114" y="80"/>
                    <a:pt x="57" y="4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1787150" y="4081000"/>
              <a:ext cx="164500" cy="139650"/>
            </a:xfrm>
            <a:custGeom>
              <a:avLst/>
              <a:gdLst/>
              <a:ahLst/>
              <a:cxnLst/>
              <a:rect l="l" t="t" r="r" b="b"/>
              <a:pathLst>
                <a:path w="6580" h="5586" extrusionOk="0">
                  <a:moveTo>
                    <a:pt x="5859" y="1"/>
                  </a:moveTo>
                  <a:cubicBezTo>
                    <a:pt x="5487" y="1"/>
                    <a:pt x="5119" y="31"/>
                    <a:pt x="4751" y="95"/>
                  </a:cubicBezTo>
                  <a:cubicBezTo>
                    <a:pt x="3070" y="377"/>
                    <a:pt x="1129" y="1054"/>
                    <a:pt x="407" y="2747"/>
                  </a:cubicBezTo>
                  <a:cubicBezTo>
                    <a:pt x="1" y="3672"/>
                    <a:pt x="57" y="4766"/>
                    <a:pt x="768" y="5410"/>
                  </a:cubicBezTo>
                  <a:lnTo>
                    <a:pt x="869" y="5489"/>
                  </a:lnTo>
                  <a:cubicBezTo>
                    <a:pt x="1050" y="5534"/>
                    <a:pt x="1231" y="5568"/>
                    <a:pt x="1422" y="5579"/>
                  </a:cubicBezTo>
                  <a:cubicBezTo>
                    <a:pt x="1489" y="5583"/>
                    <a:pt x="1555" y="5585"/>
                    <a:pt x="1621" y="5585"/>
                  </a:cubicBezTo>
                  <a:cubicBezTo>
                    <a:pt x="2604" y="5585"/>
                    <a:pt x="3506" y="5122"/>
                    <a:pt x="4289" y="4541"/>
                  </a:cubicBezTo>
                  <a:cubicBezTo>
                    <a:pt x="4796" y="4157"/>
                    <a:pt x="5225" y="3536"/>
                    <a:pt x="5552" y="3006"/>
                  </a:cubicBezTo>
                  <a:cubicBezTo>
                    <a:pt x="6060" y="2137"/>
                    <a:pt x="6579" y="1043"/>
                    <a:pt x="6365" y="72"/>
                  </a:cubicBezTo>
                  <a:cubicBezTo>
                    <a:pt x="6354" y="50"/>
                    <a:pt x="6331" y="38"/>
                    <a:pt x="6320" y="16"/>
                  </a:cubicBezTo>
                  <a:cubicBezTo>
                    <a:pt x="6165" y="6"/>
                    <a:pt x="6012" y="1"/>
                    <a:pt x="5859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1852875" y="4077725"/>
              <a:ext cx="97925" cy="98750"/>
            </a:xfrm>
            <a:custGeom>
              <a:avLst/>
              <a:gdLst/>
              <a:ahLst/>
              <a:cxnLst/>
              <a:rect l="l" t="t" r="r" b="b"/>
              <a:pathLst>
                <a:path w="3917" h="3950" extrusionOk="0">
                  <a:moveTo>
                    <a:pt x="3217" y="0"/>
                  </a:moveTo>
                  <a:cubicBezTo>
                    <a:pt x="2585" y="147"/>
                    <a:pt x="1930" y="169"/>
                    <a:pt x="1310" y="271"/>
                  </a:cubicBezTo>
                  <a:cubicBezTo>
                    <a:pt x="960" y="361"/>
                    <a:pt x="418" y="418"/>
                    <a:pt x="238" y="767"/>
                  </a:cubicBezTo>
                  <a:cubicBezTo>
                    <a:pt x="1" y="1185"/>
                    <a:pt x="328" y="1760"/>
                    <a:pt x="779" y="1828"/>
                  </a:cubicBezTo>
                  <a:cubicBezTo>
                    <a:pt x="576" y="1918"/>
                    <a:pt x="238" y="2144"/>
                    <a:pt x="283" y="2392"/>
                  </a:cubicBezTo>
                  <a:cubicBezTo>
                    <a:pt x="328" y="2731"/>
                    <a:pt x="757" y="2765"/>
                    <a:pt x="983" y="2855"/>
                  </a:cubicBezTo>
                  <a:cubicBezTo>
                    <a:pt x="937" y="3002"/>
                    <a:pt x="768" y="3352"/>
                    <a:pt x="892" y="3509"/>
                  </a:cubicBezTo>
                  <a:cubicBezTo>
                    <a:pt x="937" y="3562"/>
                    <a:pt x="986" y="3583"/>
                    <a:pt x="1036" y="3583"/>
                  </a:cubicBezTo>
                  <a:cubicBezTo>
                    <a:pt x="1134" y="3583"/>
                    <a:pt x="1235" y="3498"/>
                    <a:pt x="1310" y="3408"/>
                  </a:cubicBezTo>
                  <a:lnTo>
                    <a:pt x="1310" y="3408"/>
                  </a:lnTo>
                  <a:cubicBezTo>
                    <a:pt x="1186" y="3611"/>
                    <a:pt x="1310" y="3882"/>
                    <a:pt x="1547" y="3927"/>
                  </a:cubicBezTo>
                  <a:cubicBezTo>
                    <a:pt x="1598" y="3943"/>
                    <a:pt x="1653" y="3950"/>
                    <a:pt x="1709" y="3950"/>
                  </a:cubicBezTo>
                  <a:cubicBezTo>
                    <a:pt x="2183" y="3950"/>
                    <a:pt x="2798" y="3442"/>
                    <a:pt x="3070" y="3160"/>
                  </a:cubicBezTo>
                  <a:cubicBezTo>
                    <a:pt x="3747" y="2471"/>
                    <a:pt x="3736" y="1185"/>
                    <a:pt x="3916" y="350"/>
                  </a:cubicBezTo>
                  <a:lnTo>
                    <a:pt x="3217" y="0"/>
                  </a:ln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1808875" y="4082800"/>
              <a:ext cx="149825" cy="150650"/>
            </a:xfrm>
            <a:custGeom>
              <a:avLst/>
              <a:gdLst/>
              <a:ahLst/>
              <a:cxnLst/>
              <a:rect l="l" t="t" r="r" b="b"/>
              <a:pathLst>
                <a:path w="5993" h="6026" extrusionOk="0">
                  <a:moveTo>
                    <a:pt x="5485" y="0"/>
                  </a:moveTo>
                  <a:lnTo>
                    <a:pt x="5485" y="0"/>
                  </a:lnTo>
                  <a:cubicBezTo>
                    <a:pt x="5710" y="971"/>
                    <a:pt x="5191" y="2077"/>
                    <a:pt x="4683" y="2934"/>
                  </a:cubicBezTo>
                  <a:cubicBezTo>
                    <a:pt x="4356" y="3464"/>
                    <a:pt x="3927" y="4085"/>
                    <a:pt x="3408" y="4469"/>
                  </a:cubicBezTo>
                  <a:cubicBezTo>
                    <a:pt x="2626" y="5050"/>
                    <a:pt x="1724" y="5513"/>
                    <a:pt x="741" y="5513"/>
                  </a:cubicBezTo>
                  <a:cubicBezTo>
                    <a:pt x="675" y="5513"/>
                    <a:pt x="609" y="5511"/>
                    <a:pt x="542" y="5507"/>
                  </a:cubicBezTo>
                  <a:cubicBezTo>
                    <a:pt x="362" y="5496"/>
                    <a:pt x="181" y="5462"/>
                    <a:pt x="0" y="5417"/>
                  </a:cubicBezTo>
                  <a:lnTo>
                    <a:pt x="0" y="5417"/>
                  </a:lnTo>
                  <a:cubicBezTo>
                    <a:pt x="442" y="5764"/>
                    <a:pt x="1039" y="6025"/>
                    <a:pt x="1598" y="6025"/>
                  </a:cubicBezTo>
                  <a:cubicBezTo>
                    <a:pt x="1711" y="6025"/>
                    <a:pt x="1822" y="6015"/>
                    <a:pt x="1930" y="5992"/>
                  </a:cubicBezTo>
                  <a:cubicBezTo>
                    <a:pt x="2912" y="5823"/>
                    <a:pt x="3442" y="5552"/>
                    <a:pt x="4266" y="4943"/>
                  </a:cubicBezTo>
                  <a:cubicBezTo>
                    <a:pt x="4808" y="4536"/>
                    <a:pt x="5417" y="3543"/>
                    <a:pt x="5620" y="2855"/>
                  </a:cubicBezTo>
                  <a:cubicBezTo>
                    <a:pt x="5846" y="2110"/>
                    <a:pt x="5992" y="598"/>
                    <a:pt x="54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1918625" y="4070950"/>
              <a:ext cx="25975" cy="73650"/>
            </a:xfrm>
            <a:custGeom>
              <a:avLst/>
              <a:gdLst/>
              <a:ahLst/>
              <a:cxnLst/>
              <a:rect l="l" t="t" r="r" b="b"/>
              <a:pathLst>
                <a:path w="1039" h="2946" extrusionOk="0">
                  <a:moveTo>
                    <a:pt x="1027" y="0"/>
                  </a:moveTo>
                  <a:cubicBezTo>
                    <a:pt x="1027" y="0"/>
                    <a:pt x="1027" y="57"/>
                    <a:pt x="1004" y="136"/>
                  </a:cubicBezTo>
                  <a:cubicBezTo>
                    <a:pt x="993" y="226"/>
                    <a:pt x="970" y="350"/>
                    <a:pt x="937" y="497"/>
                  </a:cubicBezTo>
                  <a:cubicBezTo>
                    <a:pt x="914" y="643"/>
                    <a:pt x="869" y="813"/>
                    <a:pt x="835" y="993"/>
                  </a:cubicBezTo>
                  <a:cubicBezTo>
                    <a:pt x="812" y="1084"/>
                    <a:pt x="779" y="1163"/>
                    <a:pt x="756" y="1264"/>
                  </a:cubicBezTo>
                  <a:cubicBezTo>
                    <a:pt x="734" y="1354"/>
                    <a:pt x="711" y="1445"/>
                    <a:pt x="677" y="1546"/>
                  </a:cubicBezTo>
                  <a:cubicBezTo>
                    <a:pt x="655" y="1636"/>
                    <a:pt x="621" y="1738"/>
                    <a:pt x="587" y="1828"/>
                  </a:cubicBezTo>
                  <a:cubicBezTo>
                    <a:pt x="564" y="1919"/>
                    <a:pt x="530" y="2009"/>
                    <a:pt x="497" y="2088"/>
                  </a:cubicBezTo>
                  <a:cubicBezTo>
                    <a:pt x="463" y="2178"/>
                    <a:pt x="429" y="2268"/>
                    <a:pt x="395" y="2336"/>
                  </a:cubicBezTo>
                  <a:cubicBezTo>
                    <a:pt x="350" y="2404"/>
                    <a:pt x="316" y="2483"/>
                    <a:pt x="282" y="2551"/>
                  </a:cubicBezTo>
                  <a:cubicBezTo>
                    <a:pt x="248" y="2607"/>
                    <a:pt x="214" y="2663"/>
                    <a:pt x="181" y="2720"/>
                  </a:cubicBezTo>
                  <a:cubicBezTo>
                    <a:pt x="147" y="2765"/>
                    <a:pt x="124" y="2799"/>
                    <a:pt x="90" y="2844"/>
                  </a:cubicBezTo>
                  <a:lnTo>
                    <a:pt x="0" y="2945"/>
                  </a:lnTo>
                  <a:cubicBezTo>
                    <a:pt x="0" y="2945"/>
                    <a:pt x="45" y="2923"/>
                    <a:pt x="102" y="2855"/>
                  </a:cubicBezTo>
                  <a:cubicBezTo>
                    <a:pt x="147" y="2821"/>
                    <a:pt x="181" y="2787"/>
                    <a:pt x="214" y="2742"/>
                  </a:cubicBezTo>
                  <a:cubicBezTo>
                    <a:pt x="271" y="2697"/>
                    <a:pt x="316" y="2641"/>
                    <a:pt x="350" y="2584"/>
                  </a:cubicBezTo>
                  <a:cubicBezTo>
                    <a:pt x="406" y="2517"/>
                    <a:pt x="451" y="2449"/>
                    <a:pt x="497" y="2381"/>
                  </a:cubicBezTo>
                  <a:cubicBezTo>
                    <a:pt x="542" y="2302"/>
                    <a:pt x="587" y="2223"/>
                    <a:pt x="621" y="2133"/>
                  </a:cubicBezTo>
                  <a:cubicBezTo>
                    <a:pt x="666" y="2054"/>
                    <a:pt x="700" y="1952"/>
                    <a:pt x="734" y="1873"/>
                  </a:cubicBezTo>
                  <a:cubicBezTo>
                    <a:pt x="779" y="1783"/>
                    <a:pt x="801" y="1682"/>
                    <a:pt x="835" y="1591"/>
                  </a:cubicBezTo>
                  <a:cubicBezTo>
                    <a:pt x="891" y="1400"/>
                    <a:pt x="937" y="1208"/>
                    <a:pt x="970" y="1016"/>
                  </a:cubicBezTo>
                  <a:cubicBezTo>
                    <a:pt x="1004" y="847"/>
                    <a:pt x="1016" y="677"/>
                    <a:pt x="1027" y="497"/>
                  </a:cubicBezTo>
                  <a:cubicBezTo>
                    <a:pt x="1038" y="339"/>
                    <a:pt x="1038" y="170"/>
                    <a:pt x="10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1913525" y="4078550"/>
              <a:ext cx="28800" cy="51950"/>
            </a:xfrm>
            <a:custGeom>
              <a:avLst/>
              <a:gdLst/>
              <a:ahLst/>
              <a:cxnLst/>
              <a:rect l="l" t="t" r="r" b="b"/>
              <a:pathLst>
                <a:path w="1152" h="2078" extrusionOk="0">
                  <a:moveTo>
                    <a:pt x="1152" y="1"/>
                  </a:moveTo>
                  <a:lnTo>
                    <a:pt x="1107" y="91"/>
                  </a:lnTo>
                  <a:cubicBezTo>
                    <a:pt x="1073" y="148"/>
                    <a:pt x="1050" y="238"/>
                    <a:pt x="994" y="339"/>
                  </a:cubicBezTo>
                  <a:cubicBezTo>
                    <a:pt x="971" y="385"/>
                    <a:pt x="949" y="441"/>
                    <a:pt x="926" y="497"/>
                  </a:cubicBezTo>
                  <a:cubicBezTo>
                    <a:pt x="892" y="565"/>
                    <a:pt x="859" y="622"/>
                    <a:pt x="836" y="678"/>
                  </a:cubicBezTo>
                  <a:cubicBezTo>
                    <a:pt x="768" y="802"/>
                    <a:pt x="701" y="938"/>
                    <a:pt x="622" y="1062"/>
                  </a:cubicBezTo>
                  <a:cubicBezTo>
                    <a:pt x="543" y="1186"/>
                    <a:pt x="475" y="1310"/>
                    <a:pt x="396" y="1434"/>
                  </a:cubicBezTo>
                  <a:cubicBezTo>
                    <a:pt x="328" y="1547"/>
                    <a:pt x="249" y="1660"/>
                    <a:pt x="193" y="1761"/>
                  </a:cubicBezTo>
                  <a:cubicBezTo>
                    <a:pt x="136" y="1852"/>
                    <a:pt x="91" y="1931"/>
                    <a:pt x="57" y="1987"/>
                  </a:cubicBezTo>
                  <a:cubicBezTo>
                    <a:pt x="23" y="2043"/>
                    <a:pt x="1" y="2077"/>
                    <a:pt x="1" y="2077"/>
                  </a:cubicBezTo>
                  <a:cubicBezTo>
                    <a:pt x="1" y="2077"/>
                    <a:pt x="35" y="2055"/>
                    <a:pt x="80" y="2010"/>
                  </a:cubicBezTo>
                  <a:cubicBezTo>
                    <a:pt x="148" y="1942"/>
                    <a:pt x="204" y="1885"/>
                    <a:pt x="272" y="1818"/>
                  </a:cubicBezTo>
                  <a:cubicBezTo>
                    <a:pt x="362" y="1716"/>
                    <a:pt x="441" y="1615"/>
                    <a:pt x="520" y="1513"/>
                  </a:cubicBezTo>
                  <a:cubicBezTo>
                    <a:pt x="599" y="1400"/>
                    <a:pt x="678" y="1276"/>
                    <a:pt x="768" y="1141"/>
                  </a:cubicBezTo>
                  <a:cubicBezTo>
                    <a:pt x="802" y="1084"/>
                    <a:pt x="836" y="994"/>
                    <a:pt x="870" y="938"/>
                  </a:cubicBezTo>
                  <a:cubicBezTo>
                    <a:pt x="904" y="881"/>
                    <a:pt x="938" y="802"/>
                    <a:pt x="960" y="746"/>
                  </a:cubicBezTo>
                  <a:cubicBezTo>
                    <a:pt x="983" y="678"/>
                    <a:pt x="1016" y="610"/>
                    <a:pt x="1039" y="554"/>
                  </a:cubicBezTo>
                  <a:cubicBezTo>
                    <a:pt x="1050" y="486"/>
                    <a:pt x="1073" y="430"/>
                    <a:pt x="1084" y="373"/>
                  </a:cubicBezTo>
                  <a:cubicBezTo>
                    <a:pt x="1107" y="283"/>
                    <a:pt x="1129" y="193"/>
                    <a:pt x="1141" y="103"/>
                  </a:cubicBezTo>
                  <a:lnTo>
                    <a:pt x="1152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1911550" y="4074325"/>
              <a:ext cx="33050" cy="40650"/>
            </a:xfrm>
            <a:custGeom>
              <a:avLst/>
              <a:gdLst/>
              <a:ahLst/>
              <a:cxnLst/>
              <a:rect l="l" t="t" r="r" b="b"/>
              <a:pathLst>
                <a:path w="1322" h="1626" extrusionOk="0">
                  <a:moveTo>
                    <a:pt x="1321" y="1"/>
                  </a:moveTo>
                  <a:cubicBezTo>
                    <a:pt x="1321" y="1"/>
                    <a:pt x="1220" y="91"/>
                    <a:pt x="1095" y="238"/>
                  </a:cubicBezTo>
                  <a:lnTo>
                    <a:pt x="1005" y="362"/>
                  </a:lnTo>
                  <a:cubicBezTo>
                    <a:pt x="971" y="418"/>
                    <a:pt x="926" y="452"/>
                    <a:pt x="892" y="508"/>
                  </a:cubicBezTo>
                  <a:cubicBezTo>
                    <a:pt x="813" y="599"/>
                    <a:pt x="734" y="700"/>
                    <a:pt x="655" y="802"/>
                  </a:cubicBezTo>
                  <a:cubicBezTo>
                    <a:pt x="565" y="903"/>
                    <a:pt x="486" y="1005"/>
                    <a:pt x="418" y="1095"/>
                  </a:cubicBezTo>
                  <a:cubicBezTo>
                    <a:pt x="373" y="1152"/>
                    <a:pt x="339" y="1197"/>
                    <a:pt x="306" y="1242"/>
                  </a:cubicBezTo>
                  <a:cubicBezTo>
                    <a:pt x="272" y="1287"/>
                    <a:pt x="238" y="1321"/>
                    <a:pt x="204" y="1366"/>
                  </a:cubicBezTo>
                  <a:cubicBezTo>
                    <a:pt x="80" y="1513"/>
                    <a:pt x="1" y="1626"/>
                    <a:pt x="1" y="1626"/>
                  </a:cubicBezTo>
                  <a:cubicBezTo>
                    <a:pt x="91" y="1558"/>
                    <a:pt x="181" y="1490"/>
                    <a:pt x="272" y="1423"/>
                  </a:cubicBezTo>
                  <a:cubicBezTo>
                    <a:pt x="306" y="1389"/>
                    <a:pt x="351" y="1355"/>
                    <a:pt x="396" y="1321"/>
                  </a:cubicBezTo>
                  <a:cubicBezTo>
                    <a:pt x="430" y="1276"/>
                    <a:pt x="475" y="1242"/>
                    <a:pt x="520" y="1197"/>
                  </a:cubicBezTo>
                  <a:cubicBezTo>
                    <a:pt x="599" y="1107"/>
                    <a:pt x="701" y="1005"/>
                    <a:pt x="780" y="903"/>
                  </a:cubicBezTo>
                  <a:cubicBezTo>
                    <a:pt x="859" y="802"/>
                    <a:pt x="938" y="689"/>
                    <a:pt x="1005" y="587"/>
                  </a:cubicBezTo>
                  <a:cubicBezTo>
                    <a:pt x="1073" y="497"/>
                    <a:pt x="1129" y="396"/>
                    <a:pt x="1174" y="294"/>
                  </a:cubicBezTo>
                  <a:cubicBezTo>
                    <a:pt x="1231" y="193"/>
                    <a:pt x="1276" y="102"/>
                    <a:pt x="1321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1797875" y="3978550"/>
              <a:ext cx="149825" cy="114775"/>
            </a:xfrm>
            <a:custGeom>
              <a:avLst/>
              <a:gdLst/>
              <a:ahLst/>
              <a:cxnLst/>
              <a:rect l="l" t="t" r="r" b="b"/>
              <a:pathLst>
                <a:path w="5993" h="4591" extrusionOk="0">
                  <a:moveTo>
                    <a:pt x="1500" y="1"/>
                  </a:moveTo>
                  <a:cubicBezTo>
                    <a:pt x="1403" y="1"/>
                    <a:pt x="1306" y="6"/>
                    <a:pt x="1208" y="18"/>
                  </a:cubicBezTo>
                  <a:cubicBezTo>
                    <a:pt x="779" y="74"/>
                    <a:pt x="384" y="277"/>
                    <a:pt x="102" y="593"/>
                  </a:cubicBezTo>
                  <a:cubicBezTo>
                    <a:pt x="34" y="774"/>
                    <a:pt x="0" y="966"/>
                    <a:pt x="12" y="1169"/>
                  </a:cubicBezTo>
                  <a:cubicBezTo>
                    <a:pt x="57" y="2015"/>
                    <a:pt x="429" y="2715"/>
                    <a:pt x="982" y="3358"/>
                  </a:cubicBezTo>
                  <a:cubicBezTo>
                    <a:pt x="1625" y="4080"/>
                    <a:pt x="2562" y="4464"/>
                    <a:pt x="3510" y="4565"/>
                  </a:cubicBezTo>
                  <a:cubicBezTo>
                    <a:pt x="3707" y="4582"/>
                    <a:pt x="3905" y="4591"/>
                    <a:pt x="4101" y="4591"/>
                  </a:cubicBezTo>
                  <a:cubicBezTo>
                    <a:pt x="4297" y="4591"/>
                    <a:pt x="4492" y="4582"/>
                    <a:pt x="4683" y="4565"/>
                  </a:cubicBezTo>
                  <a:cubicBezTo>
                    <a:pt x="5135" y="4509"/>
                    <a:pt x="5575" y="4385"/>
                    <a:pt x="5992" y="4204"/>
                  </a:cubicBezTo>
                  <a:cubicBezTo>
                    <a:pt x="5947" y="4103"/>
                    <a:pt x="5834" y="3832"/>
                    <a:pt x="5834" y="3832"/>
                  </a:cubicBezTo>
                  <a:cubicBezTo>
                    <a:pt x="5631" y="3380"/>
                    <a:pt x="5394" y="2940"/>
                    <a:pt x="5112" y="2523"/>
                  </a:cubicBezTo>
                  <a:cubicBezTo>
                    <a:pt x="4348" y="1366"/>
                    <a:pt x="3016" y="1"/>
                    <a:pt x="1500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1855425" y="4017125"/>
              <a:ext cx="98750" cy="81150"/>
            </a:xfrm>
            <a:custGeom>
              <a:avLst/>
              <a:gdLst/>
              <a:ahLst/>
              <a:cxnLst/>
              <a:rect l="l" t="t" r="r" b="b"/>
              <a:pathLst>
                <a:path w="3950" h="3246" extrusionOk="0">
                  <a:moveTo>
                    <a:pt x="1809" y="1"/>
                  </a:moveTo>
                  <a:cubicBezTo>
                    <a:pt x="1505" y="1"/>
                    <a:pt x="1073" y="216"/>
                    <a:pt x="1377" y="540"/>
                  </a:cubicBezTo>
                  <a:cubicBezTo>
                    <a:pt x="1338" y="533"/>
                    <a:pt x="1291" y="530"/>
                    <a:pt x="1240" y="530"/>
                  </a:cubicBezTo>
                  <a:cubicBezTo>
                    <a:pt x="934" y="530"/>
                    <a:pt x="478" y="654"/>
                    <a:pt x="768" y="1002"/>
                  </a:cubicBezTo>
                  <a:cubicBezTo>
                    <a:pt x="203" y="1126"/>
                    <a:pt x="102" y="1770"/>
                    <a:pt x="711" y="1973"/>
                  </a:cubicBezTo>
                  <a:cubicBezTo>
                    <a:pt x="0" y="1973"/>
                    <a:pt x="553" y="2842"/>
                    <a:pt x="881" y="3011"/>
                  </a:cubicBezTo>
                  <a:cubicBezTo>
                    <a:pt x="1199" y="3181"/>
                    <a:pt x="1534" y="3246"/>
                    <a:pt x="1876" y="3246"/>
                  </a:cubicBezTo>
                  <a:cubicBezTo>
                    <a:pt x="2574" y="3246"/>
                    <a:pt x="3298" y="2975"/>
                    <a:pt x="3950" y="2785"/>
                  </a:cubicBezTo>
                  <a:lnTo>
                    <a:pt x="3950" y="2785"/>
                  </a:lnTo>
                  <a:cubicBezTo>
                    <a:pt x="3949" y="2785"/>
                    <a:pt x="3948" y="2786"/>
                    <a:pt x="3947" y="2786"/>
                  </a:cubicBezTo>
                  <a:cubicBezTo>
                    <a:pt x="3851" y="2786"/>
                    <a:pt x="3374" y="1577"/>
                    <a:pt x="3295" y="1454"/>
                  </a:cubicBezTo>
                  <a:cubicBezTo>
                    <a:pt x="2934" y="833"/>
                    <a:pt x="2720" y="145"/>
                    <a:pt x="1907" y="9"/>
                  </a:cubicBezTo>
                  <a:cubicBezTo>
                    <a:pt x="1877" y="4"/>
                    <a:pt x="1844" y="1"/>
                    <a:pt x="1809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1780375" y="3993075"/>
              <a:ext cx="167600" cy="114425"/>
            </a:xfrm>
            <a:custGeom>
              <a:avLst/>
              <a:gdLst/>
              <a:ahLst/>
              <a:cxnLst/>
              <a:rect l="l" t="t" r="r" b="b"/>
              <a:pathLst>
                <a:path w="6704" h="4577" extrusionOk="0">
                  <a:moveTo>
                    <a:pt x="791" y="1"/>
                  </a:moveTo>
                  <a:cubicBezTo>
                    <a:pt x="542" y="272"/>
                    <a:pt x="373" y="588"/>
                    <a:pt x="305" y="949"/>
                  </a:cubicBezTo>
                  <a:cubicBezTo>
                    <a:pt x="1" y="2438"/>
                    <a:pt x="1389" y="4063"/>
                    <a:pt x="2777" y="4379"/>
                  </a:cubicBezTo>
                  <a:cubicBezTo>
                    <a:pt x="3256" y="4500"/>
                    <a:pt x="3756" y="4576"/>
                    <a:pt x="4250" y="4576"/>
                  </a:cubicBezTo>
                  <a:cubicBezTo>
                    <a:pt x="5142" y="4576"/>
                    <a:pt x="6014" y="4328"/>
                    <a:pt x="6704" y="3646"/>
                  </a:cubicBezTo>
                  <a:cubicBezTo>
                    <a:pt x="6692" y="3634"/>
                    <a:pt x="6692" y="3623"/>
                    <a:pt x="6681" y="3612"/>
                  </a:cubicBezTo>
                  <a:cubicBezTo>
                    <a:pt x="6275" y="3804"/>
                    <a:pt x="5835" y="3928"/>
                    <a:pt x="5383" y="3973"/>
                  </a:cubicBezTo>
                  <a:cubicBezTo>
                    <a:pt x="5186" y="3990"/>
                    <a:pt x="4991" y="3998"/>
                    <a:pt x="4797" y="3998"/>
                  </a:cubicBezTo>
                  <a:cubicBezTo>
                    <a:pt x="4602" y="3998"/>
                    <a:pt x="4407" y="3990"/>
                    <a:pt x="4210" y="3973"/>
                  </a:cubicBezTo>
                  <a:cubicBezTo>
                    <a:pt x="3262" y="3871"/>
                    <a:pt x="2325" y="3499"/>
                    <a:pt x="1682" y="2765"/>
                  </a:cubicBezTo>
                  <a:cubicBezTo>
                    <a:pt x="1118" y="2134"/>
                    <a:pt x="746" y="1434"/>
                    <a:pt x="700" y="576"/>
                  </a:cubicBezTo>
                  <a:cubicBezTo>
                    <a:pt x="700" y="385"/>
                    <a:pt x="723" y="181"/>
                    <a:pt x="7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1865850" y="4078850"/>
              <a:ext cx="83250" cy="11575"/>
            </a:xfrm>
            <a:custGeom>
              <a:avLst/>
              <a:gdLst/>
              <a:ahLst/>
              <a:cxnLst/>
              <a:rect l="l" t="t" r="r" b="b"/>
              <a:pathLst>
                <a:path w="3330" h="463" extrusionOk="0">
                  <a:moveTo>
                    <a:pt x="1" y="0"/>
                  </a:moveTo>
                  <a:cubicBezTo>
                    <a:pt x="1" y="0"/>
                    <a:pt x="204" y="79"/>
                    <a:pt x="509" y="181"/>
                  </a:cubicBezTo>
                  <a:cubicBezTo>
                    <a:pt x="655" y="226"/>
                    <a:pt x="836" y="271"/>
                    <a:pt x="1028" y="316"/>
                  </a:cubicBezTo>
                  <a:cubicBezTo>
                    <a:pt x="1231" y="373"/>
                    <a:pt x="1434" y="406"/>
                    <a:pt x="1648" y="429"/>
                  </a:cubicBezTo>
                  <a:cubicBezTo>
                    <a:pt x="1761" y="440"/>
                    <a:pt x="1874" y="463"/>
                    <a:pt x="1976" y="463"/>
                  </a:cubicBezTo>
                  <a:lnTo>
                    <a:pt x="2280" y="463"/>
                  </a:lnTo>
                  <a:cubicBezTo>
                    <a:pt x="2382" y="463"/>
                    <a:pt x="2483" y="452"/>
                    <a:pt x="2574" y="452"/>
                  </a:cubicBezTo>
                  <a:cubicBezTo>
                    <a:pt x="2664" y="440"/>
                    <a:pt x="2743" y="418"/>
                    <a:pt x="2833" y="406"/>
                  </a:cubicBezTo>
                  <a:cubicBezTo>
                    <a:pt x="2901" y="384"/>
                    <a:pt x="2980" y="373"/>
                    <a:pt x="3048" y="339"/>
                  </a:cubicBezTo>
                  <a:cubicBezTo>
                    <a:pt x="3104" y="327"/>
                    <a:pt x="3149" y="305"/>
                    <a:pt x="3206" y="282"/>
                  </a:cubicBezTo>
                  <a:cubicBezTo>
                    <a:pt x="3285" y="237"/>
                    <a:pt x="3330" y="215"/>
                    <a:pt x="3330" y="215"/>
                  </a:cubicBezTo>
                  <a:lnTo>
                    <a:pt x="3330" y="215"/>
                  </a:lnTo>
                  <a:lnTo>
                    <a:pt x="3194" y="248"/>
                  </a:lnTo>
                  <a:cubicBezTo>
                    <a:pt x="3138" y="271"/>
                    <a:pt x="3081" y="271"/>
                    <a:pt x="3025" y="294"/>
                  </a:cubicBezTo>
                  <a:cubicBezTo>
                    <a:pt x="2957" y="305"/>
                    <a:pt x="2890" y="305"/>
                    <a:pt x="2811" y="316"/>
                  </a:cubicBezTo>
                  <a:cubicBezTo>
                    <a:pt x="2732" y="327"/>
                    <a:pt x="2653" y="327"/>
                    <a:pt x="2562" y="327"/>
                  </a:cubicBezTo>
                  <a:lnTo>
                    <a:pt x="2280" y="327"/>
                  </a:lnTo>
                  <a:cubicBezTo>
                    <a:pt x="2179" y="327"/>
                    <a:pt x="2077" y="316"/>
                    <a:pt x="1976" y="305"/>
                  </a:cubicBezTo>
                  <a:cubicBezTo>
                    <a:pt x="1874" y="305"/>
                    <a:pt x="1773" y="282"/>
                    <a:pt x="1671" y="271"/>
                  </a:cubicBezTo>
                  <a:cubicBezTo>
                    <a:pt x="1457" y="248"/>
                    <a:pt x="1253" y="215"/>
                    <a:pt x="1062" y="181"/>
                  </a:cubicBezTo>
                  <a:lnTo>
                    <a:pt x="531" y="91"/>
                  </a:lnTo>
                  <a:lnTo>
                    <a:pt x="148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1866150" y="4063050"/>
              <a:ext cx="78725" cy="21750"/>
            </a:xfrm>
            <a:custGeom>
              <a:avLst/>
              <a:gdLst/>
              <a:ahLst/>
              <a:cxnLst/>
              <a:rect l="l" t="t" r="r" b="b"/>
              <a:pathLst>
                <a:path w="3149" h="870" extrusionOk="0">
                  <a:moveTo>
                    <a:pt x="0" y="0"/>
                  </a:moveTo>
                  <a:cubicBezTo>
                    <a:pt x="0" y="0"/>
                    <a:pt x="181" y="124"/>
                    <a:pt x="452" y="260"/>
                  </a:cubicBezTo>
                  <a:cubicBezTo>
                    <a:pt x="598" y="328"/>
                    <a:pt x="756" y="418"/>
                    <a:pt x="937" y="486"/>
                  </a:cubicBezTo>
                  <a:cubicBezTo>
                    <a:pt x="1106" y="553"/>
                    <a:pt x="1298" y="632"/>
                    <a:pt x="1501" y="700"/>
                  </a:cubicBezTo>
                  <a:cubicBezTo>
                    <a:pt x="1603" y="723"/>
                    <a:pt x="1704" y="756"/>
                    <a:pt x="1806" y="779"/>
                  </a:cubicBezTo>
                  <a:cubicBezTo>
                    <a:pt x="1896" y="802"/>
                    <a:pt x="1997" y="824"/>
                    <a:pt x="2099" y="835"/>
                  </a:cubicBezTo>
                  <a:cubicBezTo>
                    <a:pt x="2189" y="858"/>
                    <a:pt x="2291" y="858"/>
                    <a:pt x="2381" y="869"/>
                  </a:cubicBezTo>
                  <a:lnTo>
                    <a:pt x="2629" y="869"/>
                  </a:lnTo>
                  <a:cubicBezTo>
                    <a:pt x="2708" y="869"/>
                    <a:pt x="2776" y="858"/>
                    <a:pt x="2844" y="847"/>
                  </a:cubicBezTo>
                  <a:cubicBezTo>
                    <a:pt x="2900" y="835"/>
                    <a:pt x="2957" y="824"/>
                    <a:pt x="3013" y="813"/>
                  </a:cubicBezTo>
                  <a:cubicBezTo>
                    <a:pt x="3103" y="790"/>
                    <a:pt x="3148" y="768"/>
                    <a:pt x="3148" y="768"/>
                  </a:cubicBezTo>
                  <a:lnTo>
                    <a:pt x="3148" y="768"/>
                  </a:lnTo>
                  <a:cubicBezTo>
                    <a:pt x="3148" y="768"/>
                    <a:pt x="3092" y="768"/>
                    <a:pt x="3013" y="790"/>
                  </a:cubicBezTo>
                  <a:lnTo>
                    <a:pt x="2844" y="790"/>
                  </a:lnTo>
                  <a:cubicBezTo>
                    <a:pt x="2787" y="790"/>
                    <a:pt x="2720" y="779"/>
                    <a:pt x="2641" y="779"/>
                  </a:cubicBezTo>
                  <a:cubicBezTo>
                    <a:pt x="2573" y="779"/>
                    <a:pt x="2483" y="756"/>
                    <a:pt x="2404" y="745"/>
                  </a:cubicBezTo>
                  <a:cubicBezTo>
                    <a:pt x="2313" y="734"/>
                    <a:pt x="2223" y="711"/>
                    <a:pt x="2133" y="700"/>
                  </a:cubicBezTo>
                  <a:cubicBezTo>
                    <a:pt x="2043" y="677"/>
                    <a:pt x="1941" y="655"/>
                    <a:pt x="1851" y="621"/>
                  </a:cubicBezTo>
                  <a:cubicBezTo>
                    <a:pt x="1749" y="598"/>
                    <a:pt x="1659" y="576"/>
                    <a:pt x="1557" y="542"/>
                  </a:cubicBezTo>
                  <a:cubicBezTo>
                    <a:pt x="1366" y="486"/>
                    <a:pt x="1174" y="418"/>
                    <a:pt x="993" y="350"/>
                  </a:cubicBezTo>
                  <a:cubicBezTo>
                    <a:pt x="813" y="282"/>
                    <a:pt x="643" y="226"/>
                    <a:pt x="497" y="170"/>
                  </a:cubicBezTo>
                  <a:cubicBezTo>
                    <a:pt x="350" y="124"/>
                    <a:pt x="237" y="79"/>
                    <a:pt x="147" y="45"/>
                  </a:cubicBezTo>
                  <a:cubicBezTo>
                    <a:pt x="57" y="2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1896050" y="4061350"/>
              <a:ext cx="46275" cy="20350"/>
            </a:xfrm>
            <a:custGeom>
              <a:avLst/>
              <a:gdLst/>
              <a:ahLst/>
              <a:cxnLst/>
              <a:rect l="l" t="t" r="r" b="b"/>
              <a:pathLst>
                <a:path w="1851" h="814" extrusionOk="0">
                  <a:moveTo>
                    <a:pt x="0" y="1"/>
                  </a:moveTo>
                  <a:lnTo>
                    <a:pt x="0" y="1"/>
                  </a:lnTo>
                  <a:cubicBezTo>
                    <a:pt x="23" y="23"/>
                    <a:pt x="45" y="57"/>
                    <a:pt x="68" y="80"/>
                  </a:cubicBezTo>
                  <a:cubicBezTo>
                    <a:pt x="113" y="136"/>
                    <a:pt x="170" y="192"/>
                    <a:pt x="226" y="249"/>
                  </a:cubicBezTo>
                  <a:cubicBezTo>
                    <a:pt x="271" y="271"/>
                    <a:pt x="305" y="328"/>
                    <a:pt x="350" y="362"/>
                  </a:cubicBezTo>
                  <a:cubicBezTo>
                    <a:pt x="395" y="396"/>
                    <a:pt x="418" y="486"/>
                    <a:pt x="474" y="508"/>
                  </a:cubicBezTo>
                  <a:cubicBezTo>
                    <a:pt x="519" y="542"/>
                    <a:pt x="531" y="689"/>
                    <a:pt x="587" y="712"/>
                  </a:cubicBezTo>
                  <a:lnTo>
                    <a:pt x="756" y="791"/>
                  </a:lnTo>
                  <a:cubicBezTo>
                    <a:pt x="785" y="801"/>
                    <a:pt x="817" y="805"/>
                    <a:pt x="850" y="805"/>
                  </a:cubicBezTo>
                  <a:cubicBezTo>
                    <a:pt x="931" y="805"/>
                    <a:pt x="1020" y="782"/>
                    <a:pt x="1100" y="782"/>
                  </a:cubicBezTo>
                  <a:cubicBezTo>
                    <a:pt x="1126" y="782"/>
                    <a:pt x="1151" y="784"/>
                    <a:pt x="1174" y="791"/>
                  </a:cubicBezTo>
                  <a:cubicBezTo>
                    <a:pt x="1192" y="796"/>
                    <a:pt x="1211" y="798"/>
                    <a:pt x="1231" y="798"/>
                  </a:cubicBezTo>
                  <a:cubicBezTo>
                    <a:pt x="1322" y="798"/>
                    <a:pt x="1426" y="753"/>
                    <a:pt x="1502" y="753"/>
                  </a:cubicBezTo>
                  <a:cubicBezTo>
                    <a:pt x="1514" y="753"/>
                    <a:pt x="1525" y="754"/>
                    <a:pt x="1535" y="757"/>
                  </a:cubicBezTo>
                  <a:cubicBezTo>
                    <a:pt x="1637" y="779"/>
                    <a:pt x="1749" y="802"/>
                    <a:pt x="1851" y="813"/>
                  </a:cubicBezTo>
                  <a:cubicBezTo>
                    <a:pt x="1761" y="768"/>
                    <a:pt x="1670" y="712"/>
                    <a:pt x="1569" y="678"/>
                  </a:cubicBezTo>
                  <a:cubicBezTo>
                    <a:pt x="1400" y="587"/>
                    <a:pt x="1163" y="497"/>
                    <a:pt x="926" y="407"/>
                  </a:cubicBezTo>
                  <a:cubicBezTo>
                    <a:pt x="813" y="362"/>
                    <a:pt x="700" y="317"/>
                    <a:pt x="587" y="260"/>
                  </a:cubicBezTo>
                  <a:cubicBezTo>
                    <a:pt x="542" y="238"/>
                    <a:pt x="486" y="226"/>
                    <a:pt x="429" y="204"/>
                  </a:cubicBezTo>
                  <a:cubicBezTo>
                    <a:pt x="384" y="181"/>
                    <a:pt x="339" y="159"/>
                    <a:pt x="294" y="136"/>
                  </a:cubicBezTo>
                  <a:cubicBezTo>
                    <a:pt x="203" y="102"/>
                    <a:pt x="136" y="57"/>
                    <a:pt x="91" y="34"/>
                  </a:cubicBezTo>
                  <a:cubicBezTo>
                    <a:pt x="57" y="23"/>
                    <a:pt x="34" y="12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1905350" y="4051200"/>
              <a:ext cx="27100" cy="24275"/>
            </a:xfrm>
            <a:custGeom>
              <a:avLst/>
              <a:gdLst/>
              <a:ahLst/>
              <a:cxnLst/>
              <a:rect l="l" t="t" r="r" b="b"/>
              <a:pathLst>
                <a:path w="1084" h="971" extrusionOk="0">
                  <a:moveTo>
                    <a:pt x="1" y="0"/>
                  </a:moveTo>
                  <a:lnTo>
                    <a:pt x="1" y="0"/>
                  </a:lnTo>
                  <a:cubicBezTo>
                    <a:pt x="35" y="68"/>
                    <a:pt x="68" y="136"/>
                    <a:pt x="114" y="204"/>
                  </a:cubicBezTo>
                  <a:cubicBezTo>
                    <a:pt x="159" y="271"/>
                    <a:pt x="215" y="339"/>
                    <a:pt x="260" y="395"/>
                  </a:cubicBezTo>
                  <a:cubicBezTo>
                    <a:pt x="328" y="452"/>
                    <a:pt x="384" y="519"/>
                    <a:pt x="452" y="587"/>
                  </a:cubicBezTo>
                  <a:cubicBezTo>
                    <a:pt x="576" y="700"/>
                    <a:pt x="723" y="790"/>
                    <a:pt x="870" y="881"/>
                  </a:cubicBezTo>
                  <a:cubicBezTo>
                    <a:pt x="937" y="914"/>
                    <a:pt x="1005" y="948"/>
                    <a:pt x="1084" y="971"/>
                  </a:cubicBezTo>
                  <a:cubicBezTo>
                    <a:pt x="1028" y="914"/>
                    <a:pt x="982" y="858"/>
                    <a:pt x="926" y="802"/>
                  </a:cubicBezTo>
                  <a:cubicBezTo>
                    <a:pt x="870" y="756"/>
                    <a:pt x="813" y="700"/>
                    <a:pt x="757" y="644"/>
                  </a:cubicBezTo>
                  <a:cubicBezTo>
                    <a:pt x="700" y="587"/>
                    <a:pt x="633" y="531"/>
                    <a:pt x="565" y="463"/>
                  </a:cubicBezTo>
                  <a:cubicBezTo>
                    <a:pt x="497" y="407"/>
                    <a:pt x="429" y="350"/>
                    <a:pt x="362" y="294"/>
                  </a:cubicBezTo>
                  <a:cubicBezTo>
                    <a:pt x="339" y="271"/>
                    <a:pt x="294" y="237"/>
                    <a:pt x="271" y="215"/>
                  </a:cubicBezTo>
                  <a:cubicBezTo>
                    <a:pt x="238" y="192"/>
                    <a:pt x="215" y="170"/>
                    <a:pt x="181" y="147"/>
                  </a:cubicBezTo>
                  <a:cubicBezTo>
                    <a:pt x="125" y="91"/>
                    <a:pt x="68" y="46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1901975" y="3911000"/>
              <a:ext cx="110050" cy="176900"/>
            </a:xfrm>
            <a:custGeom>
              <a:avLst/>
              <a:gdLst/>
              <a:ahLst/>
              <a:cxnLst/>
              <a:rect l="l" t="t" r="r" b="b"/>
              <a:pathLst>
                <a:path w="4402" h="7076" extrusionOk="0">
                  <a:moveTo>
                    <a:pt x="1591" y="0"/>
                  </a:moveTo>
                  <a:cubicBezTo>
                    <a:pt x="1072" y="452"/>
                    <a:pt x="666" y="1004"/>
                    <a:pt x="406" y="1636"/>
                  </a:cubicBezTo>
                  <a:cubicBezTo>
                    <a:pt x="0" y="2708"/>
                    <a:pt x="102" y="3927"/>
                    <a:pt x="689" y="4920"/>
                  </a:cubicBezTo>
                  <a:cubicBezTo>
                    <a:pt x="858" y="5202"/>
                    <a:pt x="1727" y="6342"/>
                    <a:pt x="1851" y="7075"/>
                  </a:cubicBezTo>
                  <a:lnTo>
                    <a:pt x="2900" y="5879"/>
                  </a:lnTo>
                  <a:cubicBezTo>
                    <a:pt x="3927" y="4570"/>
                    <a:pt x="4401" y="3306"/>
                    <a:pt x="3882" y="1625"/>
                  </a:cubicBezTo>
                  <a:cubicBezTo>
                    <a:pt x="3544" y="531"/>
                    <a:pt x="2697" y="11"/>
                    <a:pt x="1591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1915775" y="3985100"/>
              <a:ext cx="75925" cy="102800"/>
            </a:xfrm>
            <a:custGeom>
              <a:avLst/>
              <a:gdLst/>
              <a:ahLst/>
              <a:cxnLst/>
              <a:rect l="l" t="t" r="r" b="b"/>
              <a:pathLst>
                <a:path w="3037" h="4112" extrusionOk="0">
                  <a:moveTo>
                    <a:pt x="1948" y="0"/>
                  </a:moveTo>
                  <a:cubicBezTo>
                    <a:pt x="1795" y="0"/>
                    <a:pt x="1604" y="108"/>
                    <a:pt x="1423" y="331"/>
                  </a:cubicBezTo>
                  <a:cubicBezTo>
                    <a:pt x="1311" y="174"/>
                    <a:pt x="1180" y="109"/>
                    <a:pt x="1051" y="109"/>
                  </a:cubicBezTo>
                  <a:cubicBezTo>
                    <a:pt x="634" y="109"/>
                    <a:pt x="228" y="781"/>
                    <a:pt x="486" y="1177"/>
                  </a:cubicBezTo>
                  <a:cubicBezTo>
                    <a:pt x="411" y="1130"/>
                    <a:pt x="347" y="1109"/>
                    <a:pt x="293" y="1109"/>
                  </a:cubicBezTo>
                  <a:cubicBezTo>
                    <a:pt x="0" y="1109"/>
                    <a:pt x="4" y="1713"/>
                    <a:pt x="80" y="1922"/>
                  </a:cubicBezTo>
                  <a:cubicBezTo>
                    <a:pt x="362" y="2735"/>
                    <a:pt x="1389" y="3197"/>
                    <a:pt x="1310" y="4111"/>
                  </a:cubicBezTo>
                  <a:lnTo>
                    <a:pt x="1581" y="3683"/>
                  </a:lnTo>
                  <a:cubicBezTo>
                    <a:pt x="2066" y="3107"/>
                    <a:pt x="2597" y="2836"/>
                    <a:pt x="2879" y="2159"/>
                  </a:cubicBezTo>
                  <a:cubicBezTo>
                    <a:pt x="3037" y="1821"/>
                    <a:pt x="3014" y="1200"/>
                    <a:pt x="2980" y="816"/>
                  </a:cubicBezTo>
                  <a:cubicBezTo>
                    <a:pt x="2962" y="536"/>
                    <a:pt x="2850" y="426"/>
                    <a:pt x="2700" y="426"/>
                  </a:cubicBezTo>
                  <a:cubicBezTo>
                    <a:pt x="2566" y="426"/>
                    <a:pt x="2401" y="514"/>
                    <a:pt x="2247" y="647"/>
                  </a:cubicBezTo>
                  <a:cubicBezTo>
                    <a:pt x="2313" y="222"/>
                    <a:pt x="2168" y="0"/>
                    <a:pt x="1948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1885050" y="3911000"/>
              <a:ext cx="63200" cy="178025"/>
            </a:xfrm>
            <a:custGeom>
              <a:avLst/>
              <a:gdLst/>
              <a:ahLst/>
              <a:cxnLst/>
              <a:rect l="l" t="t" r="r" b="b"/>
              <a:pathLst>
                <a:path w="2528" h="7121" extrusionOk="0">
                  <a:moveTo>
                    <a:pt x="2201" y="0"/>
                  </a:moveTo>
                  <a:cubicBezTo>
                    <a:pt x="880" y="0"/>
                    <a:pt x="0" y="1828"/>
                    <a:pt x="79" y="2957"/>
                  </a:cubicBezTo>
                  <a:cubicBezTo>
                    <a:pt x="136" y="3826"/>
                    <a:pt x="598" y="4469"/>
                    <a:pt x="1061" y="5157"/>
                  </a:cubicBezTo>
                  <a:cubicBezTo>
                    <a:pt x="1332" y="5563"/>
                    <a:pt x="1625" y="5958"/>
                    <a:pt x="1952" y="6331"/>
                  </a:cubicBezTo>
                  <a:cubicBezTo>
                    <a:pt x="2167" y="6568"/>
                    <a:pt x="2347" y="6827"/>
                    <a:pt x="2483" y="7120"/>
                  </a:cubicBezTo>
                  <a:lnTo>
                    <a:pt x="2528" y="7075"/>
                  </a:lnTo>
                  <a:cubicBezTo>
                    <a:pt x="2392" y="6342"/>
                    <a:pt x="1535" y="5202"/>
                    <a:pt x="1366" y="4920"/>
                  </a:cubicBezTo>
                  <a:cubicBezTo>
                    <a:pt x="779" y="3927"/>
                    <a:pt x="666" y="2708"/>
                    <a:pt x="1083" y="1636"/>
                  </a:cubicBezTo>
                  <a:cubicBezTo>
                    <a:pt x="1343" y="1004"/>
                    <a:pt x="1749" y="452"/>
                    <a:pt x="2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1928200" y="3979300"/>
              <a:ext cx="18200" cy="101625"/>
            </a:xfrm>
            <a:custGeom>
              <a:avLst/>
              <a:gdLst/>
              <a:ahLst/>
              <a:cxnLst/>
              <a:rect l="l" t="t" r="r" b="b"/>
              <a:pathLst>
                <a:path w="728" h="4065" extrusionOk="0">
                  <a:moveTo>
                    <a:pt x="631" y="4016"/>
                  </a:moveTo>
                  <a:cubicBezTo>
                    <a:pt x="632" y="4016"/>
                    <a:pt x="632" y="4016"/>
                    <a:pt x="633" y="4016"/>
                  </a:cubicBezTo>
                  <a:cubicBezTo>
                    <a:pt x="632" y="4016"/>
                    <a:pt x="632" y="4016"/>
                    <a:pt x="631" y="4016"/>
                  </a:cubicBezTo>
                  <a:close/>
                  <a:moveTo>
                    <a:pt x="689" y="4033"/>
                  </a:moveTo>
                  <a:cubicBezTo>
                    <a:pt x="689" y="4039"/>
                    <a:pt x="689" y="4044"/>
                    <a:pt x="689" y="4050"/>
                  </a:cubicBezTo>
                  <a:cubicBezTo>
                    <a:pt x="689" y="4054"/>
                    <a:pt x="692" y="4055"/>
                    <a:pt x="695" y="4055"/>
                  </a:cubicBezTo>
                  <a:cubicBezTo>
                    <a:pt x="703" y="4055"/>
                    <a:pt x="715" y="4050"/>
                    <a:pt x="723" y="4050"/>
                  </a:cubicBezTo>
                  <a:cubicBezTo>
                    <a:pt x="727" y="4050"/>
                    <a:pt x="710" y="4043"/>
                    <a:pt x="689" y="4033"/>
                  </a:cubicBezTo>
                  <a:close/>
                  <a:moveTo>
                    <a:pt x="390" y="0"/>
                  </a:moveTo>
                  <a:cubicBezTo>
                    <a:pt x="373" y="0"/>
                    <a:pt x="358" y="3"/>
                    <a:pt x="351" y="10"/>
                  </a:cubicBezTo>
                  <a:cubicBezTo>
                    <a:pt x="328" y="44"/>
                    <a:pt x="215" y="44"/>
                    <a:pt x="181" y="100"/>
                  </a:cubicBezTo>
                  <a:cubicBezTo>
                    <a:pt x="159" y="157"/>
                    <a:pt x="125" y="225"/>
                    <a:pt x="102" y="292"/>
                  </a:cubicBezTo>
                  <a:cubicBezTo>
                    <a:pt x="80" y="383"/>
                    <a:pt x="57" y="484"/>
                    <a:pt x="46" y="574"/>
                  </a:cubicBezTo>
                  <a:cubicBezTo>
                    <a:pt x="12" y="811"/>
                    <a:pt x="1" y="1048"/>
                    <a:pt x="23" y="1285"/>
                  </a:cubicBezTo>
                  <a:cubicBezTo>
                    <a:pt x="35" y="1409"/>
                    <a:pt x="46" y="1545"/>
                    <a:pt x="68" y="1680"/>
                  </a:cubicBezTo>
                  <a:cubicBezTo>
                    <a:pt x="91" y="1816"/>
                    <a:pt x="114" y="1951"/>
                    <a:pt x="159" y="2075"/>
                  </a:cubicBezTo>
                  <a:cubicBezTo>
                    <a:pt x="226" y="2346"/>
                    <a:pt x="328" y="2594"/>
                    <a:pt x="407" y="2843"/>
                  </a:cubicBezTo>
                  <a:cubicBezTo>
                    <a:pt x="452" y="2955"/>
                    <a:pt x="497" y="3068"/>
                    <a:pt x="531" y="3181"/>
                  </a:cubicBezTo>
                  <a:cubicBezTo>
                    <a:pt x="565" y="3294"/>
                    <a:pt x="587" y="3395"/>
                    <a:pt x="610" y="3497"/>
                  </a:cubicBezTo>
                  <a:cubicBezTo>
                    <a:pt x="633" y="3576"/>
                    <a:pt x="644" y="3666"/>
                    <a:pt x="655" y="3757"/>
                  </a:cubicBezTo>
                  <a:cubicBezTo>
                    <a:pt x="666" y="3824"/>
                    <a:pt x="666" y="3903"/>
                    <a:pt x="666" y="3971"/>
                  </a:cubicBezTo>
                  <a:lnTo>
                    <a:pt x="666" y="4009"/>
                  </a:lnTo>
                  <a:lnTo>
                    <a:pt x="666" y="4009"/>
                  </a:lnTo>
                  <a:cubicBezTo>
                    <a:pt x="666" y="4009"/>
                    <a:pt x="666" y="4009"/>
                    <a:pt x="666" y="4009"/>
                  </a:cubicBezTo>
                  <a:cubicBezTo>
                    <a:pt x="658" y="4009"/>
                    <a:pt x="649" y="4010"/>
                    <a:pt x="643" y="4012"/>
                  </a:cubicBezTo>
                  <a:lnTo>
                    <a:pt x="643" y="4012"/>
                  </a:lnTo>
                  <a:cubicBezTo>
                    <a:pt x="628" y="4004"/>
                    <a:pt x="618" y="3997"/>
                    <a:pt x="621" y="3994"/>
                  </a:cubicBezTo>
                  <a:cubicBezTo>
                    <a:pt x="587" y="3982"/>
                    <a:pt x="542" y="3971"/>
                    <a:pt x="508" y="3960"/>
                  </a:cubicBezTo>
                  <a:lnTo>
                    <a:pt x="508" y="3971"/>
                  </a:lnTo>
                  <a:cubicBezTo>
                    <a:pt x="542" y="3982"/>
                    <a:pt x="587" y="4004"/>
                    <a:pt x="631" y="4016"/>
                  </a:cubicBezTo>
                  <a:lnTo>
                    <a:pt x="631" y="4016"/>
                  </a:lnTo>
                  <a:cubicBezTo>
                    <a:pt x="631" y="4015"/>
                    <a:pt x="636" y="4013"/>
                    <a:pt x="643" y="4012"/>
                  </a:cubicBezTo>
                  <a:lnTo>
                    <a:pt x="643" y="4012"/>
                  </a:lnTo>
                  <a:cubicBezTo>
                    <a:pt x="650" y="4016"/>
                    <a:pt x="658" y="4020"/>
                    <a:pt x="666" y="4023"/>
                  </a:cubicBezTo>
                  <a:lnTo>
                    <a:pt x="666" y="4023"/>
                  </a:lnTo>
                  <a:lnTo>
                    <a:pt x="666" y="4050"/>
                  </a:lnTo>
                  <a:cubicBezTo>
                    <a:pt x="666" y="4061"/>
                    <a:pt x="669" y="4064"/>
                    <a:pt x="674" y="4064"/>
                  </a:cubicBezTo>
                  <a:cubicBezTo>
                    <a:pt x="678" y="4064"/>
                    <a:pt x="683" y="4061"/>
                    <a:pt x="689" y="4061"/>
                  </a:cubicBezTo>
                  <a:cubicBezTo>
                    <a:pt x="689" y="4052"/>
                    <a:pt x="681" y="4034"/>
                    <a:pt x="678" y="4029"/>
                  </a:cubicBezTo>
                  <a:lnTo>
                    <a:pt x="678" y="4029"/>
                  </a:lnTo>
                  <a:cubicBezTo>
                    <a:pt x="682" y="4030"/>
                    <a:pt x="686" y="4032"/>
                    <a:pt x="689" y="4033"/>
                  </a:cubicBezTo>
                  <a:lnTo>
                    <a:pt x="689" y="4033"/>
                  </a:lnTo>
                  <a:cubicBezTo>
                    <a:pt x="689" y="4008"/>
                    <a:pt x="691" y="3990"/>
                    <a:pt x="700" y="3971"/>
                  </a:cubicBezTo>
                  <a:cubicBezTo>
                    <a:pt x="712" y="3903"/>
                    <a:pt x="712" y="3824"/>
                    <a:pt x="723" y="3757"/>
                  </a:cubicBezTo>
                  <a:cubicBezTo>
                    <a:pt x="723" y="3655"/>
                    <a:pt x="712" y="3565"/>
                    <a:pt x="700" y="3474"/>
                  </a:cubicBezTo>
                  <a:cubicBezTo>
                    <a:pt x="666" y="3237"/>
                    <a:pt x="621" y="3012"/>
                    <a:pt x="554" y="2786"/>
                  </a:cubicBezTo>
                  <a:cubicBezTo>
                    <a:pt x="475" y="2538"/>
                    <a:pt x="384" y="2290"/>
                    <a:pt x="317" y="2030"/>
                  </a:cubicBezTo>
                  <a:cubicBezTo>
                    <a:pt x="272" y="1906"/>
                    <a:pt x="249" y="1782"/>
                    <a:pt x="226" y="1646"/>
                  </a:cubicBezTo>
                  <a:cubicBezTo>
                    <a:pt x="204" y="1522"/>
                    <a:pt x="193" y="1398"/>
                    <a:pt x="181" y="1274"/>
                  </a:cubicBezTo>
                  <a:cubicBezTo>
                    <a:pt x="147" y="1048"/>
                    <a:pt x="136" y="823"/>
                    <a:pt x="159" y="597"/>
                  </a:cubicBezTo>
                  <a:cubicBezTo>
                    <a:pt x="170" y="507"/>
                    <a:pt x="181" y="416"/>
                    <a:pt x="204" y="337"/>
                  </a:cubicBezTo>
                  <a:cubicBezTo>
                    <a:pt x="226" y="247"/>
                    <a:pt x="283" y="202"/>
                    <a:pt x="305" y="146"/>
                  </a:cubicBezTo>
                  <a:cubicBezTo>
                    <a:pt x="328" y="89"/>
                    <a:pt x="429" y="89"/>
                    <a:pt x="441" y="55"/>
                  </a:cubicBezTo>
                  <a:cubicBezTo>
                    <a:pt x="452" y="44"/>
                    <a:pt x="452" y="33"/>
                    <a:pt x="463" y="10"/>
                  </a:cubicBezTo>
                  <a:cubicBezTo>
                    <a:pt x="463" y="10"/>
                    <a:pt x="423" y="0"/>
                    <a:pt x="39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1946550" y="4017075"/>
              <a:ext cx="6775" cy="58400"/>
            </a:xfrm>
            <a:custGeom>
              <a:avLst/>
              <a:gdLst/>
              <a:ahLst/>
              <a:cxnLst/>
              <a:rect l="l" t="t" r="r" b="b"/>
              <a:pathLst>
                <a:path w="271" h="2336" extrusionOk="0">
                  <a:moveTo>
                    <a:pt x="271" y="0"/>
                  </a:moveTo>
                  <a:lnTo>
                    <a:pt x="271" y="0"/>
                  </a:lnTo>
                  <a:cubicBezTo>
                    <a:pt x="257" y="14"/>
                    <a:pt x="247" y="33"/>
                    <a:pt x="245" y="53"/>
                  </a:cubicBezTo>
                  <a:lnTo>
                    <a:pt x="245" y="53"/>
                  </a:lnTo>
                  <a:cubicBezTo>
                    <a:pt x="264" y="14"/>
                    <a:pt x="271" y="0"/>
                    <a:pt x="271" y="0"/>
                  </a:cubicBezTo>
                  <a:close/>
                  <a:moveTo>
                    <a:pt x="245" y="53"/>
                  </a:moveTo>
                  <a:cubicBezTo>
                    <a:pt x="239" y="63"/>
                    <a:pt x="233" y="76"/>
                    <a:pt x="226" y="90"/>
                  </a:cubicBezTo>
                  <a:cubicBezTo>
                    <a:pt x="203" y="124"/>
                    <a:pt x="181" y="158"/>
                    <a:pt x="169" y="192"/>
                  </a:cubicBezTo>
                  <a:cubicBezTo>
                    <a:pt x="136" y="237"/>
                    <a:pt x="113" y="282"/>
                    <a:pt x="102" y="327"/>
                  </a:cubicBezTo>
                  <a:cubicBezTo>
                    <a:pt x="68" y="451"/>
                    <a:pt x="34" y="576"/>
                    <a:pt x="23" y="711"/>
                  </a:cubicBezTo>
                  <a:cubicBezTo>
                    <a:pt x="23" y="779"/>
                    <a:pt x="0" y="846"/>
                    <a:pt x="0" y="925"/>
                  </a:cubicBezTo>
                  <a:lnTo>
                    <a:pt x="0" y="1151"/>
                  </a:lnTo>
                  <a:cubicBezTo>
                    <a:pt x="0" y="1298"/>
                    <a:pt x="0" y="1444"/>
                    <a:pt x="0" y="1580"/>
                  </a:cubicBezTo>
                  <a:cubicBezTo>
                    <a:pt x="11" y="1726"/>
                    <a:pt x="11" y="1851"/>
                    <a:pt x="23" y="1963"/>
                  </a:cubicBezTo>
                  <a:cubicBezTo>
                    <a:pt x="23" y="2076"/>
                    <a:pt x="23" y="2167"/>
                    <a:pt x="23" y="2234"/>
                  </a:cubicBezTo>
                  <a:lnTo>
                    <a:pt x="23" y="2336"/>
                  </a:lnTo>
                  <a:cubicBezTo>
                    <a:pt x="23" y="2336"/>
                    <a:pt x="34" y="2302"/>
                    <a:pt x="57" y="2234"/>
                  </a:cubicBezTo>
                  <a:cubicBezTo>
                    <a:pt x="79" y="2144"/>
                    <a:pt x="102" y="2054"/>
                    <a:pt x="113" y="1963"/>
                  </a:cubicBezTo>
                  <a:cubicBezTo>
                    <a:pt x="124" y="1851"/>
                    <a:pt x="147" y="1715"/>
                    <a:pt x="158" y="1580"/>
                  </a:cubicBezTo>
                  <a:cubicBezTo>
                    <a:pt x="158" y="1444"/>
                    <a:pt x="158" y="1286"/>
                    <a:pt x="158" y="1140"/>
                  </a:cubicBezTo>
                  <a:cubicBezTo>
                    <a:pt x="169" y="1004"/>
                    <a:pt x="158" y="858"/>
                    <a:pt x="169" y="722"/>
                  </a:cubicBezTo>
                  <a:cubicBezTo>
                    <a:pt x="169" y="654"/>
                    <a:pt x="169" y="587"/>
                    <a:pt x="181" y="530"/>
                  </a:cubicBezTo>
                  <a:cubicBezTo>
                    <a:pt x="192" y="463"/>
                    <a:pt x="203" y="406"/>
                    <a:pt x="203" y="350"/>
                  </a:cubicBezTo>
                  <a:cubicBezTo>
                    <a:pt x="203" y="305"/>
                    <a:pt x="203" y="248"/>
                    <a:pt x="215" y="203"/>
                  </a:cubicBezTo>
                  <a:cubicBezTo>
                    <a:pt x="226" y="169"/>
                    <a:pt x="237" y="124"/>
                    <a:pt x="248" y="90"/>
                  </a:cubicBezTo>
                  <a:cubicBezTo>
                    <a:pt x="244" y="78"/>
                    <a:pt x="243" y="65"/>
                    <a:pt x="245" y="53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1949375" y="4016775"/>
              <a:ext cx="14400" cy="56725"/>
            </a:xfrm>
            <a:custGeom>
              <a:avLst/>
              <a:gdLst/>
              <a:ahLst/>
              <a:cxnLst/>
              <a:rect l="l" t="t" r="r" b="b"/>
              <a:pathLst>
                <a:path w="576" h="2269" extrusionOk="0">
                  <a:moveTo>
                    <a:pt x="576" y="1"/>
                  </a:moveTo>
                  <a:lnTo>
                    <a:pt x="576" y="1"/>
                  </a:lnTo>
                  <a:cubicBezTo>
                    <a:pt x="575" y="1"/>
                    <a:pt x="496" y="125"/>
                    <a:pt x="406" y="328"/>
                  </a:cubicBezTo>
                  <a:cubicBezTo>
                    <a:pt x="305" y="576"/>
                    <a:pt x="214" y="836"/>
                    <a:pt x="147" y="1095"/>
                  </a:cubicBezTo>
                  <a:cubicBezTo>
                    <a:pt x="124" y="1242"/>
                    <a:pt x="90" y="1377"/>
                    <a:pt x="68" y="1524"/>
                  </a:cubicBezTo>
                  <a:cubicBezTo>
                    <a:pt x="34" y="1648"/>
                    <a:pt x="23" y="1772"/>
                    <a:pt x="11" y="1896"/>
                  </a:cubicBezTo>
                  <a:cubicBezTo>
                    <a:pt x="0" y="2111"/>
                    <a:pt x="0" y="2269"/>
                    <a:pt x="0" y="2269"/>
                  </a:cubicBezTo>
                  <a:cubicBezTo>
                    <a:pt x="0" y="2269"/>
                    <a:pt x="45" y="2122"/>
                    <a:pt x="102" y="1919"/>
                  </a:cubicBezTo>
                  <a:cubicBezTo>
                    <a:pt x="124" y="1874"/>
                    <a:pt x="135" y="1817"/>
                    <a:pt x="147" y="1750"/>
                  </a:cubicBezTo>
                  <a:cubicBezTo>
                    <a:pt x="169" y="1693"/>
                    <a:pt x="192" y="1626"/>
                    <a:pt x="203" y="1558"/>
                  </a:cubicBezTo>
                  <a:cubicBezTo>
                    <a:pt x="237" y="1434"/>
                    <a:pt x="271" y="1298"/>
                    <a:pt x="305" y="1152"/>
                  </a:cubicBezTo>
                  <a:cubicBezTo>
                    <a:pt x="350" y="994"/>
                    <a:pt x="384" y="858"/>
                    <a:pt x="418" y="723"/>
                  </a:cubicBezTo>
                  <a:cubicBezTo>
                    <a:pt x="451" y="588"/>
                    <a:pt x="474" y="463"/>
                    <a:pt x="497" y="362"/>
                  </a:cubicBezTo>
                  <a:cubicBezTo>
                    <a:pt x="553" y="136"/>
                    <a:pt x="575" y="1"/>
                    <a:pt x="576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1945125" y="4024475"/>
              <a:ext cx="172950" cy="99700"/>
            </a:xfrm>
            <a:custGeom>
              <a:avLst/>
              <a:gdLst/>
              <a:ahLst/>
              <a:cxnLst/>
              <a:rect l="l" t="t" r="r" b="b"/>
              <a:pathLst>
                <a:path w="6918" h="3988" extrusionOk="0">
                  <a:moveTo>
                    <a:pt x="4373" y="1"/>
                  </a:moveTo>
                  <a:cubicBezTo>
                    <a:pt x="4301" y="1"/>
                    <a:pt x="4228" y="3"/>
                    <a:pt x="4153" y="9"/>
                  </a:cubicBezTo>
                  <a:cubicBezTo>
                    <a:pt x="3239" y="88"/>
                    <a:pt x="2754" y="189"/>
                    <a:pt x="1987" y="674"/>
                  </a:cubicBezTo>
                  <a:cubicBezTo>
                    <a:pt x="1547" y="968"/>
                    <a:pt x="475" y="1611"/>
                    <a:pt x="68" y="2243"/>
                  </a:cubicBezTo>
                  <a:cubicBezTo>
                    <a:pt x="46" y="2322"/>
                    <a:pt x="12" y="2412"/>
                    <a:pt x="1" y="2491"/>
                  </a:cubicBezTo>
                  <a:cubicBezTo>
                    <a:pt x="1028" y="2548"/>
                    <a:pt x="1265" y="2717"/>
                    <a:pt x="2156" y="3112"/>
                  </a:cubicBezTo>
                  <a:cubicBezTo>
                    <a:pt x="2449" y="3247"/>
                    <a:pt x="2968" y="3699"/>
                    <a:pt x="3251" y="3800"/>
                  </a:cubicBezTo>
                  <a:cubicBezTo>
                    <a:pt x="3544" y="3913"/>
                    <a:pt x="3702" y="3924"/>
                    <a:pt x="4007" y="3969"/>
                  </a:cubicBezTo>
                  <a:cubicBezTo>
                    <a:pt x="4087" y="3982"/>
                    <a:pt x="4168" y="3988"/>
                    <a:pt x="4249" y="3988"/>
                  </a:cubicBezTo>
                  <a:cubicBezTo>
                    <a:pt x="5202" y="3988"/>
                    <a:pt x="6112" y="3163"/>
                    <a:pt x="6591" y="2435"/>
                  </a:cubicBezTo>
                  <a:cubicBezTo>
                    <a:pt x="6726" y="2243"/>
                    <a:pt x="6839" y="2040"/>
                    <a:pt x="6918" y="1814"/>
                  </a:cubicBezTo>
                  <a:cubicBezTo>
                    <a:pt x="6352" y="832"/>
                    <a:pt x="5634" y="1"/>
                    <a:pt x="4373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1935250" y="4094075"/>
              <a:ext cx="2850" cy="2275"/>
            </a:xfrm>
            <a:custGeom>
              <a:avLst/>
              <a:gdLst/>
              <a:ahLst/>
              <a:cxnLst/>
              <a:rect l="l" t="t" r="r" b="b"/>
              <a:pathLst>
                <a:path w="114" h="91" extrusionOk="0">
                  <a:moveTo>
                    <a:pt x="114" y="1"/>
                  </a:moveTo>
                  <a:lnTo>
                    <a:pt x="1" y="68"/>
                  </a:lnTo>
                  <a:lnTo>
                    <a:pt x="114" y="91"/>
                  </a:lnTo>
                  <a:cubicBezTo>
                    <a:pt x="114" y="57"/>
                    <a:pt x="114" y="23"/>
                    <a:pt x="114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1945125" y="4032350"/>
              <a:ext cx="108350" cy="78050"/>
            </a:xfrm>
            <a:custGeom>
              <a:avLst/>
              <a:gdLst/>
              <a:ahLst/>
              <a:cxnLst/>
              <a:rect l="l" t="t" r="r" b="b"/>
              <a:pathLst>
                <a:path w="4334" h="3122" extrusionOk="0">
                  <a:moveTo>
                    <a:pt x="2968" y="1"/>
                  </a:moveTo>
                  <a:cubicBezTo>
                    <a:pt x="2848" y="1"/>
                    <a:pt x="2727" y="11"/>
                    <a:pt x="2607" y="32"/>
                  </a:cubicBezTo>
                  <a:cubicBezTo>
                    <a:pt x="2393" y="122"/>
                    <a:pt x="2190" y="235"/>
                    <a:pt x="1987" y="359"/>
                  </a:cubicBezTo>
                  <a:cubicBezTo>
                    <a:pt x="1547" y="653"/>
                    <a:pt x="475" y="1296"/>
                    <a:pt x="68" y="1928"/>
                  </a:cubicBezTo>
                  <a:cubicBezTo>
                    <a:pt x="46" y="2007"/>
                    <a:pt x="12" y="2097"/>
                    <a:pt x="1" y="2176"/>
                  </a:cubicBezTo>
                  <a:cubicBezTo>
                    <a:pt x="1028" y="2233"/>
                    <a:pt x="1265" y="2402"/>
                    <a:pt x="2156" y="2797"/>
                  </a:cubicBezTo>
                  <a:cubicBezTo>
                    <a:pt x="2314" y="2876"/>
                    <a:pt x="2472" y="2977"/>
                    <a:pt x="2619" y="3090"/>
                  </a:cubicBezTo>
                  <a:cubicBezTo>
                    <a:pt x="2690" y="3111"/>
                    <a:pt x="2765" y="3122"/>
                    <a:pt x="2842" y="3122"/>
                  </a:cubicBezTo>
                  <a:cubicBezTo>
                    <a:pt x="2937" y="3122"/>
                    <a:pt x="3033" y="3105"/>
                    <a:pt x="3126" y="3068"/>
                  </a:cubicBezTo>
                  <a:cubicBezTo>
                    <a:pt x="3420" y="2910"/>
                    <a:pt x="3194" y="2661"/>
                    <a:pt x="3070" y="2436"/>
                  </a:cubicBezTo>
                  <a:cubicBezTo>
                    <a:pt x="3080" y="2435"/>
                    <a:pt x="3091" y="2435"/>
                    <a:pt x="3102" y="2435"/>
                  </a:cubicBezTo>
                  <a:cubicBezTo>
                    <a:pt x="3243" y="2435"/>
                    <a:pt x="3452" y="2467"/>
                    <a:pt x="3651" y="2467"/>
                  </a:cubicBezTo>
                  <a:cubicBezTo>
                    <a:pt x="3866" y="2467"/>
                    <a:pt x="4069" y="2430"/>
                    <a:pt x="4165" y="2278"/>
                  </a:cubicBezTo>
                  <a:cubicBezTo>
                    <a:pt x="4334" y="1984"/>
                    <a:pt x="3883" y="1725"/>
                    <a:pt x="3713" y="1578"/>
                  </a:cubicBezTo>
                  <a:cubicBezTo>
                    <a:pt x="3826" y="1431"/>
                    <a:pt x="4266" y="1172"/>
                    <a:pt x="4255" y="935"/>
                  </a:cubicBezTo>
                  <a:cubicBezTo>
                    <a:pt x="4232" y="642"/>
                    <a:pt x="3894" y="743"/>
                    <a:pt x="3668" y="698"/>
                  </a:cubicBezTo>
                  <a:cubicBezTo>
                    <a:pt x="3928" y="427"/>
                    <a:pt x="3962" y="190"/>
                    <a:pt x="3555" y="77"/>
                  </a:cubicBezTo>
                  <a:cubicBezTo>
                    <a:pt x="3366" y="28"/>
                    <a:pt x="3167" y="1"/>
                    <a:pt x="2968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1946825" y="3999750"/>
              <a:ext cx="182550" cy="80800"/>
            </a:xfrm>
            <a:custGeom>
              <a:avLst/>
              <a:gdLst/>
              <a:ahLst/>
              <a:cxnLst/>
              <a:rect l="l" t="t" r="r" b="b"/>
              <a:pathLst>
                <a:path w="7302" h="3232" extrusionOk="0">
                  <a:moveTo>
                    <a:pt x="4154" y="1"/>
                  </a:moveTo>
                  <a:cubicBezTo>
                    <a:pt x="3236" y="1"/>
                    <a:pt x="2445" y="445"/>
                    <a:pt x="1501" y="1269"/>
                  </a:cubicBezTo>
                  <a:cubicBezTo>
                    <a:pt x="1377" y="1359"/>
                    <a:pt x="384" y="2126"/>
                    <a:pt x="0" y="3232"/>
                  </a:cubicBezTo>
                  <a:cubicBezTo>
                    <a:pt x="407" y="2600"/>
                    <a:pt x="1479" y="1957"/>
                    <a:pt x="1919" y="1663"/>
                  </a:cubicBezTo>
                  <a:cubicBezTo>
                    <a:pt x="2686" y="1178"/>
                    <a:pt x="3171" y="1077"/>
                    <a:pt x="4085" y="998"/>
                  </a:cubicBezTo>
                  <a:cubicBezTo>
                    <a:pt x="4160" y="992"/>
                    <a:pt x="4233" y="990"/>
                    <a:pt x="4305" y="990"/>
                  </a:cubicBezTo>
                  <a:cubicBezTo>
                    <a:pt x="5566" y="990"/>
                    <a:pt x="6284" y="1821"/>
                    <a:pt x="6850" y="2803"/>
                  </a:cubicBezTo>
                  <a:cubicBezTo>
                    <a:pt x="7301" y="1675"/>
                    <a:pt x="6737" y="693"/>
                    <a:pt x="5372" y="230"/>
                  </a:cubicBezTo>
                  <a:cubicBezTo>
                    <a:pt x="4931" y="76"/>
                    <a:pt x="4532" y="1"/>
                    <a:pt x="41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1956125" y="4050975"/>
              <a:ext cx="80150" cy="28175"/>
            </a:xfrm>
            <a:custGeom>
              <a:avLst/>
              <a:gdLst/>
              <a:ahLst/>
              <a:cxnLst/>
              <a:rect l="l" t="t" r="r" b="b"/>
              <a:pathLst>
                <a:path w="3206" h="1127" extrusionOk="0">
                  <a:moveTo>
                    <a:pt x="2777" y="1"/>
                  </a:moveTo>
                  <a:cubicBezTo>
                    <a:pt x="2740" y="1"/>
                    <a:pt x="2703" y="4"/>
                    <a:pt x="2664" y="9"/>
                  </a:cubicBezTo>
                  <a:lnTo>
                    <a:pt x="2404" y="32"/>
                  </a:lnTo>
                  <a:cubicBezTo>
                    <a:pt x="2303" y="32"/>
                    <a:pt x="2201" y="55"/>
                    <a:pt x="2111" y="77"/>
                  </a:cubicBezTo>
                  <a:cubicBezTo>
                    <a:pt x="2009" y="88"/>
                    <a:pt x="1908" y="111"/>
                    <a:pt x="1806" y="145"/>
                  </a:cubicBezTo>
                  <a:lnTo>
                    <a:pt x="1490" y="235"/>
                  </a:lnTo>
                  <a:lnTo>
                    <a:pt x="1186" y="359"/>
                  </a:lnTo>
                  <a:cubicBezTo>
                    <a:pt x="1084" y="404"/>
                    <a:pt x="994" y="461"/>
                    <a:pt x="904" y="506"/>
                  </a:cubicBezTo>
                  <a:cubicBezTo>
                    <a:pt x="813" y="551"/>
                    <a:pt x="723" y="596"/>
                    <a:pt x="644" y="641"/>
                  </a:cubicBezTo>
                  <a:lnTo>
                    <a:pt x="430" y="788"/>
                  </a:lnTo>
                  <a:cubicBezTo>
                    <a:pt x="362" y="822"/>
                    <a:pt x="306" y="867"/>
                    <a:pt x="249" y="912"/>
                  </a:cubicBezTo>
                  <a:lnTo>
                    <a:pt x="114" y="1025"/>
                  </a:lnTo>
                  <a:cubicBezTo>
                    <a:pt x="46" y="1081"/>
                    <a:pt x="1" y="1127"/>
                    <a:pt x="1" y="1127"/>
                  </a:cubicBezTo>
                  <a:lnTo>
                    <a:pt x="125" y="1059"/>
                  </a:lnTo>
                  <a:cubicBezTo>
                    <a:pt x="215" y="1014"/>
                    <a:pt x="328" y="935"/>
                    <a:pt x="475" y="867"/>
                  </a:cubicBezTo>
                  <a:cubicBezTo>
                    <a:pt x="542" y="833"/>
                    <a:pt x="621" y="788"/>
                    <a:pt x="700" y="754"/>
                  </a:cubicBezTo>
                  <a:cubicBezTo>
                    <a:pt x="791" y="709"/>
                    <a:pt x="881" y="675"/>
                    <a:pt x="960" y="630"/>
                  </a:cubicBezTo>
                  <a:cubicBezTo>
                    <a:pt x="1062" y="585"/>
                    <a:pt x="1152" y="540"/>
                    <a:pt x="1242" y="506"/>
                  </a:cubicBezTo>
                  <a:cubicBezTo>
                    <a:pt x="1344" y="472"/>
                    <a:pt x="1445" y="427"/>
                    <a:pt x="1535" y="393"/>
                  </a:cubicBezTo>
                  <a:lnTo>
                    <a:pt x="1840" y="292"/>
                  </a:lnTo>
                  <a:cubicBezTo>
                    <a:pt x="1942" y="258"/>
                    <a:pt x="2032" y="235"/>
                    <a:pt x="2134" y="213"/>
                  </a:cubicBezTo>
                  <a:cubicBezTo>
                    <a:pt x="2235" y="190"/>
                    <a:pt x="2325" y="156"/>
                    <a:pt x="2416" y="145"/>
                  </a:cubicBezTo>
                  <a:lnTo>
                    <a:pt x="2675" y="100"/>
                  </a:lnTo>
                  <a:cubicBezTo>
                    <a:pt x="2833" y="66"/>
                    <a:pt x="2969" y="66"/>
                    <a:pt x="3059" y="43"/>
                  </a:cubicBezTo>
                  <a:lnTo>
                    <a:pt x="3206" y="32"/>
                  </a:lnTo>
                  <a:cubicBezTo>
                    <a:pt x="3206" y="32"/>
                    <a:pt x="3149" y="21"/>
                    <a:pt x="3059" y="21"/>
                  </a:cubicBezTo>
                  <a:cubicBezTo>
                    <a:pt x="3014" y="9"/>
                    <a:pt x="2957" y="9"/>
                    <a:pt x="2890" y="9"/>
                  </a:cubicBezTo>
                  <a:cubicBezTo>
                    <a:pt x="2850" y="4"/>
                    <a:pt x="2813" y="1"/>
                    <a:pt x="2777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1947675" y="4066425"/>
              <a:ext cx="108925" cy="16950"/>
            </a:xfrm>
            <a:custGeom>
              <a:avLst/>
              <a:gdLst/>
              <a:ahLst/>
              <a:cxnLst/>
              <a:rect l="l" t="t" r="r" b="b"/>
              <a:pathLst>
                <a:path w="4357" h="678" extrusionOk="0">
                  <a:moveTo>
                    <a:pt x="2562" y="1"/>
                  </a:moveTo>
                  <a:cubicBezTo>
                    <a:pt x="2415" y="1"/>
                    <a:pt x="2268" y="12"/>
                    <a:pt x="2133" y="35"/>
                  </a:cubicBezTo>
                  <a:cubicBezTo>
                    <a:pt x="1998" y="57"/>
                    <a:pt x="1862" y="68"/>
                    <a:pt x="1727" y="91"/>
                  </a:cubicBezTo>
                  <a:cubicBezTo>
                    <a:pt x="1580" y="114"/>
                    <a:pt x="1456" y="159"/>
                    <a:pt x="1321" y="181"/>
                  </a:cubicBezTo>
                  <a:cubicBezTo>
                    <a:pt x="1196" y="215"/>
                    <a:pt x="1072" y="249"/>
                    <a:pt x="959" y="283"/>
                  </a:cubicBezTo>
                  <a:cubicBezTo>
                    <a:pt x="847" y="328"/>
                    <a:pt x="734" y="362"/>
                    <a:pt x="632" y="396"/>
                  </a:cubicBezTo>
                  <a:cubicBezTo>
                    <a:pt x="542" y="418"/>
                    <a:pt x="452" y="463"/>
                    <a:pt x="373" y="497"/>
                  </a:cubicBezTo>
                  <a:cubicBezTo>
                    <a:pt x="294" y="531"/>
                    <a:pt x="226" y="565"/>
                    <a:pt x="170" y="599"/>
                  </a:cubicBezTo>
                  <a:cubicBezTo>
                    <a:pt x="57" y="644"/>
                    <a:pt x="0" y="678"/>
                    <a:pt x="0" y="678"/>
                  </a:cubicBezTo>
                  <a:lnTo>
                    <a:pt x="181" y="633"/>
                  </a:lnTo>
                  <a:cubicBezTo>
                    <a:pt x="294" y="588"/>
                    <a:pt x="463" y="542"/>
                    <a:pt x="666" y="486"/>
                  </a:cubicBezTo>
                  <a:cubicBezTo>
                    <a:pt x="869" y="430"/>
                    <a:pt x="1106" y="384"/>
                    <a:pt x="1354" y="328"/>
                  </a:cubicBezTo>
                  <a:cubicBezTo>
                    <a:pt x="1490" y="305"/>
                    <a:pt x="1614" y="283"/>
                    <a:pt x="1749" y="260"/>
                  </a:cubicBezTo>
                  <a:cubicBezTo>
                    <a:pt x="1885" y="238"/>
                    <a:pt x="2020" y="215"/>
                    <a:pt x="2156" y="204"/>
                  </a:cubicBezTo>
                  <a:cubicBezTo>
                    <a:pt x="2291" y="193"/>
                    <a:pt x="2438" y="170"/>
                    <a:pt x="2573" y="159"/>
                  </a:cubicBezTo>
                  <a:cubicBezTo>
                    <a:pt x="2709" y="159"/>
                    <a:pt x="2833" y="147"/>
                    <a:pt x="2968" y="147"/>
                  </a:cubicBezTo>
                  <a:lnTo>
                    <a:pt x="3340" y="147"/>
                  </a:lnTo>
                  <a:cubicBezTo>
                    <a:pt x="3453" y="159"/>
                    <a:pt x="3566" y="159"/>
                    <a:pt x="3668" y="170"/>
                  </a:cubicBezTo>
                  <a:cubicBezTo>
                    <a:pt x="3781" y="181"/>
                    <a:pt x="3882" y="193"/>
                    <a:pt x="3950" y="204"/>
                  </a:cubicBezTo>
                  <a:cubicBezTo>
                    <a:pt x="4029" y="215"/>
                    <a:pt x="4108" y="226"/>
                    <a:pt x="4175" y="249"/>
                  </a:cubicBezTo>
                  <a:lnTo>
                    <a:pt x="4356" y="294"/>
                  </a:lnTo>
                  <a:cubicBezTo>
                    <a:pt x="4356" y="294"/>
                    <a:pt x="4288" y="260"/>
                    <a:pt x="4175" y="215"/>
                  </a:cubicBezTo>
                  <a:cubicBezTo>
                    <a:pt x="4108" y="181"/>
                    <a:pt x="4040" y="159"/>
                    <a:pt x="3961" y="147"/>
                  </a:cubicBezTo>
                  <a:cubicBezTo>
                    <a:pt x="3871" y="114"/>
                    <a:pt x="3781" y="91"/>
                    <a:pt x="3679" y="80"/>
                  </a:cubicBezTo>
                  <a:cubicBezTo>
                    <a:pt x="3577" y="46"/>
                    <a:pt x="3465" y="35"/>
                    <a:pt x="3352" y="23"/>
                  </a:cubicBezTo>
                  <a:cubicBezTo>
                    <a:pt x="3228" y="12"/>
                    <a:pt x="3092" y="1"/>
                    <a:pt x="2968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1947950" y="4077725"/>
              <a:ext cx="77600" cy="6500"/>
            </a:xfrm>
            <a:custGeom>
              <a:avLst/>
              <a:gdLst/>
              <a:ahLst/>
              <a:cxnLst/>
              <a:rect l="l" t="t" r="r" b="b"/>
              <a:pathLst>
                <a:path w="3104" h="260" extrusionOk="0">
                  <a:moveTo>
                    <a:pt x="1558" y="0"/>
                  </a:moveTo>
                  <a:lnTo>
                    <a:pt x="1253" y="23"/>
                  </a:lnTo>
                  <a:cubicBezTo>
                    <a:pt x="1163" y="23"/>
                    <a:pt x="1073" y="34"/>
                    <a:pt x="971" y="45"/>
                  </a:cubicBezTo>
                  <a:cubicBezTo>
                    <a:pt x="790" y="68"/>
                    <a:pt x="621" y="102"/>
                    <a:pt x="475" y="136"/>
                  </a:cubicBezTo>
                  <a:cubicBezTo>
                    <a:pt x="328" y="158"/>
                    <a:pt x="215" y="203"/>
                    <a:pt x="125" y="226"/>
                  </a:cubicBezTo>
                  <a:cubicBezTo>
                    <a:pt x="80" y="237"/>
                    <a:pt x="46" y="248"/>
                    <a:pt x="1" y="260"/>
                  </a:cubicBezTo>
                  <a:lnTo>
                    <a:pt x="136" y="248"/>
                  </a:lnTo>
                  <a:lnTo>
                    <a:pt x="294" y="237"/>
                  </a:lnTo>
                  <a:cubicBezTo>
                    <a:pt x="350" y="226"/>
                    <a:pt x="418" y="226"/>
                    <a:pt x="486" y="215"/>
                  </a:cubicBezTo>
                  <a:cubicBezTo>
                    <a:pt x="565" y="215"/>
                    <a:pt x="644" y="203"/>
                    <a:pt x="723" y="203"/>
                  </a:cubicBezTo>
                  <a:cubicBezTo>
                    <a:pt x="813" y="192"/>
                    <a:pt x="903" y="192"/>
                    <a:pt x="994" y="192"/>
                  </a:cubicBezTo>
                  <a:cubicBezTo>
                    <a:pt x="1174" y="169"/>
                    <a:pt x="1366" y="169"/>
                    <a:pt x="1558" y="158"/>
                  </a:cubicBezTo>
                  <a:lnTo>
                    <a:pt x="1851" y="158"/>
                  </a:lnTo>
                  <a:cubicBezTo>
                    <a:pt x="1896" y="152"/>
                    <a:pt x="1944" y="150"/>
                    <a:pt x="1992" y="150"/>
                  </a:cubicBezTo>
                  <a:cubicBezTo>
                    <a:pt x="2040" y="150"/>
                    <a:pt x="2088" y="152"/>
                    <a:pt x="2133" y="158"/>
                  </a:cubicBezTo>
                  <a:lnTo>
                    <a:pt x="2393" y="158"/>
                  </a:lnTo>
                  <a:lnTo>
                    <a:pt x="2619" y="169"/>
                  </a:lnTo>
                  <a:cubicBezTo>
                    <a:pt x="2658" y="175"/>
                    <a:pt x="2695" y="175"/>
                    <a:pt x="2729" y="175"/>
                  </a:cubicBezTo>
                  <a:cubicBezTo>
                    <a:pt x="2762" y="175"/>
                    <a:pt x="2793" y="175"/>
                    <a:pt x="2822" y="181"/>
                  </a:cubicBezTo>
                  <a:lnTo>
                    <a:pt x="2980" y="203"/>
                  </a:lnTo>
                  <a:lnTo>
                    <a:pt x="3104" y="215"/>
                  </a:lnTo>
                  <a:cubicBezTo>
                    <a:pt x="3104" y="215"/>
                    <a:pt x="3059" y="203"/>
                    <a:pt x="2980" y="169"/>
                  </a:cubicBezTo>
                  <a:lnTo>
                    <a:pt x="2833" y="124"/>
                  </a:lnTo>
                  <a:cubicBezTo>
                    <a:pt x="2765" y="102"/>
                    <a:pt x="2698" y="90"/>
                    <a:pt x="2630" y="79"/>
                  </a:cubicBezTo>
                  <a:cubicBezTo>
                    <a:pt x="2562" y="57"/>
                    <a:pt x="2483" y="45"/>
                    <a:pt x="2393" y="34"/>
                  </a:cubicBezTo>
                  <a:cubicBezTo>
                    <a:pt x="2314" y="23"/>
                    <a:pt x="2224" y="23"/>
                    <a:pt x="2133" y="11"/>
                  </a:cubicBezTo>
                  <a:cubicBezTo>
                    <a:pt x="2043" y="0"/>
                    <a:pt x="1941" y="0"/>
                    <a:pt x="185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1947950" y="4083250"/>
              <a:ext cx="62375" cy="10300"/>
            </a:xfrm>
            <a:custGeom>
              <a:avLst/>
              <a:gdLst/>
              <a:ahLst/>
              <a:cxnLst/>
              <a:rect l="l" t="t" r="r" b="b"/>
              <a:pathLst>
                <a:path w="2495" h="412" extrusionOk="0">
                  <a:moveTo>
                    <a:pt x="316" y="0"/>
                  </a:moveTo>
                  <a:cubicBezTo>
                    <a:pt x="246" y="0"/>
                    <a:pt x="180" y="11"/>
                    <a:pt x="113" y="27"/>
                  </a:cubicBezTo>
                  <a:lnTo>
                    <a:pt x="1" y="39"/>
                  </a:lnTo>
                  <a:lnTo>
                    <a:pt x="102" y="50"/>
                  </a:lnTo>
                  <a:lnTo>
                    <a:pt x="238" y="61"/>
                  </a:lnTo>
                  <a:cubicBezTo>
                    <a:pt x="283" y="72"/>
                    <a:pt x="339" y="84"/>
                    <a:pt x="396" y="95"/>
                  </a:cubicBezTo>
                  <a:cubicBezTo>
                    <a:pt x="508" y="106"/>
                    <a:pt x="644" y="129"/>
                    <a:pt x="790" y="151"/>
                  </a:cubicBezTo>
                  <a:lnTo>
                    <a:pt x="1242" y="230"/>
                  </a:lnTo>
                  <a:cubicBezTo>
                    <a:pt x="1400" y="253"/>
                    <a:pt x="1558" y="287"/>
                    <a:pt x="1705" y="298"/>
                  </a:cubicBezTo>
                  <a:cubicBezTo>
                    <a:pt x="1851" y="321"/>
                    <a:pt x="1987" y="343"/>
                    <a:pt x="2099" y="366"/>
                  </a:cubicBezTo>
                  <a:cubicBezTo>
                    <a:pt x="2224" y="377"/>
                    <a:pt x="2314" y="388"/>
                    <a:pt x="2382" y="400"/>
                  </a:cubicBezTo>
                  <a:cubicBezTo>
                    <a:pt x="2427" y="411"/>
                    <a:pt x="2461" y="411"/>
                    <a:pt x="2494" y="411"/>
                  </a:cubicBezTo>
                  <a:lnTo>
                    <a:pt x="2393" y="366"/>
                  </a:lnTo>
                  <a:cubicBezTo>
                    <a:pt x="2303" y="332"/>
                    <a:pt x="2212" y="298"/>
                    <a:pt x="2122" y="276"/>
                  </a:cubicBezTo>
                  <a:cubicBezTo>
                    <a:pt x="2009" y="230"/>
                    <a:pt x="1874" y="197"/>
                    <a:pt x="1727" y="163"/>
                  </a:cubicBezTo>
                  <a:cubicBezTo>
                    <a:pt x="1580" y="118"/>
                    <a:pt x="1422" y="84"/>
                    <a:pt x="1264" y="72"/>
                  </a:cubicBezTo>
                  <a:cubicBezTo>
                    <a:pt x="1106" y="50"/>
                    <a:pt x="948" y="27"/>
                    <a:pt x="802" y="16"/>
                  </a:cubicBezTo>
                  <a:cubicBezTo>
                    <a:pt x="734" y="5"/>
                    <a:pt x="655" y="5"/>
                    <a:pt x="587" y="5"/>
                  </a:cubicBezTo>
                  <a:lnTo>
                    <a:pt x="396" y="5"/>
                  </a:lnTo>
                  <a:cubicBezTo>
                    <a:pt x="368" y="2"/>
                    <a:pt x="342" y="0"/>
                    <a:pt x="316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1042950" y="3849200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18"/>
                    <a:pt x="1" y="949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42" y="1885"/>
                    <a:pt x="700" y="1457"/>
                    <a:pt x="700" y="949"/>
                  </a:cubicBezTo>
                  <a:cubicBezTo>
                    <a:pt x="700" y="430"/>
                    <a:pt x="542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1008250" y="3794775"/>
              <a:ext cx="17525" cy="47125"/>
            </a:xfrm>
            <a:custGeom>
              <a:avLst/>
              <a:gdLst/>
              <a:ahLst/>
              <a:cxnLst/>
              <a:rect l="l" t="t" r="r" b="b"/>
              <a:pathLst>
                <a:path w="701" h="1885" extrusionOk="0">
                  <a:moveTo>
                    <a:pt x="351" y="0"/>
                  </a:moveTo>
                  <a:cubicBezTo>
                    <a:pt x="159" y="0"/>
                    <a:pt x="1" y="418"/>
                    <a:pt x="1" y="948"/>
                  </a:cubicBezTo>
                  <a:cubicBezTo>
                    <a:pt x="1" y="1467"/>
                    <a:pt x="159" y="1885"/>
                    <a:pt x="351" y="1885"/>
                  </a:cubicBezTo>
                  <a:cubicBezTo>
                    <a:pt x="543" y="1885"/>
                    <a:pt x="701" y="1456"/>
                    <a:pt x="701" y="948"/>
                  </a:cubicBezTo>
                  <a:cubicBezTo>
                    <a:pt x="701" y="429"/>
                    <a:pt x="543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994425" y="3866975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30"/>
                    <a:pt x="1" y="949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43" y="1885"/>
                    <a:pt x="701" y="1468"/>
                    <a:pt x="701" y="949"/>
                  </a:cubicBezTo>
                  <a:cubicBezTo>
                    <a:pt x="701" y="430"/>
                    <a:pt x="543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"/>
            <p:cNvSpPr/>
            <p:nvPr/>
          </p:nvSpPr>
          <p:spPr>
            <a:xfrm>
              <a:off x="963125" y="3819300"/>
              <a:ext cx="17225" cy="47150"/>
            </a:xfrm>
            <a:custGeom>
              <a:avLst/>
              <a:gdLst/>
              <a:ahLst/>
              <a:cxnLst/>
              <a:rect l="l" t="t" r="r" b="b"/>
              <a:pathLst>
                <a:path w="689" h="1886" extrusionOk="0">
                  <a:moveTo>
                    <a:pt x="339" y="1"/>
                  </a:moveTo>
                  <a:cubicBezTo>
                    <a:pt x="147" y="1"/>
                    <a:pt x="0" y="418"/>
                    <a:pt x="0" y="937"/>
                  </a:cubicBezTo>
                  <a:cubicBezTo>
                    <a:pt x="0" y="1456"/>
                    <a:pt x="147" y="1885"/>
                    <a:pt x="339" y="1885"/>
                  </a:cubicBezTo>
                  <a:cubicBezTo>
                    <a:pt x="531" y="1885"/>
                    <a:pt x="689" y="1456"/>
                    <a:pt x="689" y="937"/>
                  </a:cubicBezTo>
                  <a:cubicBezTo>
                    <a:pt x="689" y="418"/>
                    <a:pt x="542" y="1"/>
                    <a:pt x="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"/>
            <p:cNvSpPr/>
            <p:nvPr/>
          </p:nvSpPr>
          <p:spPr>
            <a:xfrm>
              <a:off x="947600" y="3890675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18"/>
                    <a:pt x="1" y="937"/>
                  </a:cubicBezTo>
                  <a:cubicBezTo>
                    <a:pt x="1" y="1456"/>
                    <a:pt x="159" y="1885"/>
                    <a:pt x="351" y="1885"/>
                  </a:cubicBezTo>
                  <a:cubicBezTo>
                    <a:pt x="542" y="1885"/>
                    <a:pt x="700" y="1456"/>
                    <a:pt x="700" y="937"/>
                  </a:cubicBezTo>
                  <a:cubicBezTo>
                    <a:pt x="700" y="418"/>
                    <a:pt x="542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"/>
            <p:cNvSpPr/>
            <p:nvPr/>
          </p:nvSpPr>
          <p:spPr>
            <a:xfrm>
              <a:off x="971575" y="3753575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29"/>
                    <a:pt x="1" y="948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43" y="1885"/>
                    <a:pt x="701" y="1468"/>
                    <a:pt x="701" y="948"/>
                  </a:cubicBezTo>
                  <a:cubicBezTo>
                    <a:pt x="701" y="429"/>
                    <a:pt x="543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"/>
            <p:cNvSpPr/>
            <p:nvPr/>
          </p:nvSpPr>
          <p:spPr>
            <a:xfrm>
              <a:off x="1117425" y="3867550"/>
              <a:ext cx="17525" cy="47125"/>
            </a:xfrm>
            <a:custGeom>
              <a:avLst/>
              <a:gdLst/>
              <a:ahLst/>
              <a:cxnLst/>
              <a:rect l="l" t="t" r="r" b="b"/>
              <a:pathLst>
                <a:path w="701" h="1885" extrusionOk="0">
                  <a:moveTo>
                    <a:pt x="351" y="0"/>
                  </a:moveTo>
                  <a:cubicBezTo>
                    <a:pt x="159" y="0"/>
                    <a:pt x="1" y="418"/>
                    <a:pt x="1" y="937"/>
                  </a:cubicBezTo>
                  <a:cubicBezTo>
                    <a:pt x="1" y="1467"/>
                    <a:pt x="159" y="1885"/>
                    <a:pt x="351" y="1885"/>
                  </a:cubicBezTo>
                  <a:cubicBezTo>
                    <a:pt x="543" y="1885"/>
                    <a:pt x="700" y="1456"/>
                    <a:pt x="700" y="937"/>
                  </a:cubicBezTo>
                  <a:cubicBezTo>
                    <a:pt x="700" y="418"/>
                    <a:pt x="543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"/>
            <p:cNvSpPr/>
            <p:nvPr/>
          </p:nvSpPr>
          <p:spPr>
            <a:xfrm>
              <a:off x="1082725" y="3813100"/>
              <a:ext cx="17525" cy="47150"/>
            </a:xfrm>
            <a:custGeom>
              <a:avLst/>
              <a:gdLst/>
              <a:ahLst/>
              <a:cxnLst/>
              <a:rect l="l" t="t" r="r" b="b"/>
              <a:pathLst>
                <a:path w="701" h="1886" extrusionOk="0">
                  <a:moveTo>
                    <a:pt x="351" y="1"/>
                  </a:moveTo>
                  <a:cubicBezTo>
                    <a:pt x="159" y="1"/>
                    <a:pt x="1" y="418"/>
                    <a:pt x="1" y="937"/>
                  </a:cubicBezTo>
                  <a:cubicBezTo>
                    <a:pt x="1" y="1468"/>
                    <a:pt x="159" y="1885"/>
                    <a:pt x="351" y="1885"/>
                  </a:cubicBezTo>
                  <a:cubicBezTo>
                    <a:pt x="543" y="1885"/>
                    <a:pt x="701" y="1456"/>
                    <a:pt x="701" y="937"/>
                  </a:cubicBezTo>
                  <a:cubicBezTo>
                    <a:pt x="701" y="429"/>
                    <a:pt x="543" y="1"/>
                    <a:pt x="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"/>
            <p:cNvSpPr/>
            <p:nvPr/>
          </p:nvSpPr>
          <p:spPr>
            <a:xfrm>
              <a:off x="1074000" y="3890675"/>
              <a:ext cx="17225" cy="47150"/>
            </a:xfrm>
            <a:custGeom>
              <a:avLst/>
              <a:gdLst/>
              <a:ahLst/>
              <a:cxnLst/>
              <a:rect l="l" t="t" r="r" b="b"/>
              <a:pathLst>
                <a:path w="689" h="1886" extrusionOk="0">
                  <a:moveTo>
                    <a:pt x="350" y="1"/>
                  </a:moveTo>
                  <a:cubicBezTo>
                    <a:pt x="158" y="1"/>
                    <a:pt x="0" y="418"/>
                    <a:pt x="0" y="937"/>
                  </a:cubicBezTo>
                  <a:cubicBezTo>
                    <a:pt x="0" y="1456"/>
                    <a:pt x="147" y="1885"/>
                    <a:pt x="350" y="1885"/>
                  </a:cubicBezTo>
                  <a:cubicBezTo>
                    <a:pt x="542" y="1885"/>
                    <a:pt x="688" y="1456"/>
                    <a:pt x="688" y="937"/>
                  </a:cubicBezTo>
                  <a:cubicBezTo>
                    <a:pt x="688" y="418"/>
                    <a:pt x="530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"/>
            <p:cNvSpPr/>
            <p:nvPr/>
          </p:nvSpPr>
          <p:spPr>
            <a:xfrm>
              <a:off x="547300" y="3996750"/>
              <a:ext cx="359700" cy="568175"/>
            </a:xfrm>
            <a:custGeom>
              <a:avLst/>
              <a:gdLst/>
              <a:ahLst/>
              <a:cxnLst/>
              <a:rect l="l" t="t" r="r" b="b"/>
              <a:pathLst>
                <a:path w="14388" h="22727" extrusionOk="0">
                  <a:moveTo>
                    <a:pt x="10190" y="1"/>
                  </a:moveTo>
                  <a:cubicBezTo>
                    <a:pt x="4762" y="4074"/>
                    <a:pt x="0" y="15302"/>
                    <a:pt x="4661" y="22727"/>
                  </a:cubicBezTo>
                  <a:cubicBezTo>
                    <a:pt x="12673" y="17615"/>
                    <a:pt x="14388" y="8294"/>
                    <a:pt x="10190" y="1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"/>
            <p:cNvSpPr/>
            <p:nvPr/>
          </p:nvSpPr>
          <p:spPr>
            <a:xfrm>
              <a:off x="635025" y="4010850"/>
              <a:ext cx="193275" cy="664100"/>
            </a:xfrm>
            <a:custGeom>
              <a:avLst/>
              <a:gdLst/>
              <a:ahLst/>
              <a:cxnLst/>
              <a:rect l="l" t="t" r="r" b="b"/>
              <a:pathLst>
                <a:path w="7731" h="26564" extrusionOk="0">
                  <a:moveTo>
                    <a:pt x="6264" y="1"/>
                  </a:moveTo>
                  <a:cubicBezTo>
                    <a:pt x="6264" y="1"/>
                    <a:pt x="6196" y="430"/>
                    <a:pt x="6072" y="1163"/>
                  </a:cubicBezTo>
                  <a:cubicBezTo>
                    <a:pt x="6015" y="1524"/>
                    <a:pt x="5936" y="1975"/>
                    <a:pt x="5857" y="2483"/>
                  </a:cubicBezTo>
                  <a:cubicBezTo>
                    <a:pt x="5778" y="3002"/>
                    <a:pt x="5654" y="3578"/>
                    <a:pt x="5530" y="4198"/>
                  </a:cubicBezTo>
                  <a:cubicBezTo>
                    <a:pt x="5429" y="4706"/>
                    <a:pt x="5327" y="5248"/>
                    <a:pt x="5214" y="5812"/>
                  </a:cubicBezTo>
                  <a:cubicBezTo>
                    <a:pt x="4853" y="5225"/>
                    <a:pt x="4458" y="4661"/>
                    <a:pt x="4029" y="4131"/>
                  </a:cubicBezTo>
                  <a:lnTo>
                    <a:pt x="4029" y="4131"/>
                  </a:lnTo>
                  <a:cubicBezTo>
                    <a:pt x="4345" y="4876"/>
                    <a:pt x="4706" y="5609"/>
                    <a:pt x="5113" y="6309"/>
                  </a:cubicBezTo>
                  <a:cubicBezTo>
                    <a:pt x="4955" y="6997"/>
                    <a:pt x="4785" y="7719"/>
                    <a:pt x="4616" y="8475"/>
                  </a:cubicBezTo>
                  <a:cubicBezTo>
                    <a:pt x="4560" y="8746"/>
                    <a:pt x="4492" y="9017"/>
                    <a:pt x="4424" y="9299"/>
                  </a:cubicBezTo>
                  <a:lnTo>
                    <a:pt x="4289" y="9344"/>
                  </a:lnTo>
                  <a:cubicBezTo>
                    <a:pt x="3894" y="8509"/>
                    <a:pt x="3454" y="7685"/>
                    <a:pt x="2969" y="6895"/>
                  </a:cubicBezTo>
                  <a:lnTo>
                    <a:pt x="2969" y="6895"/>
                  </a:lnTo>
                  <a:cubicBezTo>
                    <a:pt x="3273" y="7832"/>
                    <a:pt x="3623" y="8746"/>
                    <a:pt x="4029" y="9637"/>
                  </a:cubicBezTo>
                  <a:cubicBezTo>
                    <a:pt x="4067" y="9703"/>
                    <a:pt x="4135" y="9745"/>
                    <a:pt x="4202" y="9745"/>
                  </a:cubicBezTo>
                  <a:cubicBezTo>
                    <a:pt x="4216" y="9745"/>
                    <a:pt x="4230" y="9743"/>
                    <a:pt x="4244" y="9739"/>
                  </a:cubicBezTo>
                  <a:cubicBezTo>
                    <a:pt x="4278" y="9739"/>
                    <a:pt x="4300" y="9716"/>
                    <a:pt x="4334" y="9705"/>
                  </a:cubicBezTo>
                  <a:lnTo>
                    <a:pt x="4334" y="9705"/>
                  </a:lnTo>
                  <a:cubicBezTo>
                    <a:pt x="4244" y="10089"/>
                    <a:pt x="4153" y="10484"/>
                    <a:pt x="4052" y="10867"/>
                  </a:cubicBezTo>
                  <a:lnTo>
                    <a:pt x="3691" y="12312"/>
                  </a:lnTo>
                  <a:cubicBezTo>
                    <a:pt x="3601" y="12131"/>
                    <a:pt x="3499" y="11962"/>
                    <a:pt x="3409" y="11781"/>
                  </a:cubicBezTo>
                  <a:cubicBezTo>
                    <a:pt x="3285" y="11522"/>
                    <a:pt x="3149" y="11274"/>
                    <a:pt x="3002" y="11025"/>
                  </a:cubicBezTo>
                  <a:cubicBezTo>
                    <a:pt x="2856" y="10766"/>
                    <a:pt x="2709" y="10518"/>
                    <a:pt x="2529" y="10292"/>
                  </a:cubicBezTo>
                  <a:cubicBezTo>
                    <a:pt x="2438" y="10168"/>
                    <a:pt x="2337" y="10066"/>
                    <a:pt x="2246" y="9953"/>
                  </a:cubicBezTo>
                  <a:cubicBezTo>
                    <a:pt x="2167" y="9841"/>
                    <a:pt x="2043" y="9762"/>
                    <a:pt x="1930" y="9671"/>
                  </a:cubicBezTo>
                  <a:lnTo>
                    <a:pt x="1930" y="9671"/>
                  </a:lnTo>
                  <a:lnTo>
                    <a:pt x="2190" y="10021"/>
                  </a:lnTo>
                  <a:cubicBezTo>
                    <a:pt x="2258" y="10134"/>
                    <a:pt x="2337" y="10258"/>
                    <a:pt x="2404" y="10382"/>
                  </a:cubicBezTo>
                  <a:cubicBezTo>
                    <a:pt x="2472" y="10495"/>
                    <a:pt x="2540" y="10630"/>
                    <a:pt x="2596" y="10755"/>
                  </a:cubicBezTo>
                  <a:lnTo>
                    <a:pt x="2777" y="11138"/>
                  </a:lnTo>
                  <a:cubicBezTo>
                    <a:pt x="2890" y="11409"/>
                    <a:pt x="3002" y="11669"/>
                    <a:pt x="3127" y="11928"/>
                  </a:cubicBezTo>
                  <a:cubicBezTo>
                    <a:pt x="3239" y="12199"/>
                    <a:pt x="3375" y="12458"/>
                    <a:pt x="3522" y="12707"/>
                  </a:cubicBezTo>
                  <a:cubicBezTo>
                    <a:pt x="3533" y="12729"/>
                    <a:pt x="3555" y="12752"/>
                    <a:pt x="3589" y="12774"/>
                  </a:cubicBezTo>
                  <a:cubicBezTo>
                    <a:pt x="3544" y="12966"/>
                    <a:pt x="3499" y="13147"/>
                    <a:pt x="3454" y="13339"/>
                  </a:cubicBezTo>
                  <a:cubicBezTo>
                    <a:pt x="3330" y="13790"/>
                    <a:pt x="3217" y="14241"/>
                    <a:pt x="3104" y="14681"/>
                  </a:cubicBezTo>
                  <a:cubicBezTo>
                    <a:pt x="2596" y="13948"/>
                    <a:pt x="2066" y="13226"/>
                    <a:pt x="1479" y="12549"/>
                  </a:cubicBezTo>
                  <a:lnTo>
                    <a:pt x="1479" y="12549"/>
                  </a:lnTo>
                  <a:cubicBezTo>
                    <a:pt x="1942" y="13440"/>
                    <a:pt x="2438" y="14298"/>
                    <a:pt x="2991" y="15144"/>
                  </a:cubicBezTo>
                  <a:cubicBezTo>
                    <a:pt x="2720" y="16182"/>
                    <a:pt x="2461" y="17209"/>
                    <a:pt x="2190" y="18191"/>
                  </a:cubicBezTo>
                  <a:cubicBezTo>
                    <a:pt x="2190" y="18202"/>
                    <a:pt x="2190" y="18213"/>
                    <a:pt x="2179" y="18236"/>
                  </a:cubicBezTo>
                  <a:cubicBezTo>
                    <a:pt x="2021" y="17796"/>
                    <a:pt x="1851" y="17367"/>
                    <a:pt x="1682" y="16938"/>
                  </a:cubicBezTo>
                  <a:cubicBezTo>
                    <a:pt x="1434" y="16442"/>
                    <a:pt x="1186" y="15945"/>
                    <a:pt x="904" y="15460"/>
                  </a:cubicBezTo>
                  <a:lnTo>
                    <a:pt x="904" y="15460"/>
                  </a:lnTo>
                  <a:cubicBezTo>
                    <a:pt x="1062" y="16002"/>
                    <a:pt x="1242" y="16532"/>
                    <a:pt x="1434" y="17051"/>
                  </a:cubicBezTo>
                  <a:cubicBezTo>
                    <a:pt x="1592" y="17581"/>
                    <a:pt x="1761" y="18101"/>
                    <a:pt x="1942" y="18620"/>
                  </a:cubicBezTo>
                  <a:lnTo>
                    <a:pt x="1942" y="18631"/>
                  </a:lnTo>
                  <a:cubicBezTo>
                    <a:pt x="1964" y="18676"/>
                    <a:pt x="1998" y="18710"/>
                    <a:pt x="2043" y="18732"/>
                  </a:cubicBezTo>
                  <a:cubicBezTo>
                    <a:pt x="1682" y="20075"/>
                    <a:pt x="1355" y="21328"/>
                    <a:pt x="1062" y="22422"/>
                  </a:cubicBezTo>
                  <a:cubicBezTo>
                    <a:pt x="418" y="24905"/>
                    <a:pt x="1" y="26564"/>
                    <a:pt x="1" y="26564"/>
                  </a:cubicBezTo>
                  <a:cubicBezTo>
                    <a:pt x="1" y="26564"/>
                    <a:pt x="531" y="24927"/>
                    <a:pt x="1265" y="22479"/>
                  </a:cubicBezTo>
                  <a:cubicBezTo>
                    <a:pt x="1592" y="21350"/>
                    <a:pt x="1987" y="20053"/>
                    <a:pt x="2382" y="18653"/>
                  </a:cubicBezTo>
                  <a:cubicBezTo>
                    <a:pt x="2912" y="18439"/>
                    <a:pt x="3454" y="18225"/>
                    <a:pt x="3984" y="17999"/>
                  </a:cubicBezTo>
                  <a:cubicBezTo>
                    <a:pt x="4278" y="17864"/>
                    <a:pt x="4582" y="17717"/>
                    <a:pt x="4876" y="17581"/>
                  </a:cubicBezTo>
                  <a:cubicBezTo>
                    <a:pt x="5158" y="17412"/>
                    <a:pt x="5440" y="17243"/>
                    <a:pt x="5722" y="17062"/>
                  </a:cubicBezTo>
                  <a:lnTo>
                    <a:pt x="5722" y="17062"/>
                  </a:lnTo>
                  <a:cubicBezTo>
                    <a:pt x="5406" y="17164"/>
                    <a:pt x="5101" y="17288"/>
                    <a:pt x="4797" y="17412"/>
                  </a:cubicBezTo>
                  <a:cubicBezTo>
                    <a:pt x="4503" y="17525"/>
                    <a:pt x="4187" y="17615"/>
                    <a:pt x="3883" y="17728"/>
                  </a:cubicBezTo>
                  <a:cubicBezTo>
                    <a:pt x="3420" y="17875"/>
                    <a:pt x="2957" y="18044"/>
                    <a:pt x="2506" y="18225"/>
                  </a:cubicBezTo>
                  <a:cubicBezTo>
                    <a:pt x="2754" y="17345"/>
                    <a:pt x="3002" y="16419"/>
                    <a:pt x="3251" y="15483"/>
                  </a:cubicBezTo>
                  <a:cubicBezTo>
                    <a:pt x="3273" y="15494"/>
                    <a:pt x="3299" y="15500"/>
                    <a:pt x="3324" y="15500"/>
                  </a:cubicBezTo>
                  <a:cubicBezTo>
                    <a:pt x="3349" y="15500"/>
                    <a:pt x="3375" y="15494"/>
                    <a:pt x="3397" y="15483"/>
                  </a:cubicBezTo>
                  <a:lnTo>
                    <a:pt x="4244" y="15076"/>
                  </a:lnTo>
                  <a:cubicBezTo>
                    <a:pt x="4503" y="14918"/>
                    <a:pt x="4774" y="14760"/>
                    <a:pt x="5034" y="14602"/>
                  </a:cubicBezTo>
                  <a:cubicBezTo>
                    <a:pt x="5293" y="14433"/>
                    <a:pt x="5541" y="14275"/>
                    <a:pt x="5801" y="14106"/>
                  </a:cubicBezTo>
                  <a:cubicBezTo>
                    <a:pt x="6049" y="13937"/>
                    <a:pt x="6331" y="13801"/>
                    <a:pt x="6580" y="13632"/>
                  </a:cubicBezTo>
                  <a:lnTo>
                    <a:pt x="6580" y="13632"/>
                  </a:lnTo>
                  <a:cubicBezTo>
                    <a:pt x="6297" y="13722"/>
                    <a:pt x="6004" y="13835"/>
                    <a:pt x="5711" y="13948"/>
                  </a:cubicBezTo>
                  <a:cubicBezTo>
                    <a:pt x="5417" y="14050"/>
                    <a:pt x="5158" y="14208"/>
                    <a:pt x="4887" y="14343"/>
                  </a:cubicBezTo>
                  <a:cubicBezTo>
                    <a:pt x="4616" y="14490"/>
                    <a:pt x="4345" y="14625"/>
                    <a:pt x="4074" y="14772"/>
                  </a:cubicBezTo>
                  <a:cubicBezTo>
                    <a:pt x="3849" y="14885"/>
                    <a:pt x="3623" y="14986"/>
                    <a:pt x="3397" y="15099"/>
                  </a:cubicBezTo>
                  <a:lnTo>
                    <a:pt x="3375" y="15065"/>
                  </a:lnTo>
                  <a:cubicBezTo>
                    <a:pt x="3510" y="14523"/>
                    <a:pt x="3657" y="13982"/>
                    <a:pt x="3815" y="13429"/>
                  </a:cubicBezTo>
                  <a:cubicBezTo>
                    <a:pt x="3871" y="13181"/>
                    <a:pt x="3928" y="12921"/>
                    <a:pt x="3995" y="12673"/>
                  </a:cubicBezTo>
                  <a:lnTo>
                    <a:pt x="4695" y="12346"/>
                  </a:lnTo>
                  <a:cubicBezTo>
                    <a:pt x="5000" y="12176"/>
                    <a:pt x="5293" y="11996"/>
                    <a:pt x="5587" y="11827"/>
                  </a:cubicBezTo>
                  <a:cubicBezTo>
                    <a:pt x="6162" y="11443"/>
                    <a:pt x="6738" y="11082"/>
                    <a:pt x="7302" y="10676"/>
                  </a:cubicBezTo>
                  <a:lnTo>
                    <a:pt x="7302" y="10676"/>
                  </a:lnTo>
                  <a:cubicBezTo>
                    <a:pt x="6986" y="10811"/>
                    <a:pt x="6670" y="10958"/>
                    <a:pt x="6354" y="11104"/>
                  </a:cubicBezTo>
                  <a:lnTo>
                    <a:pt x="5429" y="11556"/>
                  </a:lnTo>
                  <a:cubicBezTo>
                    <a:pt x="5124" y="11714"/>
                    <a:pt x="4819" y="11872"/>
                    <a:pt x="4515" y="12030"/>
                  </a:cubicBezTo>
                  <a:lnTo>
                    <a:pt x="4074" y="12233"/>
                  </a:lnTo>
                  <a:cubicBezTo>
                    <a:pt x="4176" y="11804"/>
                    <a:pt x="4289" y="11364"/>
                    <a:pt x="4390" y="10946"/>
                  </a:cubicBezTo>
                  <a:cubicBezTo>
                    <a:pt x="4503" y="10484"/>
                    <a:pt x="4605" y="10032"/>
                    <a:pt x="4706" y="9581"/>
                  </a:cubicBezTo>
                  <a:cubicBezTo>
                    <a:pt x="4842" y="9536"/>
                    <a:pt x="4977" y="9502"/>
                    <a:pt x="5101" y="9446"/>
                  </a:cubicBezTo>
                  <a:cubicBezTo>
                    <a:pt x="5372" y="9321"/>
                    <a:pt x="5643" y="9209"/>
                    <a:pt x="5914" y="9073"/>
                  </a:cubicBezTo>
                  <a:cubicBezTo>
                    <a:pt x="6173" y="8927"/>
                    <a:pt x="6433" y="8780"/>
                    <a:pt x="6681" y="8611"/>
                  </a:cubicBezTo>
                  <a:cubicBezTo>
                    <a:pt x="6918" y="8419"/>
                    <a:pt x="7144" y="8238"/>
                    <a:pt x="7369" y="8046"/>
                  </a:cubicBezTo>
                  <a:lnTo>
                    <a:pt x="7369" y="8046"/>
                  </a:lnTo>
                  <a:cubicBezTo>
                    <a:pt x="7099" y="8182"/>
                    <a:pt x="6839" y="8317"/>
                    <a:pt x="6591" y="8453"/>
                  </a:cubicBezTo>
                  <a:cubicBezTo>
                    <a:pt x="6331" y="8588"/>
                    <a:pt x="6049" y="8690"/>
                    <a:pt x="5790" y="8814"/>
                  </a:cubicBezTo>
                  <a:cubicBezTo>
                    <a:pt x="5530" y="8938"/>
                    <a:pt x="5248" y="9017"/>
                    <a:pt x="4977" y="9118"/>
                  </a:cubicBezTo>
                  <a:lnTo>
                    <a:pt x="4797" y="9186"/>
                  </a:lnTo>
                  <a:cubicBezTo>
                    <a:pt x="4842" y="8972"/>
                    <a:pt x="4887" y="8746"/>
                    <a:pt x="4932" y="8543"/>
                  </a:cubicBezTo>
                  <a:cubicBezTo>
                    <a:pt x="5067" y="7888"/>
                    <a:pt x="5192" y="7268"/>
                    <a:pt x="5316" y="6670"/>
                  </a:cubicBezTo>
                  <a:cubicBezTo>
                    <a:pt x="5327" y="6670"/>
                    <a:pt x="5327" y="6681"/>
                    <a:pt x="5327" y="6692"/>
                  </a:cubicBezTo>
                  <a:lnTo>
                    <a:pt x="5350" y="6715"/>
                  </a:lnTo>
                  <a:cubicBezTo>
                    <a:pt x="5382" y="6753"/>
                    <a:pt x="5432" y="6774"/>
                    <a:pt x="5482" y="6774"/>
                  </a:cubicBezTo>
                  <a:cubicBezTo>
                    <a:pt x="5520" y="6774"/>
                    <a:pt x="5557" y="6762"/>
                    <a:pt x="5587" y="6737"/>
                  </a:cubicBezTo>
                  <a:lnTo>
                    <a:pt x="5609" y="6726"/>
                  </a:lnTo>
                  <a:cubicBezTo>
                    <a:pt x="5959" y="6433"/>
                    <a:pt x="6309" y="6128"/>
                    <a:pt x="6647" y="5812"/>
                  </a:cubicBezTo>
                  <a:cubicBezTo>
                    <a:pt x="7020" y="5530"/>
                    <a:pt x="7381" y="5225"/>
                    <a:pt x="7731" y="4909"/>
                  </a:cubicBezTo>
                  <a:lnTo>
                    <a:pt x="7731" y="4909"/>
                  </a:lnTo>
                  <a:cubicBezTo>
                    <a:pt x="7302" y="5112"/>
                    <a:pt x="6884" y="5338"/>
                    <a:pt x="6478" y="5586"/>
                  </a:cubicBezTo>
                  <a:cubicBezTo>
                    <a:pt x="6162" y="5812"/>
                    <a:pt x="5846" y="6072"/>
                    <a:pt x="5530" y="6320"/>
                  </a:cubicBezTo>
                  <a:cubicBezTo>
                    <a:pt x="5496" y="6263"/>
                    <a:pt x="5462" y="6196"/>
                    <a:pt x="5417" y="6139"/>
                  </a:cubicBezTo>
                  <a:cubicBezTo>
                    <a:pt x="5530" y="5474"/>
                    <a:pt x="5643" y="4830"/>
                    <a:pt x="5745" y="4244"/>
                  </a:cubicBezTo>
                  <a:cubicBezTo>
                    <a:pt x="5846" y="3612"/>
                    <a:pt x="5959" y="3025"/>
                    <a:pt x="6004" y="2506"/>
                  </a:cubicBezTo>
                  <a:lnTo>
                    <a:pt x="6139" y="1163"/>
                  </a:lnTo>
                  <a:cubicBezTo>
                    <a:pt x="6218" y="430"/>
                    <a:pt x="6264" y="1"/>
                    <a:pt x="6264" y="1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"/>
            <p:cNvSpPr/>
            <p:nvPr/>
          </p:nvSpPr>
          <p:spPr>
            <a:xfrm>
              <a:off x="391575" y="4054575"/>
              <a:ext cx="348425" cy="425725"/>
            </a:xfrm>
            <a:custGeom>
              <a:avLst/>
              <a:gdLst/>
              <a:ahLst/>
              <a:cxnLst/>
              <a:rect l="l" t="t" r="r" b="b"/>
              <a:pathLst>
                <a:path w="13937" h="17029" extrusionOk="0">
                  <a:moveTo>
                    <a:pt x="1" y="1"/>
                  </a:moveTo>
                  <a:lnTo>
                    <a:pt x="271" y="768"/>
                  </a:lnTo>
                  <a:cubicBezTo>
                    <a:pt x="1310" y="4074"/>
                    <a:pt x="147" y="8069"/>
                    <a:pt x="1614" y="11093"/>
                  </a:cubicBezTo>
                  <a:cubicBezTo>
                    <a:pt x="3431" y="15223"/>
                    <a:pt x="8091" y="16318"/>
                    <a:pt x="12041" y="17029"/>
                  </a:cubicBezTo>
                  <a:cubicBezTo>
                    <a:pt x="12300" y="13136"/>
                    <a:pt x="13937" y="9310"/>
                    <a:pt x="10856" y="6004"/>
                  </a:cubicBezTo>
                  <a:cubicBezTo>
                    <a:pt x="8238" y="2867"/>
                    <a:pt x="3668" y="2686"/>
                    <a:pt x="452" y="29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"/>
            <p:cNvSpPr/>
            <p:nvPr/>
          </p:nvSpPr>
          <p:spPr>
            <a:xfrm>
              <a:off x="440675" y="4148800"/>
              <a:ext cx="245725" cy="326425"/>
            </a:xfrm>
            <a:custGeom>
              <a:avLst/>
              <a:gdLst/>
              <a:ahLst/>
              <a:cxnLst/>
              <a:rect l="l" t="t" r="r" b="b"/>
              <a:pathLst>
                <a:path w="9829" h="13057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35" y="226"/>
                    <a:pt x="372" y="599"/>
                  </a:cubicBezTo>
                  <a:cubicBezTo>
                    <a:pt x="609" y="982"/>
                    <a:pt x="959" y="1513"/>
                    <a:pt x="1399" y="2145"/>
                  </a:cubicBezTo>
                  <a:cubicBezTo>
                    <a:pt x="1839" y="2777"/>
                    <a:pt x="2336" y="3521"/>
                    <a:pt x="2889" y="4300"/>
                  </a:cubicBezTo>
                  <a:cubicBezTo>
                    <a:pt x="3115" y="4616"/>
                    <a:pt x="3351" y="4943"/>
                    <a:pt x="3588" y="5282"/>
                  </a:cubicBezTo>
                  <a:cubicBezTo>
                    <a:pt x="3464" y="5248"/>
                    <a:pt x="3340" y="5214"/>
                    <a:pt x="3227" y="5180"/>
                  </a:cubicBezTo>
                  <a:lnTo>
                    <a:pt x="2765" y="5045"/>
                  </a:lnTo>
                  <a:cubicBezTo>
                    <a:pt x="2607" y="5011"/>
                    <a:pt x="2449" y="4977"/>
                    <a:pt x="2291" y="4921"/>
                  </a:cubicBezTo>
                  <a:lnTo>
                    <a:pt x="1839" y="4774"/>
                  </a:lnTo>
                  <a:cubicBezTo>
                    <a:pt x="1681" y="4729"/>
                    <a:pt x="1523" y="4684"/>
                    <a:pt x="1377" y="4639"/>
                  </a:cubicBezTo>
                  <a:cubicBezTo>
                    <a:pt x="1072" y="4526"/>
                    <a:pt x="767" y="4402"/>
                    <a:pt x="451" y="4289"/>
                  </a:cubicBezTo>
                  <a:lnTo>
                    <a:pt x="451" y="4289"/>
                  </a:lnTo>
                  <a:cubicBezTo>
                    <a:pt x="722" y="4481"/>
                    <a:pt x="1004" y="4639"/>
                    <a:pt x="1286" y="4819"/>
                  </a:cubicBezTo>
                  <a:cubicBezTo>
                    <a:pt x="1433" y="4898"/>
                    <a:pt x="1580" y="4977"/>
                    <a:pt x="1727" y="5033"/>
                  </a:cubicBezTo>
                  <a:cubicBezTo>
                    <a:pt x="1873" y="5112"/>
                    <a:pt x="2031" y="5180"/>
                    <a:pt x="2178" y="5248"/>
                  </a:cubicBezTo>
                  <a:cubicBezTo>
                    <a:pt x="2325" y="5316"/>
                    <a:pt x="2483" y="5361"/>
                    <a:pt x="2641" y="5417"/>
                  </a:cubicBezTo>
                  <a:lnTo>
                    <a:pt x="3103" y="5586"/>
                  </a:lnTo>
                  <a:cubicBezTo>
                    <a:pt x="3397" y="5688"/>
                    <a:pt x="3690" y="5767"/>
                    <a:pt x="3983" y="5846"/>
                  </a:cubicBezTo>
                  <a:lnTo>
                    <a:pt x="4638" y="6749"/>
                  </a:lnTo>
                  <a:cubicBezTo>
                    <a:pt x="4965" y="7166"/>
                    <a:pt x="5304" y="7606"/>
                    <a:pt x="5631" y="8012"/>
                  </a:cubicBezTo>
                  <a:lnTo>
                    <a:pt x="5563" y="8012"/>
                  </a:lnTo>
                  <a:cubicBezTo>
                    <a:pt x="5360" y="7990"/>
                    <a:pt x="5180" y="7945"/>
                    <a:pt x="4999" y="7911"/>
                  </a:cubicBezTo>
                  <a:cubicBezTo>
                    <a:pt x="4807" y="7877"/>
                    <a:pt x="4615" y="7809"/>
                    <a:pt x="4435" y="7753"/>
                  </a:cubicBezTo>
                  <a:cubicBezTo>
                    <a:pt x="4243" y="7685"/>
                    <a:pt x="4062" y="7606"/>
                    <a:pt x="3871" y="7539"/>
                  </a:cubicBezTo>
                  <a:lnTo>
                    <a:pt x="2765" y="7053"/>
                  </a:lnTo>
                  <a:cubicBezTo>
                    <a:pt x="2381" y="6907"/>
                    <a:pt x="1986" y="6771"/>
                    <a:pt x="1602" y="6670"/>
                  </a:cubicBezTo>
                  <a:lnTo>
                    <a:pt x="1602" y="6670"/>
                  </a:lnTo>
                  <a:cubicBezTo>
                    <a:pt x="1772" y="6771"/>
                    <a:pt x="1952" y="6861"/>
                    <a:pt x="2133" y="6963"/>
                  </a:cubicBezTo>
                  <a:cubicBezTo>
                    <a:pt x="2313" y="7053"/>
                    <a:pt x="2483" y="7166"/>
                    <a:pt x="2663" y="7256"/>
                  </a:cubicBezTo>
                  <a:cubicBezTo>
                    <a:pt x="3013" y="7460"/>
                    <a:pt x="3363" y="7663"/>
                    <a:pt x="3724" y="7854"/>
                  </a:cubicBezTo>
                  <a:cubicBezTo>
                    <a:pt x="3904" y="7956"/>
                    <a:pt x="4108" y="8035"/>
                    <a:pt x="4288" y="8114"/>
                  </a:cubicBezTo>
                  <a:cubicBezTo>
                    <a:pt x="4480" y="8204"/>
                    <a:pt x="4694" y="8261"/>
                    <a:pt x="4886" y="8328"/>
                  </a:cubicBezTo>
                  <a:cubicBezTo>
                    <a:pt x="5101" y="8362"/>
                    <a:pt x="5304" y="8419"/>
                    <a:pt x="5518" y="8453"/>
                  </a:cubicBezTo>
                  <a:cubicBezTo>
                    <a:pt x="5687" y="8464"/>
                    <a:pt x="5857" y="8486"/>
                    <a:pt x="6026" y="8486"/>
                  </a:cubicBezTo>
                  <a:cubicBezTo>
                    <a:pt x="6184" y="8690"/>
                    <a:pt x="6353" y="8904"/>
                    <a:pt x="6511" y="9096"/>
                  </a:cubicBezTo>
                  <a:cubicBezTo>
                    <a:pt x="7075" y="9807"/>
                    <a:pt x="7628" y="10450"/>
                    <a:pt x="8091" y="11025"/>
                  </a:cubicBezTo>
                  <a:cubicBezTo>
                    <a:pt x="7459" y="10811"/>
                    <a:pt x="6816" y="10597"/>
                    <a:pt x="6184" y="10405"/>
                  </a:cubicBezTo>
                  <a:cubicBezTo>
                    <a:pt x="5789" y="10258"/>
                    <a:pt x="5394" y="10123"/>
                    <a:pt x="4988" y="9976"/>
                  </a:cubicBezTo>
                  <a:cubicBezTo>
                    <a:pt x="4593" y="9840"/>
                    <a:pt x="4187" y="9716"/>
                    <a:pt x="3769" y="9615"/>
                  </a:cubicBezTo>
                  <a:lnTo>
                    <a:pt x="3769" y="9615"/>
                  </a:lnTo>
                  <a:cubicBezTo>
                    <a:pt x="4141" y="9818"/>
                    <a:pt x="4525" y="10010"/>
                    <a:pt x="4897" y="10202"/>
                  </a:cubicBezTo>
                  <a:cubicBezTo>
                    <a:pt x="5281" y="10393"/>
                    <a:pt x="5665" y="10574"/>
                    <a:pt x="6048" y="10743"/>
                  </a:cubicBezTo>
                  <a:cubicBezTo>
                    <a:pt x="6838" y="11048"/>
                    <a:pt x="7639" y="11341"/>
                    <a:pt x="8441" y="11612"/>
                  </a:cubicBezTo>
                  <a:lnTo>
                    <a:pt x="8486" y="11612"/>
                  </a:lnTo>
                  <a:cubicBezTo>
                    <a:pt x="8520" y="11612"/>
                    <a:pt x="8553" y="11612"/>
                    <a:pt x="8576" y="11601"/>
                  </a:cubicBezTo>
                  <a:cubicBezTo>
                    <a:pt x="8892" y="11962"/>
                    <a:pt x="9174" y="12278"/>
                    <a:pt x="9377" y="12515"/>
                  </a:cubicBezTo>
                  <a:cubicBezTo>
                    <a:pt x="9659" y="12865"/>
                    <a:pt x="9829" y="13056"/>
                    <a:pt x="9829" y="13056"/>
                  </a:cubicBezTo>
                  <a:lnTo>
                    <a:pt x="9434" y="12481"/>
                  </a:lnTo>
                  <a:cubicBezTo>
                    <a:pt x="9242" y="12210"/>
                    <a:pt x="9005" y="11849"/>
                    <a:pt x="8711" y="11443"/>
                  </a:cubicBezTo>
                  <a:cubicBezTo>
                    <a:pt x="8734" y="11274"/>
                    <a:pt x="8779" y="11104"/>
                    <a:pt x="8790" y="10935"/>
                  </a:cubicBezTo>
                  <a:cubicBezTo>
                    <a:pt x="8813" y="10766"/>
                    <a:pt x="8790" y="10585"/>
                    <a:pt x="8779" y="10416"/>
                  </a:cubicBezTo>
                  <a:cubicBezTo>
                    <a:pt x="8768" y="10247"/>
                    <a:pt x="8745" y="10077"/>
                    <a:pt x="8711" y="9908"/>
                  </a:cubicBezTo>
                  <a:lnTo>
                    <a:pt x="8587" y="9423"/>
                  </a:lnTo>
                  <a:cubicBezTo>
                    <a:pt x="8497" y="9096"/>
                    <a:pt x="8384" y="8791"/>
                    <a:pt x="8260" y="8486"/>
                  </a:cubicBezTo>
                  <a:cubicBezTo>
                    <a:pt x="8125" y="8182"/>
                    <a:pt x="8012" y="7877"/>
                    <a:pt x="7865" y="7584"/>
                  </a:cubicBezTo>
                  <a:lnTo>
                    <a:pt x="7865" y="7584"/>
                  </a:lnTo>
                  <a:cubicBezTo>
                    <a:pt x="7922" y="7900"/>
                    <a:pt x="8001" y="8216"/>
                    <a:pt x="8068" y="8543"/>
                  </a:cubicBezTo>
                  <a:cubicBezTo>
                    <a:pt x="8102" y="8701"/>
                    <a:pt x="8147" y="8859"/>
                    <a:pt x="8181" y="9017"/>
                  </a:cubicBezTo>
                  <a:lnTo>
                    <a:pt x="8271" y="9491"/>
                  </a:lnTo>
                  <a:lnTo>
                    <a:pt x="8339" y="9965"/>
                  </a:lnTo>
                  <a:lnTo>
                    <a:pt x="8373" y="10439"/>
                  </a:lnTo>
                  <a:cubicBezTo>
                    <a:pt x="8373" y="10585"/>
                    <a:pt x="8362" y="10743"/>
                    <a:pt x="8362" y="10890"/>
                  </a:cubicBezTo>
                  <a:cubicBezTo>
                    <a:pt x="8350" y="10912"/>
                    <a:pt x="8350" y="10924"/>
                    <a:pt x="8350" y="10946"/>
                  </a:cubicBezTo>
                  <a:cubicBezTo>
                    <a:pt x="7899" y="10337"/>
                    <a:pt x="7380" y="9604"/>
                    <a:pt x="6816" y="8847"/>
                  </a:cubicBezTo>
                  <a:cubicBezTo>
                    <a:pt x="6669" y="8656"/>
                    <a:pt x="6511" y="8453"/>
                    <a:pt x="6364" y="8249"/>
                  </a:cubicBezTo>
                  <a:cubicBezTo>
                    <a:pt x="6319" y="7900"/>
                    <a:pt x="6308" y="7550"/>
                    <a:pt x="6274" y="7177"/>
                  </a:cubicBezTo>
                  <a:cubicBezTo>
                    <a:pt x="6240" y="6805"/>
                    <a:pt x="6218" y="6455"/>
                    <a:pt x="6173" y="6094"/>
                  </a:cubicBezTo>
                  <a:cubicBezTo>
                    <a:pt x="6139" y="5722"/>
                    <a:pt x="6082" y="5361"/>
                    <a:pt x="6015" y="5000"/>
                  </a:cubicBezTo>
                  <a:cubicBezTo>
                    <a:pt x="5981" y="4819"/>
                    <a:pt x="5924" y="4650"/>
                    <a:pt x="5890" y="4469"/>
                  </a:cubicBezTo>
                  <a:cubicBezTo>
                    <a:pt x="5845" y="4289"/>
                    <a:pt x="5778" y="4119"/>
                    <a:pt x="5699" y="3950"/>
                  </a:cubicBezTo>
                  <a:lnTo>
                    <a:pt x="5699" y="3950"/>
                  </a:lnTo>
                  <a:cubicBezTo>
                    <a:pt x="5721" y="4131"/>
                    <a:pt x="5766" y="4300"/>
                    <a:pt x="5778" y="4492"/>
                  </a:cubicBezTo>
                  <a:cubicBezTo>
                    <a:pt x="5778" y="4672"/>
                    <a:pt x="5800" y="4842"/>
                    <a:pt x="5800" y="5033"/>
                  </a:cubicBezTo>
                  <a:cubicBezTo>
                    <a:pt x="5823" y="5383"/>
                    <a:pt x="5823" y="5756"/>
                    <a:pt x="5834" y="6117"/>
                  </a:cubicBezTo>
                  <a:cubicBezTo>
                    <a:pt x="5845" y="6613"/>
                    <a:pt x="5857" y="7110"/>
                    <a:pt x="5879" y="7618"/>
                  </a:cubicBezTo>
                  <a:cubicBezTo>
                    <a:pt x="5597" y="7234"/>
                    <a:pt x="5292" y="6850"/>
                    <a:pt x="4999" y="6467"/>
                  </a:cubicBezTo>
                  <a:cubicBezTo>
                    <a:pt x="4773" y="6173"/>
                    <a:pt x="4559" y="5880"/>
                    <a:pt x="4344" y="5586"/>
                  </a:cubicBezTo>
                  <a:lnTo>
                    <a:pt x="4469" y="5124"/>
                  </a:lnTo>
                  <a:cubicBezTo>
                    <a:pt x="4514" y="4932"/>
                    <a:pt x="4525" y="4729"/>
                    <a:pt x="4559" y="4526"/>
                  </a:cubicBezTo>
                  <a:cubicBezTo>
                    <a:pt x="4604" y="4131"/>
                    <a:pt x="4615" y="3736"/>
                    <a:pt x="4593" y="3330"/>
                  </a:cubicBezTo>
                  <a:cubicBezTo>
                    <a:pt x="4559" y="2935"/>
                    <a:pt x="4514" y="2540"/>
                    <a:pt x="4446" y="2156"/>
                  </a:cubicBezTo>
                  <a:cubicBezTo>
                    <a:pt x="4367" y="1772"/>
                    <a:pt x="4299" y="1389"/>
                    <a:pt x="4198" y="1005"/>
                  </a:cubicBezTo>
                  <a:lnTo>
                    <a:pt x="4198" y="1005"/>
                  </a:lnTo>
                  <a:cubicBezTo>
                    <a:pt x="4187" y="1795"/>
                    <a:pt x="4243" y="2574"/>
                    <a:pt x="4220" y="3341"/>
                  </a:cubicBezTo>
                  <a:cubicBezTo>
                    <a:pt x="4209" y="3533"/>
                    <a:pt x="4209" y="3724"/>
                    <a:pt x="4198" y="3905"/>
                  </a:cubicBezTo>
                  <a:cubicBezTo>
                    <a:pt x="4175" y="4097"/>
                    <a:pt x="4153" y="4289"/>
                    <a:pt x="4130" y="4469"/>
                  </a:cubicBezTo>
                  <a:cubicBezTo>
                    <a:pt x="4108" y="4661"/>
                    <a:pt x="4074" y="4842"/>
                    <a:pt x="4029" y="5033"/>
                  </a:cubicBezTo>
                  <a:cubicBezTo>
                    <a:pt x="4029" y="5067"/>
                    <a:pt x="4017" y="5101"/>
                    <a:pt x="4006" y="5124"/>
                  </a:cubicBezTo>
                  <a:cubicBezTo>
                    <a:pt x="3735" y="4763"/>
                    <a:pt x="3464" y="4402"/>
                    <a:pt x="3205" y="4063"/>
                  </a:cubicBezTo>
                  <a:cubicBezTo>
                    <a:pt x="2629" y="3296"/>
                    <a:pt x="2076" y="2596"/>
                    <a:pt x="1602" y="1998"/>
                  </a:cubicBezTo>
                  <a:cubicBezTo>
                    <a:pt x="1128" y="1389"/>
                    <a:pt x="722" y="892"/>
                    <a:pt x="451" y="54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"/>
            <p:cNvSpPr/>
            <p:nvPr/>
          </p:nvSpPr>
          <p:spPr>
            <a:xfrm>
              <a:off x="531775" y="4501725"/>
              <a:ext cx="166475" cy="209225"/>
            </a:xfrm>
            <a:custGeom>
              <a:avLst/>
              <a:gdLst/>
              <a:ahLst/>
              <a:cxnLst/>
              <a:rect l="l" t="t" r="r" b="b"/>
              <a:pathLst>
                <a:path w="6659" h="8369" extrusionOk="0">
                  <a:moveTo>
                    <a:pt x="3883" y="0"/>
                  </a:moveTo>
                  <a:cubicBezTo>
                    <a:pt x="2529" y="655"/>
                    <a:pt x="1141" y="1241"/>
                    <a:pt x="497" y="2720"/>
                  </a:cubicBezTo>
                  <a:cubicBezTo>
                    <a:pt x="170" y="3464"/>
                    <a:pt x="1" y="4266"/>
                    <a:pt x="1" y="5089"/>
                  </a:cubicBezTo>
                  <a:cubicBezTo>
                    <a:pt x="1" y="6545"/>
                    <a:pt x="734" y="7730"/>
                    <a:pt x="1919" y="8362"/>
                  </a:cubicBezTo>
                  <a:cubicBezTo>
                    <a:pt x="1978" y="8366"/>
                    <a:pt x="2037" y="8369"/>
                    <a:pt x="2096" y="8369"/>
                  </a:cubicBezTo>
                  <a:cubicBezTo>
                    <a:pt x="3476" y="8369"/>
                    <a:pt x="4904" y="7132"/>
                    <a:pt x="5575" y="6082"/>
                  </a:cubicBezTo>
                  <a:cubicBezTo>
                    <a:pt x="6580" y="4378"/>
                    <a:pt x="6659" y="2291"/>
                    <a:pt x="5801" y="519"/>
                  </a:cubicBezTo>
                  <a:cubicBezTo>
                    <a:pt x="5587" y="429"/>
                    <a:pt x="5361" y="361"/>
                    <a:pt x="5135" y="327"/>
                  </a:cubicBezTo>
                  <a:cubicBezTo>
                    <a:pt x="4718" y="215"/>
                    <a:pt x="4311" y="113"/>
                    <a:pt x="3883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"/>
            <p:cNvSpPr/>
            <p:nvPr/>
          </p:nvSpPr>
          <p:spPr>
            <a:xfrm>
              <a:off x="553925" y="4501775"/>
              <a:ext cx="146750" cy="139625"/>
            </a:xfrm>
            <a:custGeom>
              <a:avLst/>
              <a:gdLst/>
              <a:ahLst/>
              <a:cxnLst/>
              <a:rect l="l" t="t" r="r" b="b"/>
              <a:pathLst>
                <a:path w="5870" h="5585" extrusionOk="0">
                  <a:moveTo>
                    <a:pt x="3845" y="0"/>
                  </a:moveTo>
                  <a:cubicBezTo>
                    <a:pt x="3764" y="0"/>
                    <a:pt x="3681" y="7"/>
                    <a:pt x="3595" y="21"/>
                  </a:cubicBezTo>
                  <a:cubicBezTo>
                    <a:pt x="3222" y="66"/>
                    <a:pt x="2861" y="213"/>
                    <a:pt x="2545" y="416"/>
                  </a:cubicBezTo>
                  <a:cubicBezTo>
                    <a:pt x="2274" y="608"/>
                    <a:pt x="2173" y="867"/>
                    <a:pt x="1936" y="1093"/>
                  </a:cubicBezTo>
                  <a:cubicBezTo>
                    <a:pt x="1383" y="1634"/>
                    <a:pt x="571" y="1860"/>
                    <a:pt x="176" y="2582"/>
                  </a:cubicBezTo>
                  <a:cubicBezTo>
                    <a:pt x="1" y="2895"/>
                    <a:pt x="21" y="3689"/>
                    <a:pt x="390" y="3689"/>
                  </a:cubicBezTo>
                  <a:cubicBezTo>
                    <a:pt x="473" y="3689"/>
                    <a:pt x="574" y="3648"/>
                    <a:pt x="695" y="3553"/>
                  </a:cubicBezTo>
                  <a:lnTo>
                    <a:pt x="695" y="3553"/>
                  </a:lnTo>
                  <a:cubicBezTo>
                    <a:pt x="469" y="3880"/>
                    <a:pt x="277" y="4512"/>
                    <a:pt x="695" y="4738"/>
                  </a:cubicBezTo>
                  <a:cubicBezTo>
                    <a:pt x="782" y="4789"/>
                    <a:pt x="884" y="4812"/>
                    <a:pt x="993" y="4812"/>
                  </a:cubicBezTo>
                  <a:cubicBezTo>
                    <a:pt x="1333" y="4812"/>
                    <a:pt x="1728" y="4586"/>
                    <a:pt x="1857" y="4320"/>
                  </a:cubicBezTo>
                  <a:cubicBezTo>
                    <a:pt x="1877" y="4783"/>
                    <a:pt x="2207" y="5136"/>
                    <a:pt x="2516" y="5136"/>
                  </a:cubicBezTo>
                  <a:cubicBezTo>
                    <a:pt x="2719" y="5136"/>
                    <a:pt x="2914" y="4984"/>
                    <a:pt x="3008" y="4613"/>
                  </a:cubicBezTo>
                  <a:cubicBezTo>
                    <a:pt x="3030" y="4941"/>
                    <a:pt x="3143" y="5550"/>
                    <a:pt x="3561" y="5584"/>
                  </a:cubicBezTo>
                  <a:cubicBezTo>
                    <a:pt x="3570" y="5584"/>
                    <a:pt x="3579" y="5585"/>
                    <a:pt x="3588" y="5585"/>
                  </a:cubicBezTo>
                  <a:cubicBezTo>
                    <a:pt x="3928" y="5585"/>
                    <a:pt x="4049" y="5171"/>
                    <a:pt x="4170" y="4918"/>
                  </a:cubicBezTo>
                  <a:cubicBezTo>
                    <a:pt x="4407" y="5052"/>
                    <a:pt x="4613" y="5110"/>
                    <a:pt x="4793" y="5110"/>
                  </a:cubicBezTo>
                  <a:cubicBezTo>
                    <a:pt x="5602" y="5110"/>
                    <a:pt x="5870" y="3934"/>
                    <a:pt x="5852" y="3113"/>
                  </a:cubicBezTo>
                  <a:cubicBezTo>
                    <a:pt x="5818" y="2368"/>
                    <a:pt x="5626" y="1646"/>
                    <a:pt x="5287" y="991"/>
                  </a:cubicBezTo>
                  <a:cubicBezTo>
                    <a:pt x="4957" y="420"/>
                    <a:pt x="4484" y="0"/>
                    <a:pt x="3845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"/>
            <p:cNvSpPr/>
            <p:nvPr/>
          </p:nvSpPr>
          <p:spPr>
            <a:xfrm>
              <a:off x="579750" y="4514975"/>
              <a:ext cx="128650" cy="206025"/>
            </a:xfrm>
            <a:custGeom>
              <a:avLst/>
              <a:gdLst/>
              <a:ahLst/>
              <a:cxnLst/>
              <a:rect l="l" t="t" r="r" b="b"/>
              <a:pathLst>
                <a:path w="5146" h="8241" extrusionOk="0">
                  <a:moveTo>
                    <a:pt x="3882" y="1"/>
                  </a:moveTo>
                  <a:cubicBezTo>
                    <a:pt x="4390" y="1005"/>
                    <a:pt x="4582" y="2145"/>
                    <a:pt x="4435" y="3262"/>
                  </a:cubicBezTo>
                  <a:cubicBezTo>
                    <a:pt x="4345" y="4074"/>
                    <a:pt x="4074" y="4853"/>
                    <a:pt x="3656" y="5552"/>
                  </a:cubicBezTo>
                  <a:cubicBezTo>
                    <a:pt x="2974" y="6602"/>
                    <a:pt x="1556" y="7839"/>
                    <a:pt x="177" y="7839"/>
                  </a:cubicBezTo>
                  <a:cubicBezTo>
                    <a:pt x="118" y="7839"/>
                    <a:pt x="59" y="7836"/>
                    <a:pt x="0" y="7832"/>
                  </a:cubicBezTo>
                  <a:lnTo>
                    <a:pt x="0" y="7832"/>
                  </a:lnTo>
                  <a:cubicBezTo>
                    <a:pt x="305" y="7978"/>
                    <a:pt x="621" y="8103"/>
                    <a:pt x="948" y="8182"/>
                  </a:cubicBezTo>
                  <a:cubicBezTo>
                    <a:pt x="1116" y="8222"/>
                    <a:pt x="1281" y="8241"/>
                    <a:pt x="1444" y="8241"/>
                  </a:cubicBezTo>
                  <a:cubicBezTo>
                    <a:pt x="2925" y="8241"/>
                    <a:pt x="4176" y="6678"/>
                    <a:pt x="4694" y="5417"/>
                  </a:cubicBezTo>
                  <a:cubicBezTo>
                    <a:pt x="5101" y="4435"/>
                    <a:pt x="5146" y="3307"/>
                    <a:pt x="4977" y="2269"/>
                  </a:cubicBezTo>
                  <a:cubicBezTo>
                    <a:pt x="4909" y="1829"/>
                    <a:pt x="4864" y="1332"/>
                    <a:pt x="4683" y="915"/>
                  </a:cubicBezTo>
                  <a:cubicBezTo>
                    <a:pt x="4514" y="587"/>
                    <a:pt x="4288" y="305"/>
                    <a:pt x="4006" y="68"/>
                  </a:cubicBezTo>
                  <a:cubicBezTo>
                    <a:pt x="3984" y="57"/>
                    <a:pt x="3961" y="46"/>
                    <a:pt x="3938" y="34"/>
                  </a:cubicBezTo>
                  <a:cubicBezTo>
                    <a:pt x="3916" y="12"/>
                    <a:pt x="3893" y="1"/>
                    <a:pt x="38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"/>
            <p:cNvSpPr/>
            <p:nvPr/>
          </p:nvSpPr>
          <p:spPr>
            <a:xfrm>
              <a:off x="651675" y="4517525"/>
              <a:ext cx="30775" cy="117100"/>
            </a:xfrm>
            <a:custGeom>
              <a:avLst/>
              <a:gdLst/>
              <a:ahLst/>
              <a:cxnLst/>
              <a:rect l="l" t="t" r="r" b="b"/>
              <a:pathLst>
                <a:path w="1231" h="4684" extrusionOk="0">
                  <a:moveTo>
                    <a:pt x="870" y="0"/>
                  </a:moveTo>
                  <a:cubicBezTo>
                    <a:pt x="870" y="0"/>
                    <a:pt x="892" y="79"/>
                    <a:pt x="949" y="192"/>
                  </a:cubicBezTo>
                  <a:cubicBezTo>
                    <a:pt x="971" y="271"/>
                    <a:pt x="994" y="350"/>
                    <a:pt x="1005" y="429"/>
                  </a:cubicBezTo>
                  <a:cubicBezTo>
                    <a:pt x="1028" y="530"/>
                    <a:pt x="1039" y="632"/>
                    <a:pt x="1050" y="734"/>
                  </a:cubicBezTo>
                  <a:cubicBezTo>
                    <a:pt x="1061" y="846"/>
                    <a:pt x="1073" y="982"/>
                    <a:pt x="1061" y="1095"/>
                  </a:cubicBezTo>
                  <a:cubicBezTo>
                    <a:pt x="1050" y="1219"/>
                    <a:pt x="1050" y="1365"/>
                    <a:pt x="1028" y="1501"/>
                  </a:cubicBezTo>
                  <a:cubicBezTo>
                    <a:pt x="1028" y="1580"/>
                    <a:pt x="1016" y="1648"/>
                    <a:pt x="1005" y="1727"/>
                  </a:cubicBezTo>
                  <a:cubicBezTo>
                    <a:pt x="994" y="1794"/>
                    <a:pt x="982" y="1862"/>
                    <a:pt x="971" y="1941"/>
                  </a:cubicBezTo>
                  <a:cubicBezTo>
                    <a:pt x="937" y="2088"/>
                    <a:pt x="903" y="2234"/>
                    <a:pt x="870" y="2381"/>
                  </a:cubicBezTo>
                  <a:cubicBezTo>
                    <a:pt x="824" y="2528"/>
                    <a:pt x="791" y="2674"/>
                    <a:pt x="745" y="2821"/>
                  </a:cubicBezTo>
                  <a:cubicBezTo>
                    <a:pt x="700" y="2957"/>
                    <a:pt x="655" y="3103"/>
                    <a:pt x="599" y="3239"/>
                  </a:cubicBezTo>
                  <a:cubicBezTo>
                    <a:pt x="508" y="3509"/>
                    <a:pt x="407" y="3769"/>
                    <a:pt x="317" y="3972"/>
                  </a:cubicBezTo>
                  <a:cubicBezTo>
                    <a:pt x="271" y="4085"/>
                    <a:pt x="238" y="4187"/>
                    <a:pt x="192" y="4266"/>
                  </a:cubicBezTo>
                  <a:cubicBezTo>
                    <a:pt x="159" y="4345"/>
                    <a:pt x="125" y="4435"/>
                    <a:pt x="91" y="4491"/>
                  </a:cubicBezTo>
                  <a:cubicBezTo>
                    <a:pt x="35" y="4615"/>
                    <a:pt x="1" y="4683"/>
                    <a:pt x="1" y="4683"/>
                  </a:cubicBezTo>
                  <a:cubicBezTo>
                    <a:pt x="159" y="4480"/>
                    <a:pt x="305" y="4254"/>
                    <a:pt x="429" y="4029"/>
                  </a:cubicBezTo>
                  <a:cubicBezTo>
                    <a:pt x="486" y="3927"/>
                    <a:pt x="554" y="3825"/>
                    <a:pt x="599" y="3701"/>
                  </a:cubicBezTo>
                  <a:cubicBezTo>
                    <a:pt x="655" y="3577"/>
                    <a:pt x="723" y="3442"/>
                    <a:pt x="779" y="3306"/>
                  </a:cubicBezTo>
                  <a:cubicBezTo>
                    <a:pt x="824" y="3182"/>
                    <a:pt x="870" y="3024"/>
                    <a:pt x="926" y="2889"/>
                  </a:cubicBezTo>
                  <a:cubicBezTo>
                    <a:pt x="994" y="2742"/>
                    <a:pt x="1039" y="2595"/>
                    <a:pt x="1073" y="2437"/>
                  </a:cubicBezTo>
                  <a:cubicBezTo>
                    <a:pt x="1107" y="2280"/>
                    <a:pt x="1140" y="2133"/>
                    <a:pt x="1163" y="1986"/>
                  </a:cubicBezTo>
                  <a:cubicBezTo>
                    <a:pt x="1185" y="1828"/>
                    <a:pt x="1208" y="1681"/>
                    <a:pt x="1219" y="1523"/>
                  </a:cubicBezTo>
                  <a:cubicBezTo>
                    <a:pt x="1231" y="1388"/>
                    <a:pt x="1219" y="1241"/>
                    <a:pt x="1219" y="1106"/>
                  </a:cubicBezTo>
                  <a:cubicBezTo>
                    <a:pt x="1208" y="971"/>
                    <a:pt x="1185" y="846"/>
                    <a:pt x="1163" y="722"/>
                  </a:cubicBezTo>
                  <a:cubicBezTo>
                    <a:pt x="1140" y="621"/>
                    <a:pt x="1118" y="508"/>
                    <a:pt x="1073" y="406"/>
                  </a:cubicBezTo>
                  <a:cubicBezTo>
                    <a:pt x="1050" y="339"/>
                    <a:pt x="1016" y="260"/>
                    <a:pt x="982" y="192"/>
                  </a:cubicBezTo>
                  <a:cubicBezTo>
                    <a:pt x="903" y="68"/>
                    <a:pt x="870" y="0"/>
                    <a:pt x="87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"/>
            <p:cNvSpPr/>
            <p:nvPr/>
          </p:nvSpPr>
          <p:spPr>
            <a:xfrm>
              <a:off x="646025" y="4544875"/>
              <a:ext cx="25150" cy="61250"/>
            </a:xfrm>
            <a:custGeom>
              <a:avLst/>
              <a:gdLst/>
              <a:ahLst/>
              <a:cxnLst/>
              <a:rect l="l" t="t" r="r" b="b"/>
              <a:pathLst>
                <a:path w="1006" h="2450" extrusionOk="0">
                  <a:moveTo>
                    <a:pt x="983" y="1"/>
                  </a:moveTo>
                  <a:cubicBezTo>
                    <a:pt x="983" y="1"/>
                    <a:pt x="915" y="159"/>
                    <a:pt x="847" y="407"/>
                  </a:cubicBezTo>
                  <a:cubicBezTo>
                    <a:pt x="813" y="520"/>
                    <a:pt x="757" y="655"/>
                    <a:pt x="723" y="802"/>
                  </a:cubicBezTo>
                  <a:cubicBezTo>
                    <a:pt x="678" y="960"/>
                    <a:pt x="633" y="1118"/>
                    <a:pt x="576" y="1264"/>
                  </a:cubicBezTo>
                  <a:cubicBezTo>
                    <a:pt x="520" y="1422"/>
                    <a:pt x="464" y="1569"/>
                    <a:pt x="396" y="1716"/>
                  </a:cubicBezTo>
                  <a:cubicBezTo>
                    <a:pt x="362" y="1784"/>
                    <a:pt x="351" y="1851"/>
                    <a:pt x="317" y="1919"/>
                  </a:cubicBezTo>
                  <a:cubicBezTo>
                    <a:pt x="272" y="1975"/>
                    <a:pt x="249" y="2032"/>
                    <a:pt x="215" y="2088"/>
                  </a:cubicBezTo>
                  <a:cubicBezTo>
                    <a:pt x="193" y="2133"/>
                    <a:pt x="170" y="2190"/>
                    <a:pt x="136" y="2235"/>
                  </a:cubicBezTo>
                  <a:cubicBezTo>
                    <a:pt x="103" y="2269"/>
                    <a:pt x="80" y="2314"/>
                    <a:pt x="69" y="2348"/>
                  </a:cubicBezTo>
                  <a:lnTo>
                    <a:pt x="1" y="2449"/>
                  </a:lnTo>
                  <a:cubicBezTo>
                    <a:pt x="1" y="2449"/>
                    <a:pt x="46" y="2415"/>
                    <a:pt x="103" y="2370"/>
                  </a:cubicBezTo>
                  <a:cubicBezTo>
                    <a:pt x="125" y="2348"/>
                    <a:pt x="170" y="2314"/>
                    <a:pt x="204" y="2291"/>
                  </a:cubicBezTo>
                  <a:cubicBezTo>
                    <a:pt x="261" y="2257"/>
                    <a:pt x="306" y="2212"/>
                    <a:pt x="339" y="2167"/>
                  </a:cubicBezTo>
                  <a:cubicBezTo>
                    <a:pt x="385" y="2111"/>
                    <a:pt x="452" y="2077"/>
                    <a:pt x="497" y="2009"/>
                  </a:cubicBezTo>
                  <a:cubicBezTo>
                    <a:pt x="543" y="1953"/>
                    <a:pt x="633" y="1908"/>
                    <a:pt x="667" y="1829"/>
                  </a:cubicBezTo>
                  <a:cubicBezTo>
                    <a:pt x="712" y="1761"/>
                    <a:pt x="847" y="1727"/>
                    <a:pt x="881" y="1648"/>
                  </a:cubicBezTo>
                  <a:cubicBezTo>
                    <a:pt x="915" y="1569"/>
                    <a:pt x="949" y="1490"/>
                    <a:pt x="983" y="1411"/>
                  </a:cubicBezTo>
                  <a:cubicBezTo>
                    <a:pt x="1005" y="1343"/>
                    <a:pt x="915" y="1208"/>
                    <a:pt x="949" y="1129"/>
                  </a:cubicBezTo>
                  <a:cubicBezTo>
                    <a:pt x="983" y="1050"/>
                    <a:pt x="892" y="926"/>
                    <a:pt x="904" y="847"/>
                  </a:cubicBezTo>
                  <a:cubicBezTo>
                    <a:pt x="938" y="700"/>
                    <a:pt x="960" y="554"/>
                    <a:pt x="971" y="429"/>
                  </a:cubicBezTo>
                  <a:cubicBezTo>
                    <a:pt x="983" y="283"/>
                    <a:pt x="994" y="147"/>
                    <a:pt x="983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"/>
            <p:cNvSpPr/>
            <p:nvPr/>
          </p:nvSpPr>
          <p:spPr>
            <a:xfrm>
              <a:off x="641250" y="4543175"/>
              <a:ext cx="26250" cy="49125"/>
            </a:xfrm>
            <a:custGeom>
              <a:avLst/>
              <a:gdLst/>
              <a:ahLst/>
              <a:cxnLst/>
              <a:rect l="l" t="t" r="r" b="b"/>
              <a:pathLst>
                <a:path w="1050" h="1965" extrusionOk="0">
                  <a:moveTo>
                    <a:pt x="1050" y="1"/>
                  </a:moveTo>
                  <a:cubicBezTo>
                    <a:pt x="1050" y="1"/>
                    <a:pt x="1027" y="35"/>
                    <a:pt x="1004" y="91"/>
                  </a:cubicBezTo>
                  <a:cubicBezTo>
                    <a:pt x="982" y="148"/>
                    <a:pt x="948" y="227"/>
                    <a:pt x="914" y="328"/>
                  </a:cubicBezTo>
                  <a:cubicBezTo>
                    <a:pt x="880" y="373"/>
                    <a:pt x="858" y="430"/>
                    <a:pt x="835" y="486"/>
                  </a:cubicBezTo>
                  <a:cubicBezTo>
                    <a:pt x="824" y="543"/>
                    <a:pt x="790" y="599"/>
                    <a:pt x="767" y="655"/>
                  </a:cubicBezTo>
                  <a:cubicBezTo>
                    <a:pt x="711" y="780"/>
                    <a:pt x="655" y="904"/>
                    <a:pt x="587" y="1017"/>
                  </a:cubicBezTo>
                  <a:cubicBezTo>
                    <a:pt x="519" y="1141"/>
                    <a:pt x="463" y="1265"/>
                    <a:pt x="395" y="1378"/>
                  </a:cubicBezTo>
                  <a:cubicBezTo>
                    <a:pt x="350" y="1423"/>
                    <a:pt x="327" y="1479"/>
                    <a:pt x="294" y="1524"/>
                  </a:cubicBezTo>
                  <a:cubicBezTo>
                    <a:pt x="260" y="1581"/>
                    <a:pt x="226" y="1626"/>
                    <a:pt x="203" y="1671"/>
                  </a:cubicBezTo>
                  <a:cubicBezTo>
                    <a:pt x="147" y="1761"/>
                    <a:pt x="90" y="1829"/>
                    <a:pt x="57" y="1885"/>
                  </a:cubicBezTo>
                  <a:cubicBezTo>
                    <a:pt x="23" y="1931"/>
                    <a:pt x="0" y="1964"/>
                    <a:pt x="0" y="1964"/>
                  </a:cubicBezTo>
                  <a:cubicBezTo>
                    <a:pt x="34" y="1942"/>
                    <a:pt x="57" y="1931"/>
                    <a:pt x="79" y="1908"/>
                  </a:cubicBezTo>
                  <a:cubicBezTo>
                    <a:pt x="158" y="1863"/>
                    <a:pt x="226" y="1806"/>
                    <a:pt x="282" y="1750"/>
                  </a:cubicBezTo>
                  <a:cubicBezTo>
                    <a:pt x="327" y="1705"/>
                    <a:pt x="373" y="1671"/>
                    <a:pt x="418" y="1626"/>
                  </a:cubicBezTo>
                  <a:cubicBezTo>
                    <a:pt x="463" y="1581"/>
                    <a:pt x="508" y="1536"/>
                    <a:pt x="542" y="1479"/>
                  </a:cubicBezTo>
                  <a:cubicBezTo>
                    <a:pt x="587" y="1423"/>
                    <a:pt x="632" y="1366"/>
                    <a:pt x="666" y="1310"/>
                  </a:cubicBezTo>
                  <a:cubicBezTo>
                    <a:pt x="711" y="1242"/>
                    <a:pt x="745" y="1186"/>
                    <a:pt x="779" y="1118"/>
                  </a:cubicBezTo>
                  <a:cubicBezTo>
                    <a:pt x="813" y="1050"/>
                    <a:pt x="835" y="994"/>
                    <a:pt x="869" y="926"/>
                  </a:cubicBezTo>
                  <a:cubicBezTo>
                    <a:pt x="937" y="746"/>
                    <a:pt x="993" y="554"/>
                    <a:pt x="1027" y="362"/>
                  </a:cubicBezTo>
                  <a:cubicBezTo>
                    <a:pt x="1038" y="272"/>
                    <a:pt x="1038" y="182"/>
                    <a:pt x="1050" y="103"/>
                  </a:cubicBezTo>
                  <a:lnTo>
                    <a:pt x="1050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"/>
            <p:cNvSpPr/>
            <p:nvPr/>
          </p:nvSpPr>
          <p:spPr>
            <a:xfrm>
              <a:off x="444625" y="4399575"/>
              <a:ext cx="243750" cy="147875"/>
            </a:xfrm>
            <a:custGeom>
              <a:avLst/>
              <a:gdLst/>
              <a:ahLst/>
              <a:cxnLst/>
              <a:rect l="l" t="t" r="r" b="b"/>
              <a:pathLst>
                <a:path w="9750" h="5915" extrusionOk="0">
                  <a:moveTo>
                    <a:pt x="3350" y="0"/>
                  </a:moveTo>
                  <a:cubicBezTo>
                    <a:pt x="3142" y="0"/>
                    <a:pt x="2932" y="15"/>
                    <a:pt x="2720" y="46"/>
                  </a:cubicBezTo>
                  <a:cubicBezTo>
                    <a:pt x="1422" y="238"/>
                    <a:pt x="260" y="1028"/>
                    <a:pt x="23" y="2258"/>
                  </a:cubicBezTo>
                  <a:cubicBezTo>
                    <a:pt x="11" y="2315"/>
                    <a:pt x="11" y="2371"/>
                    <a:pt x="0" y="2427"/>
                  </a:cubicBezTo>
                  <a:cubicBezTo>
                    <a:pt x="79" y="2653"/>
                    <a:pt x="169" y="2879"/>
                    <a:pt x="271" y="3093"/>
                  </a:cubicBezTo>
                  <a:cubicBezTo>
                    <a:pt x="914" y="4312"/>
                    <a:pt x="2121" y="5057"/>
                    <a:pt x="3374" y="5564"/>
                  </a:cubicBezTo>
                  <a:cubicBezTo>
                    <a:pt x="4141" y="5869"/>
                    <a:pt x="5123" y="5914"/>
                    <a:pt x="5936" y="5914"/>
                  </a:cubicBezTo>
                  <a:cubicBezTo>
                    <a:pt x="7222" y="5892"/>
                    <a:pt x="8802" y="5722"/>
                    <a:pt x="9727" y="4820"/>
                  </a:cubicBezTo>
                  <a:cubicBezTo>
                    <a:pt x="9738" y="4797"/>
                    <a:pt x="9750" y="4763"/>
                    <a:pt x="9750" y="4741"/>
                  </a:cubicBezTo>
                  <a:cubicBezTo>
                    <a:pt x="9434" y="4131"/>
                    <a:pt x="9050" y="3567"/>
                    <a:pt x="8599" y="3048"/>
                  </a:cubicBezTo>
                  <a:cubicBezTo>
                    <a:pt x="7274" y="1538"/>
                    <a:pt x="5453" y="0"/>
                    <a:pt x="3350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"/>
            <p:cNvSpPr/>
            <p:nvPr/>
          </p:nvSpPr>
          <p:spPr>
            <a:xfrm>
              <a:off x="545600" y="4433375"/>
              <a:ext cx="141075" cy="119950"/>
            </a:xfrm>
            <a:custGeom>
              <a:avLst/>
              <a:gdLst/>
              <a:ahLst/>
              <a:cxnLst/>
              <a:rect l="l" t="t" r="r" b="b"/>
              <a:pathLst>
                <a:path w="5643" h="4798" extrusionOk="0">
                  <a:moveTo>
                    <a:pt x="2735" y="1"/>
                  </a:moveTo>
                  <a:cubicBezTo>
                    <a:pt x="2715" y="1"/>
                    <a:pt x="2695" y="2"/>
                    <a:pt x="2675" y="3"/>
                  </a:cubicBezTo>
                  <a:cubicBezTo>
                    <a:pt x="2066" y="15"/>
                    <a:pt x="1637" y="771"/>
                    <a:pt x="1874" y="1324"/>
                  </a:cubicBezTo>
                  <a:cubicBezTo>
                    <a:pt x="1708" y="1197"/>
                    <a:pt x="1425" y="1048"/>
                    <a:pt x="1186" y="1048"/>
                  </a:cubicBezTo>
                  <a:cubicBezTo>
                    <a:pt x="1084" y="1048"/>
                    <a:pt x="989" y="1076"/>
                    <a:pt x="915" y="1143"/>
                  </a:cubicBezTo>
                  <a:cubicBezTo>
                    <a:pt x="576" y="1414"/>
                    <a:pt x="825" y="1910"/>
                    <a:pt x="881" y="2226"/>
                  </a:cubicBezTo>
                  <a:cubicBezTo>
                    <a:pt x="689" y="2283"/>
                    <a:pt x="170" y="2317"/>
                    <a:pt x="102" y="2576"/>
                  </a:cubicBezTo>
                  <a:cubicBezTo>
                    <a:pt x="12" y="2824"/>
                    <a:pt x="249" y="2937"/>
                    <a:pt x="497" y="2971"/>
                  </a:cubicBezTo>
                  <a:cubicBezTo>
                    <a:pt x="136" y="3005"/>
                    <a:pt x="1" y="3276"/>
                    <a:pt x="80" y="3581"/>
                  </a:cubicBezTo>
                  <a:cubicBezTo>
                    <a:pt x="238" y="4212"/>
                    <a:pt x="1400" y="4630"/>
                    <a:pt x="1953" y="4743"/>
                  </a:cubicBezTo>
                  <a:cubicBezTo>
                    <a:pt x="2117" y="4780"/>
                    <a:pt x="2283" y="4797"/>
                    <a:pt x="2452" y="4797"/>
                  </a:cubicBezTo>
                  <a:cubicBezTo>
                    <a:pt x="3552" y="4797"/>
                    <a:pt x="4733" y="4085"/>
                    <a:pt x="5643" y="3772"/>
                  </a:cubicBezTo>
                  <a:lnTo>
                    <a:pt x="5541" y="2768"/>
                  </a:lnTo>
                  <a:cubicBezTo>
                    <a:pt x="4955" y="2170"/>
                    <a:pt x="4492" y="1459"/>
                    <a:pt x="3950" y="850"/>
                  </a:cubicBezTo>
                  <a:cubicBezTo>
                    <a:pt x="3636" y="524"/>
                    <a:pt x="3227" y="1"/>
                    <a:pt x="2735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"/>
            <p:cNvSpPr/>
            <p:nvPr/>
          </p:nvSpPr>
          <p:spPr>
            <a:xfrm>
              <a:off x="442075" y="4460250"/>
              <a:ext cx="245450" cy="116425"/>
            </a:xfrm>
            <a:custGeom>
              <a:avLst/>
              <a:gdLst/>
              <a:ahLst/>
              <a:cxnLst/>
              <a:rect l="l" t="t" r="r" b="b"/>
              <a:pathLst>
                <a:path w="9818" h="4657" extrusionOk="0">
                  <a:moveTo>
                    <a:pt x="91" y="0"/>
                  </a:moveTo>
                  <a:lnTo>
                    <a:pt x="91" y="0"/>
                  </a:lnTo>
                  <a:cubicBezTo>
                    <a:pt x="0" y="869"/>
                    <a:pt x="181" y="1896"/>
                    <a:pt x="768" y="2528"/>
                  </a:cubicBezTo>
                  <a:cubicBezTo>
                    <a:pt x="1625" y="3487"/>
                    <a:pt x="2291" y="3905"/>
                    <a:pt x="3510" y="4390"/>
                  </a:cubicBezTo>
                  <a:cubicBezTo>
                    <a:pt x="3948" y="4572"/>
                    <a:pt x="4592" y="4656"/>
                    <a:pt x="5234" y="4656"/>
                  </a:cubicBezTo>
                  <a:cubicBezTo>
                    <a:pt x="5783" y="4656"/>
                    <a:pt x="6332" y="4595"/>
                    <a:pt x="6748" y="4480"/>
                  </a:cubicBezTo>
                  <a:cubicBezTo>
                    <a:pt x="7719" y="4221"/>
                    <a:pt x="9491" y="3352"/>
                    <a:pt x="9818" y="2393"/>
                  </a:cubicBezTo>
                  <a:lnTo>
                    <a:pt x="9818" y="2393"/>
                  </a:lnTo>
                  <a:cubicBezTo>
                    <a:pt x="8892" y="3295"/>
                    <a:pt x="7324" y="3465"/>
                    <a:pt x="6026" y="3487"/>
                  </a:cubicBezTo>
                  <a:cubicBezTo>
                    <a:pt x="5214" y="3487"/>
                    <a:pt x="4232" y="3442"/>
                    <a:pt x="3465" y="3137"/>
                  </a:cubicBezTo>
                  <a:cubicBezTo>
                    <a:pt x="2223" y="2630"/>
                    <a:pt x="1016" y="1885"/>
                    <a:pt x="362" y="666"/>
                  </a:cubicBezTo>
                  <a:cubicBezTo>
                    <a:pt x="260" y="452"/>
                    <a:pt x="170" y="226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"/>
            <p:cNvSpPr/>
            <p:nvPr/>
          </p:nvSpPr>
          <p:spPr>
            <a:xfrm>
              <a:off x="600325" y="4510450"/>
              <a:ext cx="99050" cy="25700"/>
            </a:xfrm>
            <a:custGeom>
              <a:avLst/>
              <a:gdLst/>
              <a:ahLst/>
              <a:cxnLst/>
              <a:rect l="l" t="t" r="r" b="b"/>
              <a:pathLst>
                <a:path w="3962" h="1028" extrusionOk="0">
                  <a:moveTo>
                    <a:pt x="3962" y="1"/>
                  </a:moveTo>
                  <a:lnTo>
                    <a:pt x="3962" y="1"/>
                  </a:lnTo>
                  <a:cubicBezTo>
                    <a:pt x="3905" y="12"/>
                    <a:pt x="3849" y="35"/>
                    <a:pt x="3792" y="57"/>
                  </a:cubicBezTo>
                  <a:cubicBezTo>
                    <a:pt x="3691" y="103"/>
                    <a:pt x="3533" y="159"/>
                    <a:pt x="3352" y="227"/>
                  </a:cubicBezTo>
                  <a:cubicBezTo>
                    <a:pt x="3172" y="294"/>
                    <a:pt x="2969" y="362"/>
                    <a:pt x="2732" y="441"/>
                  </a:cubicBezTo>
                  <a:cubicBezTo>
                    <a:pt x="2619" y="475"/>
                    <a:pt x="2506" y="509"/>
                    <a:pt x="2382" y="554"/>
                  </a:cubicBezTo>
                  <a:cubicBezTo>
                    <a:pt x="2269" y="588"/>
                    <a:pt x="2145" y="622"/>
                    <a:pt x="2021" y="655"/>
                  </a:cubicBezTo>
                  <a:cubicBezTo>
                    <a:pt x="1885" y="678"/>
                    <a:pt x="1773" y="712"/>
                    <a:pt x="1648" y="746"/>
                  </a:cubicBezTo>
                  <a:cubicBezTo>
                    <a:pt x="1524" y="768"/>
                    <a:pt x="1400" y="791"/>
                    <a:pt x="1287" y="813"/>
                  </a:cubicBezTo>
                  <a:cubicBezTo>
                    <a:pt x="1174" y="836"/>
                    <a:pt x="1050" y="859"/>
                    <a:pt x="949" y="870"/>
                  </a:cubicBezTo>
                  <a:cubicBezTo>
                    <a:pt x="836" y="870"/>
                    <a:pt x="734" y="892"/>
                    <a:pt x="644" y="892"/>
                  </a:cubicBezTo>
                  <a:lnTo>
                    <a:pt x="385" y="892"/>
                  </a:lnTo>
                  <a:cubicBezTo>
                    <a:pt x="317" y="892"/>
                    <a:pt x="249" y="881"/>
                    <a:pt x="181" y="870"/>
                  </a:cubicBezTo>
                  <a:lnTo>
                    <a:pt x="1" y="847"/>
                  </a:lnTo>
                  <a:lnTo>
                    <a:pt x="1" y="847"/>
                  </a:lnTo>
                  <a:cubicBezTo>
                    <a:pt x="1" y="847"/>
                    <a:pt x="69" y="881"/>
                    <a:pt x="170" y="926"/>
                  </a:cubicBezTo>
                  <a:cubicBezTo>
                    <a:pt x="238" y="949"/>
                    <a:pt x="306" y="960"/>
                    <a:pt x="373" y="971"/>
                  </a:cubicBezTo>
                  <a:cubicBezTo>
                    <a:pt x="452" y="994"/>
                    <a:pt x="543" y="1005"/>
                    <a:pt x="644" y="1017"/>
                  </a:cubicBezTo>
                  <a:cubicBezTo>
                    <a:pt x="746" y="1028"/>
                    <a:pt x="847" y="1028"/>
                    <a:pt x="960" y="1028"/>
                  </a:cubicBezTo>
                  <a:cubicBezTo>
                    <a:pt x="1073" y="1017"/>
                    <a:pt x="1197" y="1017"/>
                    <a:pt x="1310" y="1005"/>
                  </a:cubicBezTo>
                  <a:cubicBezTo>
                    <a:pt x="1434" y="994"/>
                    <a:pt x="1558" y="971"/>
                    <a:pt x="1694" y="949"/>
                  </a:cubicBezTo>
                  <a:cubicBezTo>
                    <a:pt x="1818" y="926"/>
                    <a:pt x="1942" y="892"/>
                    <a:pt x="2066" y="859"/>
                  </a:cubicBezTo>
                  <a:cubicBezTo>
                    <a:pt x="2314" y="802"/>
                    <a:pt x="2562" y="712"/>
                    <a:pt x="2799" y="622"/>
                  </a:cubicBezTo>
                  <a:cubicBezTo>
                    <a:pt x="3025" y="531"/>
                    <a:pt x="3228" y="430"/>
                    <a:pt x="3409" y="340"/>
                  </a:cubicBezTo>
                  <a:cubicBezTo>
                    <a:pt x="3601" y="238"/>
                    <a:pt x="3781" y="125"/>
                    <a:pt x="3962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"/>
            <p:cNvSpPr/>
            <p:nvPr/>
          </p:nvSpPr>
          <p:spPr>
            <a:xfrm>
              <a:off x="612750" y="4513000"/>
              <a:ext cx="77325" cy="8775"/>
            </a:xfrm>
            <a:custGeom>
              <a:avLst/>
              <a:gdLst/>
              <a:ahLst/>
              <a:cxnLst/>
              <a:rect l="l" t="t" r="r" b="b"/>
              <a:pathLst>
                <a:path w="3093" h="351" extrusionOk="0">
                  <a:moveTo>
                    <a:pt x="3092" y="1"/>
                  </a:moveTo>
                  <a:lnTo>
                    <a:pt x="3092" y="1"/>
                  </a:lnTo>
                  <a:cubicBezTo>
                    <a:pt x="3092" y="1"/>
                    <a:pt x="3047" y="12"/>
                    <a:pt x="2957" y="12"/>
                  </a:cubicBezTo>
                  <a:cubicBezTo>
                    <a:pt x="2878" y="23"/>
                    <a:pt x="2754" y="57"/>
                    <a:pt x="2607" y="68"/>
                  </a:cubicBezTo>
                  <a:cubicBezTo>
                    <a:pt x="2539" y="68"/>
                    <a:pt x="2460" y="80"/>
                    <a:pt x="2381" y="91"/>
                  </a:cubicBezTo>
                  <a:cubicBezTo>
                    <a:pt x="2302" y="102"/>
                    <a:pt x="2212" y="102"/>
                    <a:pt x="2122" y="102"/>
                  </a:cubicBezTo>
                  <a:cubicBezTo>
                    <a:pt x="1941" y="125"/>
                    <a:pt x="1749" y="136"/>
                    <a:pt x="1558" y="136"/>
                  </a:cubicBezTo>
                  <a:lnTo>
                    <a:pt x="0" y="136"/>
                  </a:lnTo>
                  <a:cubicBezTo>
                    <a:pt x="0" y="136"/>
                    <a:pt x="57" y="159"/>
                    <a:pt x="136" y="181"/>
                  </a:cubicBezTo>
                  <a:cubicBezTo>
                    <a:pt x="215" y="192"/>
                    <a:pt x="339" y="226"/>
                    <a:pt x="486" y="260"/>
                  </a:cubicBezTo>
                  <a:cubicBezTo>
                    <a:pt x="632" y="283"/>
                    <a:pt x="802" y="305"/>
                    <a:pt x="982" y="328"/>
                  </a:cubicBezTo>
                  <a:cubicBezTo>
                    <a:pt x="1163" y="350"/>
                    <a:pt x="1366" y="350"/>
                    <a:pt x="1558" y="350"/>
                  </a:cubicBezTo>
                  <a:cubicBezTo>
                    <a:pt x="1659" y="339"/>
                    <a:pt x="1761" y="339"/>
                    <a:pt x="1851" y="328"/>
                  </a:cubicBezTo>
                  <a:cubicBezTo>
                    <a:pt x="1953" y="328"/>
                    <a:pt x="2043" y="317"/>
                    <a:pt x="2133" y="294"/>
                  </a:cubicBezTo>
                  <a:cubicBezTo>
                    <a:pt x="2235" y="283"/>
                    <a:pt x="2314" y="271"/>
                    <a:pt x="2404" y="249"/>
                  </a:cubicBezTo>
                  <a:cubicBezTo>
                    <a:pt x="2483" y="226"/>
                    <a:pt x="2562" y="204"/>
                    <a:pt x="2641" y="181"/>
                  </a:cubicBezTo>
                  <a:cubicBezTo>
                    <a:pt x="2754" y="147"/>
                    <a:pt x="2867" y="113"/>
                    <a:pt x="2968" y="57"/>
                  </a:cubicBezTo>
                  <a:lnTo>
                    <a:pt x="3092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"/>
            <p:cNvSpPr/>
            <p:nvPr/>
          </p:nvSpPr>
          <p:spPr>
            <a:xfrm>
              <a:off x="628550" y="4503700"/>
              <a:ext cx="67150" cy="10450"/>
            </a:xfrm>
            <a:custGeom>
              <a:avLst/>
              <a:gdLst/>
              <a:ahLst/>
              <a:cxnLst/>
              <a:rect l="l" t="t" r="r" b="b"/>
              <a:pathLst>
                <a:path w="2686" h="418" extrusionOk="0">
                  <a:moveTo>
                    <a:pt x="0" y="0"/>
                  </a:moveTo>
                  <a:lnTo>
                    <a:pt x="0" y="0"/>
                  </a:lnTo>
                  <a:cubicBezTo>
                    <a:pt x="124" y="68"/>
                    <a:pt x="260" y="113"/>
                    <a:pt x="395" y="158"/>
                  </a:cubicBezTo>
                  <a:lnTo>
                    <a:pt x="598" y="237"/>
                  </a:lnTo>
                  <a:cubicBezTo>
                    <a:pt x="666" y="248"/>
                    <a:pt x="745" y="271"/>
                    <a:pt x="824" y="282"/>
                  </a:cubicBezTo>
                  <a:cubicBezTo>
                    <a:pt x="971" y="316"/>
                    <a:pt x="1151" y="361"/>
                    <a:pt x="1321" y="384"/>
                  </a:cubicBezTo>
                  <a:cubicBezTo>
                    <a:pt x="1490" y="395"/>
                    <a:pt x="1659" y="418"/>
                    <a:pt x="1817" y="418"/>
                  </a:cubicBezTo>
                  <a:cubicBezTo>
                    <a:pt x="1964" y="418"/>
                    <a:pt x="2110" y="418"/>
                    <a:pt x="2257" y="406"/>
                  </a:cubicBezTo>
                  <a:cubicBezTo>
                    <a:pt x="2517" y="384"/>
                    <a:pt x="2686" y="361"/>
                    <a:pt x="2686" y="361"/>
                  </a:cubicBezTo>
                  <a:cubicBezTo>
                    <a:pt x="2686" y="361"/>
                    <a:pt x="2505" y="316"/>
                    <a:pt x="2257" y="282"/>
                  </a:cubicBezTo>
                  <a:cubicBezTo>
                    <a:pt x="2201" y="271"/>
                    <a:pt x="2122" y="271"/>
                    <a:pt x="2054" y="260"/>
                  </a:cubicBezTo>
                  <a:cubicBezTo>
                    <a:pt x="1986" y="248"/>
                    <a:pt x="1907" y="237"/>
                    <a:pt x="1828" y="226"/>
                  </a:cubicBezTo>
                  <a:cubicBezTo>
                    <a:pt x="1670" y="203"/>
                    <a:pt x="1512" y="192"/>
                    <a:pt x="1343" y="169"/>
                  </a:cubicBezTo>
                  <a:cubicBezTo>
                    <a:pt x="1174" y="147"/>
                    <a:pt x="1016" y="113"/>
                    <a:pt x="858" y="102"/>
                  </a:cubicBezTo>
                  <a:cubicBezTo>
                    <a:pt x="779" y="90"/>
                    <a:pt x="700" y="90"/>
                    <a:pt x="621" y="79"/>
                  </a:cubicBezTo>
                  <a:cubicBezTo>
                    <a:pt x="553" y="68"/>
                    <a:pt x="486" y="57"/>
                    <a:pt x="418" y="45"/>
                  </a:cubicBezTo>
                  <a:cubicBezTo>
                    <a:pt x="170" y="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"/>
            <p:cNvSpPr/>
            <p:nvPr/>
          </p:nvSpPr>
          <p:spPr>
            <a:xfrm>
              <a:off x="616975" y="4298050"/>
              <a:ext cx="138250" cy="224275"/>
            </a:xfrm>
            <a:custGeom>
              <a:avLst/>
              <a:gdLst/>
              <a:ahLst/>
              <a:cxnLst/>
              <a:rect l="l" t="t" r="r" b="b"/>
              <a:pathLst>
                <a:path w="5530" h="8971" extrusionOk="0">
                  <a:moveTo>
                    <a:pt x="2833" y="0"/>
                  </a:moveTo>
                  <a:cubicBezTo>
                    <a:pt x="2585" y="45"/>
                    <a:pt x="2348" y="147"/>
                    <a:pt x="2133" y="282"/>
                  </a:cubicBezTo>
                  <a:cubicBezTo>
                    <a:pt x="1219" y="914"/>
                    <a:pt x="689" y="1805"/>
                    <a:pt x="373" y="2855"/>
                  </a:cubicBezTo>
                  <a:cubicBezTo>
                    <a:pt x="1" y="4062"/>
                    <a:pt x="215" y="5349"/>
                    <a:pt x="757" y="6477"/>
                  </a:cubicBezTo>
                  <a:cubicBezTo>
                    <a:pt x="982" y="6929"/>
                    <a:pt x="1253" y="7357"/>
                    <a:pt x="1558" y="7775"/>
                  </a:cubicBezTo>
                  <a:cubicBezTo>
                    <a:pt x="1908" y="8237"/>
                    <a:pt x="2348" y="8644"/>
                    <a:pt x="2833" y="8971"/>
                  </a:cubicBezTo>
                  <a:lnTo>
                    <a:pt x="3126" y="8542"/>
                  </a:lnTo>
                  <a:cubicBezTo>
                    <a:pt x="3499" y="8012"/>
                    <a:pt x="3826" y="7448"/>
                    <a:pt x="4097" y="6872"/>
                  </a:cubicBezTo>
                  <a:cubicBezTo>
                    <a:pt x="4909" y="5123"/>
                    <a:pt x="5530" y="2516"/>
                    <a:pt x="4221" y="835"/>
                  </a:cubicBezTo>
                  <a:cubicBezTo>
                    <a:pt x="3871" y="395"/>
                    <a:pt x="3375" y="102"/>
                    <a:pt x="2833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"/>
            <p:cNvSpPr/>
            <p:nvPr/>
          </p:nvSpPr>
          <p:spPr>
            <a:xfrm>
              <a:off x="629875" y="4406500"/>
              <a:ext cx="110975" cy="125150"/>
            </a:xfrm>
            <a:custGeom>
              <a:avLst/>
              <a:gdLst/>
              <a:ahLst/>
              <a:cxnLst/>
              <a:rect l="l" t="t" r="r" b="b"/>
              <a:pathLst>
                <a:path w="4439" h="5006" extrusionOk="0">
                  <a:moveTo>
                    <a:pt x="1597" y="0"/>
                  </a:moveTo>
                  <a:cubicBezTo>
                    <a:pt x="1231" y="0"/>
                    <a:pt x="933" y="328"/>
                    <a:pt x="1053" y="875"/>
                  </a:cubicBezTo>
                  <a:cubicBezTo>
                    <a:pt x="938" y="688"/>
                    <a:pt x="818" y="612"/>
                    <a:pt x="702" y="612"/>
                  </a:cubicBezTo>
                  <a:cubicBezTo>
                    <a:pt x="329" y="612"/>
                    <a:pt x="1" y="1394"/>
                    <a:pt x="26" y="1755"/>
                  </a:cubicBezTo>
                  <a:cubicBezTo>
                    <a:pt x="105" y="3188"/>
                    <a:pt x="1391" y="4114"/>
                    <a:pt x="2362" y="5005"/>
                  </a:cubicBezTo>
                  <a:lnTo>
                    <a:pt x="2362" y="5005"/>
                  </a:lnTo>
                  <a:cubicBezTo>
                    <a:pt x="2263" y="4912"/>
                    <a:pt x="3288" y="3549"/>
                    <a:pt x="3389" y="3380"/>
                  </a:cubicBezTo>
                  <a:cubicBezTo>
                    <a:pt x="3829" y="2557"/>
                    <a:pt x="4438" y="1857"/>
                    <a:pt x="4044" y="864"/>
                  </a:cubicBezTo>
                  <a:cubicBezTo>
                    <a:pt x="3947" y="627"/>
                    <a:pt x="3643" y="342"/>
                    <a:pt x="3393" y="342"/>
                  </a:cubicBezTo>
                  <a:cubicBezTo>
                    <a:pt x="3262" y="342"/>
                    <a:pt x="3147" y="421"/>
                    <a:pt x="3084" y="627"/>
                  </a:cubicBezTo>
                  <a:cubicBezTo>
                    <a:pt x="2989" y="405"/>
                    <a:pt x="2683" y="6"/>
                    <a:pt x="2431" y="6"/>
                  </a:cubicBezTo>
                  <a:cubicBezTo>
                    <a:pt x="2324" y="6"/>
                    <a:pt x="2226" y="78"/>
                    <a:pt x="2159" y="266"/>
                  </a:cubicBezTo>
                  <a:cubicBezTo>
                    <a:pt x="1985" y="84"/>
                    <a:pt x="1782" y="0"/>
                    <a:pt x="1597" y="0"/>
                  </a:cubicBezTo>
                  <a:close/>
                  <a:moveTo>
                    <a:pt x="2362" y="5005"/>
                  </a:moveTo>
                  <a:lnTo>
                    <a:pt x="2362" y="5005"/>
                  </a:lnTo>
                  <a:cubicBezTo>
                    <a:pt x="2362" y="5005"/>
                    <a:pt x="2362" y="5005"/>
                    <a:pt x="2362" y="5005"/>
                  </a:cubicBezTo>
                  <a:cubicBezTo>
                    <a:pt x="2362" y="5005"/>
                    <a:pt x="2362" y="5005"/>
                    <a:pt x="2362" y="5005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"/>
            <p:cNvSpPr/>
            <p:nvPr/>
          </p:nvSpPr>
          <p:spPr>
            <a:xfrm>
              <a:off x="585675" y="4296800"/>
              <a:ext cx="102150" cy="226375"/>
            </a:xfrm>
            <a:custGeom>
              <a:avLst/>
              <a:gdLst/>
              <a:ahLst/>
              <a:cxnLst/>
              <a:rect l="l" t="t" r="r" b="b"/>
              <a:pathLst>
                <a:path w="4086" h="9055" extrusionOk="0">
                  <a:moveTo>
                    <a:pt x="3583" y="1"/>
                  </a:moveTo>
                  <a:cubicBezTo>
                    <a:pt x="3287" y="1"/>
                    <a:pt x="2988" y="51"/>
                    <a:pt x="2708" y="152"/>
                  </a:cubicBezTo>
                  <a:cubicBezTo>
                    <a:pt x="858" y="806"/>
                    <a:pt x="0" y="3458"/>
                    <a:pt x="587" y="5196"/>
                  </a:cubicBezTo>
                  <a:cubicBezTo>
                    <a:pt x="1129" y="6922"/>
                    <a:pt x="2167" y="8592"/>
                    <a:pt x="4062" y="9055"/>
                  </a:cubicBezTo>
                  <a:cubicBezTo>
                    <a:pt x="4074" y="9044"/>
                    <a:pt x="4074" y="9032"/>
                    <a:pt x="4085" y="9021"/>
                  </a:cubicBezTo>
                  <a:cubicBezTo>
                    <a:pt x="3600" y="8694"/>
                    <a:pt x="3160" y="8287"/>
                    <a:pt x="2810" y="7825"/>
                  </a:cubicBezTo>
                  <a:cubicBezTo>
                    <a:pt x="2505" y="7407"/>
                    <a:pt x="2234" y="6979"/>
                    <a:pt x="2009" y="6527"/>
                  </a:cubicBezTo>
                  <a:cubicBezTo>
                    <a:pt x="1467" y="5399"/>
                    <a:pt x="1253" y="4112"/>
                    <a:pt x="1625" y="2905"/>
                  </a:cubicBezTo>
                  <a:cubicBezTo>
                    <a:pt x="1941" y="1855"/>
                    <a:pt x="2471" y="964"/>
                    <a:pt x="3385" y="332"/>
                  </a:cubicBezTo>
                  <a:cubicBezTo>
                    <a:pt x="3600" y="197"/>
                    <a:pt x="3837" y="95"/>
                    <a:pt x="4085" y="50"/>
                  </a:cubicBezTo>
                  <a:cubicBezTo>
                    <a:pt x="3921" y="17"/>
                    <a:pt x="3752" y="1"/>
                    <a:pt x="35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"/>
            <p:cNvSpPr/>
            <p:nvPr/>
          </p:nvSpPr>
          <p:spPr>
            <a:xfrm>
              <a:off x="637850" y="4428650"/>
              <a:ext cx="50250" cy="95950"/>
            </a:xfrm>
            <a:custGeom>
              <a:avLst/>
              <a:gdLst/>
              <a:ahLst/>
              <a:cxnLst/>
              <a:rect l="l" t="t" r="r" b="b"/>
              <a:pathLst>
                <a:path w="2010" h="3838" extrusionOk="0">
                  <a:moveTo>
                    <a:pt x="1" y="1"/>
                  </a:moveTo>
                  <a:cubicBezTo>
                    <a:pt x="1" y="1"/>
                    <a:pt x="46" y="271"/>
                    <a:pt x="136" y="678"/>
                  </a:cubicBezTo>
                  <a:cubicBezTo>
                    <a:pt x="193" y="881"/>
                    <a:pt x="249" y="1106"/>
                    <a:pt x="339" y="1355"/>
                  </a:cubicBezTo>
                  <a:cubicBezTo>
                    <a:pt x="418" y="1603"/>
                    <a:pt x="520" y="1862"/>
                    <a:pt x="633" y="2111"/>
                  </a:cubicBezTo>
                  <a:cubicBezTo>
                    <a:pt x="689" y="2246"/>
                    <a:pt x="757" y="2370"/>
                    <a:pt x="813" y="2494"/>
                  </a:cubicBezTo>
                  <a:cubicBezTo>
                    <a:pt x="881" y="2607"/>
                    <a:pt x="949" y="2720"/>
                    <a:pt x="1016" y="2844"/>
                  </a:cubicBezTo>
                  <a:cubicBezTo>
                    <a:pt x="1095" y="2957"/>
                    <a:pt x="1152" y="3059"/>
                    <a:pt x="1231" y="3149"/>
                  </a:cubicBezTo>
                  <a:cubicBezTo>
                    <a:pt x="1321" y="3239"/>
                    <a:pt x="1389" y="3329"/>
                    <a:pt x="1456" y="3408"/>
                  </a:cubicBezTo>
                  <a:cubicBezTo>
                    <a:pt x="1524" y="3476"/>
                    <a:pt x="1603" y="3544"/>
                    <a:pt x="1671" y="3600"/>
                  </a:cubicBezTo>
                  <a:cubicBezTo>
                    <a:pt x="1727" y="3645"/>
                    <a:pt x="1784" y="3691"/>
                    <a:pt x="1851" y="3736"/>
                  </a:cubicBezTo>
                  <a:cubicBezTo>
                    <a:pt x="1953" y="3792"/>
                    <a:pt x="2009" y="3837"/>
                    <a:pt x="2009" y="3837"/>
                  </a:cubicBezTo>
                  <a:cubicBezTo>
                    <a:pt x="2009" y="3837"/>
                    <a:pt x="1964" y="3781"/>
                    <a:pt x="1863" y="3702"/>
                  </a:cubicBezTo>
                  <a:cubicBezTo>
                    <a:pt x="1817" y="3645"/>
                    <a:pt x="1772" y="3600"/>
                    <a:pt x="1727" y="3544"/>
                  </a:cubicBezTo>
                  <a:cubicBezTo>
                    <a:pt x="1671" y="3476"/>
                    <a:pt x="1603" y="3397"/>
                    <a:pt x="1558" y="3329"/>
                  </a:cubicBezTo>
                  <a:cubicBezTo>
                    <a:pt x="1490" y="3250"/>
                    <a:pt x="1434" y="3149"/>
                    <a:pt x="1366" y="3059"/>
                  </a:cubicBezTo>
                  <a:cubicBezTo>
                    <a:pt x="1310" y="2957"/>
                    <a:pt x="1242" y="2844"/>
                    <a:pt x="1174" y="2743"/>
                  </a:cubicBezTo>
                  <a:cubicBezTo>
                    <a:pt x="1118" y="2630"/>
                    <a:pt x="1061" y="2517"/>
                    <a:pt x="994" y="2393"/>
                  </a:cubicBezTo>
                  <a:cubicBezTo>
                    <a:pt x="937" y="2280"/>
                    <a:pt x="881" y="2156"/>
                    <a:pt x="824" y="2032"/>
                  </a:cubicBezTo>
                  <a:cubicBezTo>
                    <a:pt x="712" y="1783"/>
                    <a:pt x="610" y="1513"/>
                    <a:pt x="509" y="1287"/>
                  </a:cubicBezTo>
                  <a:cubicBezTo>
                    <a:pt x="418" y="1061"/>
                    <a:pt x="328" y="824"/>
                    <a:pt x="260" y="633"/>
                  </a:cubicBezTo>
                  <a:cubicBezTo>
                    <a:pt x="181" y="441"/>
                    <a:pt x="114" y="294"/>
                    <a:pt x="68" y="170"/>
                  </a:cubicBezTo>
                  <a:cubicBezTo>
                    <a:pt x="23" y="57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"/>
            <p:cNvSpPr/>
            <p:nvPr/>
          </p:nvSpPr>
          <p:spPr>
            <a:xfrm>
              <a:off x="654775" y="4418225"/>
              <a:ext cx="32475" cy="99875"/>
            </a:xfrm>
            <a:custGeom>
              <a:avLst/>
              <a:gdLst/>
              <a:ahLst/>
              <a:cxnLst/>
              <a:rect l="l" t="t" r="r" b="b"/>
              <a:pathLst>
                <a:path w="1299" h="3995" extrusionOk="0">
                  <a:moveTo>
                    <a:pt x="1" y="0"/>
                  </a:moveTo>
                  <a:cubicBezTo>
                    <a:pt x="1" y="0"/>
                    <a:pt x="1" y="271"/>
                    <a:pt x="23" y="666"/>
                  </a:cubicBezTo>
                  <a:cubicBezTo>
                    <a:pt x="46" y="869"/>
                    <a:pt x="68" y="1106"/>
                    <a:pt x="102" y="1354"/>
                  </a:cubicBezTo>
                  <a:cubicBezTo>
                    <a:pt x="136" y="1614"/>
                    <a:pt x="193" y="1873"/>
                    <a:pt x="260" y="2133"/>
                  </a:cubicBezTo>
                  <a:cubicBezTo>
                    <a:pt x="294" y="2257"/>
                    <a:pt x="328" y="2392"/>
                    <a:pt x="373" y="2516"/>
                  </a:cubicBezTo>
                  <a:cubicBezTo>
                    <a:pt x="418" y="2641"/>
                    <a:pt x="463" y="2765"/>
                    <a:pt x="509" y="2889"/>
                  </a:cubicBezTo>
                  <a:cubicBezTo>
                    <a:pt x="554" y="3002"/>
                    <a:pt x="621" y="3115"/>
                    <a:pt x="667" y="3216"/>
                  </a:cubicBezTo>
                  <a:cubicBezTo>
                    <a:pt x="723" y="3318"/>
                    <a:pt x="779" y="3408"/>
                    <a:pt x="847" y="3498"/>
                  </a:cubicBezTo>
                  <a:cubicBezTo>
                    <a:pt x="892" y="3577"/>
                    <a:pt x="949" y="3656"/>
                    <a:pt x="1016" y="3724"/>
                  </a:cubicBezTo>
                  <a:cubicBezTo>
                    <a:pt x="1050" y="3780"/>
                    <a:pt x="1107" y="3825"/>
                    <a:pt x="1152" y="3871"/>
                  </a:cubicBezTo>
                  <a:cubicBezTo>
                    <a:pt x="1197" y="3916"/>
                    <a:pt x="1242" y="3961"/>
                    <a:pt x="1298" y="3995"/>
                  </a:cubicBezTo>
                  <a:cubicBezTo>
                    <a:pt x="1298" y="3995"/>
                    <a:pt x="1253" y="3938"/>
                    <a:pt x="1186" y="3848"/>
                  </a:cubicBezTo>
                  <a:cubicBezTo>
                    <a:pt x="1140" y="3792"/>
                    <a:pt x="1107" y="3735"/>
                    <a:pt x="1073" y="3667"/>
                  </a:cubicBezTo>
                  <a:cubicBezTo>
                    <a:pt x="1028" y="3611"/>
                    <a:pt x="994" y="3521"/>
                    <a:pt x="949" y="3442"/>
                  </a:cubicBezTo>
                  <a:cubicBezTo>
                    <a:pt x="892" y="3351"/>
                    <a:pt x="858" y="3250"/>
                    <a:pt x="813" y="3148"/>
                  </a:cubicBezTo>
                  <a:cubicBezTo>
                    <a:pt x="768" y="3047"/>
                    <a:pt x="723" y="2934"/>
                    <a:pt x="689" y="2810"/>
                  </a:cubicBezTo>
                  <a:cubicBezTo>
                    <a:pt x="644" y="2697"/>
                    <a:pt x="610" y="2584"/>
                    <a:pt x="565" y="2460"/>
                  </a:cubicBezTo>
                  <a:cubicBezTo>
                    <a:pt x="531" y="2336"/>
                    <a:pt x="497" y="2200"/>
                    <a:pt x="463" y="2076"/>
                  </a:cubicBezTo>
                  <a:cubicBezTo>
                    <a:pt x="396" y="1817"/>
                    <a:pt x="339" y="1569"/>
                    <a:pt x="294" y="1320"/>
                  </a:cubicBezTo>
                  <a:cubicBezTo>
                    <a:pt x="238" y="1072"/>
                    <a:pt x="181" y="846"/>
                    <a:pt x="147" y="655"/>
                  </a:cubicBezTo>
                  <a:cubicBezTo>
                    <a:pt x="114" y="463"/>
                    <a:pt x="80" y="293"/>
                    <a:pt x="46" y="181"/>
                  </a:cubicBezTo>
                  <a:cubicBezTo>
                    <a:pt x="23" y="5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"/>
            <p:cNvSpPr/>
            <p:nvPr/>
          </p:nvSpPr>
          <p:spPr>
            <a:xfrm>
              <a:off x="667475" y="4450375"/>
              <a:ext cx="18650" cy="64900"/>
            </a:xfrm>
            <a:custGeom>
              <a:avLst/>
              <a:gdLst/>
              <a:ahLst/>
              <a:cxnLst/>
              <a:rect l="l" t="t" r="r" b="b"/>
              <a:pathLst>
                <a:path w="746" h="2596" extrusionOk="0">
                  <a:moveTo>
                    <a:pt x="396" y="0"/>
                  </a:moveTo>
                  <a:cubicBezTo>
                    <a:pt x="384" y="34"/>
                    <a:pt x="362" y="68"/>
                    <a:pt x="362" y="113"/>
                  </a:cubicBezTo>
                  <a:cubicBezTo>
                    <a:pt x="328" y="204"/>
                    <a:pt x="294" y="305"/>
                    <a:pt x="283" y="418"/>
                  </a:cubicBezTo>
                  <a:cubicBezTo>
                    <a:pt x="283" y="474"/>
                    <a:pt x="238" y="542"/>
                    <a:pt x="226" y="621"/>
                  </a:cubicBezTo>
                  <a:cubicBezTo>
                    <a:pt x="226" y="700"/>
                    <a:pt x="136" y="779"/>
                    <a:pt x="147" y="858"/>
                  </a:cubicBezTo>
                  <a:cubicBezTo>
                    <a:pt x="159" y="937"/>
                    <a:pt x="1" y="1039"/>
                    <a:pt x="12" y="1118"/>
                  </a:cubicBezTo>
                  <a:cubicBezTo>
                    <a:pt x="23" y="1208"/>
                    <a:pt x="34" y="1287"/>
                    <a:pt x="46" y="1366"/>
                  </a:cubicBezTo>
                  <a:cubicBezTo>
                    <a:pt x="68" y="1546"/>
                    <a:pt x="283" y="1671"/>
                    <a:pt x="317" y="1829"/>
                  </a:cubicBezTo>
                  <a:cubicBezTo>
                    <a:pt x="350" y="1975"/>
                    <a:pt x="553" y="2088"/>
                    <a:pt x="599" y="2201"/>
                  </a:cubicBezTo>
                  <a:cubicBezTo>
                    <a:pt x="678" y="2449"/>
                    <a:pt x="745" y="2596"/>
                    <a:pt x="745" y="2596"/>
                  </a:cubicBezTo>
                  <a:cubicBezTo>
                    <a:pt x="745" y="2460"/>
                    <a:pt x="734" y="2314"/>
                    <a:pt x="723" y="2178"/>
                  </a:cubicBezTo>
                  <a:cubicBezTo>
                    <a:pt x="689" y="1930"/>
                    <a:pt x="632" y="1614"/>
                    <a:pt x="576" y="1287"/>
                  </a:cubicBezTo>
                  <a:cubicBezTo>
                    <a:pt x="553" y="1129"/>
                    <a:pt x="520" y="971"/>
                    <a:pt x="497" y="813"/>
                  </a:cubicBezTo>
                  <a:cubicBezTo>
                    <a:pt x="497" y="745"/>
                    <a:pt x="475" y="678"/>
                    <a:pt x="475" y="599"/>
                  </a:cubicBezTo>
                  <a:cubicBezTo>
                    <a:pt x="463" y="531"/>
                    <a:pt x="452" y="474"/>
                    <a:pt x="441" y="407"/>
                  </a:cubicBezTo>
                  <a:cubicBezTo>
                    <a:pt x="429" y="283"/>
                    <a:pt x="429" y="181"/>
                    <a:pt x="418" y="113"/>
                  </a:cubicBezTo>
                  <a:cubicBezTo>
                    <a:pt x="407" y="68"/>
                    <a:pt x="407" y="34"/>
                    <a:pt x="396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"/>
            <p:cNvSpPr/>
            <p:nvPr/>
          </p:nvSpPr>
          <p:spPr>
            <a:xfrm>
              <a:off x="684975" y="4453475"/>
              <a:ext cx="9900" cy="46300"/>
            </a:xfrm>
            <a:custGeom>
              <a:avLst/>
              <a:gdLst/>
              <a:ahLst/>
              <a:cxnLst/>
              <a:rect l="l" t="t" r="r" b="b"/>
              <a:pathLst>
                <a:path w="396" h="1852" extrusionOk="0">
                  <a:moveTo>
                    <a:pt x="395" y="1"/>
                  </a:moveTo>
                  <a:lnTo>
                    <a:pt x="395" y="1"/>
                  </a:lnTo>
                  <a:cubicBezTo>
                    <a:pt x="339" y="91"/>
                    <a:pt x="294" y="181"/>
                    <a:pt x="248" y="271"/>
                  </a:cubicBezTo>
                  <a:cubicBezTo>
                    <a:pt x="203" y="362"/>
                    <a:pt x="169" y="463"/>
                    <a:pt x="136" y="565"/>
                  </a:cubicBezTo>
                  <a:cubicBezTo>
                    <a:pt x="113" y="666"/>
                    <a:pt x="90" y="779"/>
                    <a:pt x="57" y="903"/>
                  </a:cubicBezTo>
                  <a:cubicBezTo>
                    <a:pt x="23" y="1118"/>
                    <a:pt x="0" y="1332"/>
                    <a:pt x="11" y="1558"/>
                  </a:cubicBezTo>
                  <a:cubicBezTo>
                    <a:pt x="23" y="1659"/>
                    <a:pt x="34" y="1761"/>
                    <a:pt x="57" y="1851"/>
                  </a:cubicBezTo>
                  <a:cubicBezTo>
                    <a:pt x="90" y="1761"/>
                    <a:pt x="113" y="1659"/>
                    <a:pt x="136" y="1569"/>
                  </a:cubicBezTo>
                  <a:cubicBezTo>
                    <a:pt x="158" y="1479"/>
                    <a:pt x="181" y="1377"/>
                    <a:pt x="203" y="1276"/>
                  </a:cubicBezTo>
                  <a:cubicBezTo>
                    <a:pt x="226" y="1163"/>
                    <a:pt x="248" y="1061"/>
                    <a:pt x="271" y="937"/>
                  </a:cubicBezTo>
                  <a:cubicBezTo>
                    <a:pt x="294" y="824"/>
                    <a:pt x="316" y="712"/>
                    <a:pt x="327" y="599"/>
                  </a:cubicBezTo>
                  <a:cubicBezTo>
                    <a:pt x="339" y="554"/>
                    <a:pt x="339" y="497"/>
                    <a:pt x="350" y="452"/>
                  </a:cubicBezTo>
                  <a:cubicBezTo>
                    <a:pt x="361" y="396"/>
                    <a:pt x="361" y="350"/>
                    <a:pt x="373" y="305"/>
                  </a:cubicBezTo>
                  <a:cubicBezTo>
                    <a:pt x="384" y="204"/>
                    <a:pt x="395" y="102"/>
                    <a:pt x="395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"/>
            <p:cNvSpPr/>
            <p:nvPr/>
          </p:nvSpPr>
          <p:spPr>
            <a:xfrm>
              <a:off x="683275" y="4391975"/>
              <a:ext cx="209900" cy="144425"/>
            </a:xfrm>
            <a:custGeom>
              <a:avLst/>
              <a:gdLst/>
              <a:ahLst/>
              <a:cxnLst/>
              <a:rect l="l" t="t" r="r" b="b"/>
              <a:pathLst>
                <a:path w="8396" h="5777" extrusionOk="0">
                  <a:moveTo>
                    <a:pt x="5927" y="0"/>
                  </a:moveTo>
                  <a:cubicBezTo>
                    <a:pt x="5632" y="0"/>
                    <a:pt x="5337" y="23"/>
                    <a:pt x="5045" y="68"/>
                  </a:cubicBezTo>
                  <a:cubicBezTo>
                    <a:pt x="3589" y="305"/>
                    <a:pt x="2291" y="1332"/>
                    <a:pt x="1603" y="2607"/>
                  </a:cubicBezTo>
                  <a:cubicBezTo>
                    <a:pt x="1411" y="2991"/>
                    <a:pt x="734" y="4717"/>
                    <a:pt x="0" y="5361"/>
                  </a:cubicBezTo>
                  <a:lnTo>
                    <a:pt x="2043" y="5699"/>
                  </a:lnTo>
                  <a:cubicBezTo>
                    <a:pt x="2458" y="5749"/>
                    <a:pt x="2857" y="5777"/>
                    <a:pt x="3241" y="5777"/>
                  </a:cubicBezTo>
                  <a:cubicBezTo>
                    <a:pt x="4848" y="5777"/>
                    <a:pt x="6194" y="5289"/>
                    <a:pt x="7414" y="3905"/>
                  </a:cubicBezTo>
                  <a:cubicBezTo>
                    <a:pt x="8396" y="2777"/>
                    <a:pt x="8396" y="1513"/>
                    <a:pt x="7651" y="260"/>
                  </a:cubicBezTo>
                  <a:cubicBezTo>
                    <a:pt x="7090" y="88"/>
                    <a:pt x="6508" y="0"/>
                    <a:pt x="5927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"/>
            <p:cNvSpPr/>
            <p:nvPr/>
          </p:nvSpPr>
          <p:spPr>
            <a:xfrm>
              <a:off x="683275" y="4442700"/>
              <a:ext cx="133750" cy="94550"/>
            </a:xfrm>
            <a:custGeom>
              <a:avLst/>
              <a:gdLst/>
              <a:ahLst/>
              <a:cxnLst/>
              <a:rect l="l" t="t" r="r" b="b"/>
              <a:pathLst>
                <a:path w="5350" h="3782" extrusionOk="0">
                  <a:moveTo>
                    <a:pt x="3526" y="0"/>
                  </a:moveTo>
                  <a:cubicBezTo>
                    <a:pt x="3187" y="0"/>
                    <a:pt x="2838" y="141"/>
                    <a:pt x="2697" y="432"/>
                  </a:cubicBezTo>
                  <a:cubicBezTo>
                    <a:pt x="2702" y="150"/>
                    <a:pt x="2577" y="51"/>
                    <a:pt x="2408" y="51"/>
                  </a:cubicBezTo>
                  <a:cubicBezTo>
                    <a:pt x="2130" y="51"/>
                    <a:pt x="1732" y="320"/>
                    <a:pt x="1592" y="488"/>
                  </a:cubicBezTo>
                  <a:cubicBezTo>
                    <a:pt x="881" y="1357"/>
                    <a:pt x="1072" y="2801"/>
                    <a:pt x="0" y="3332"/>
                  </a:cubicBezTo>
                  <a:lnTo>
                    <a:pt x="655" y="3343"/>
                  </a:lnTo>
                  <a:cubicBezTo>
                    <a:pt x="1478" y="3477"/>
                    <a:pt x="2082" y="3781"/>
                    <a:pt x="2817" y="3781"/>
                  </a:cubicBezTo>
                  <a:cubicBezTo>
                    <a:pt x="2949" y="3781"/>
                    <a:pt x="3085" y="3771"/>
                    <a:pt x="3228" y="3749"/>
                  </a:cubicBezTo>
                  <a:cubicBezTo>
                    <a:pt x="3713" y="3693"/>
                    <a:pt x="4379" y="3241"/>
                    <a:pt x="4785" y="2948"/>
                  </a:cubicBezTo>
                  <a:cubicBezTo>
                    <a:pt x="5349" y="2553"/>
                    <a:pt x="4999" y="2192"/>
                    <a:pt x="4469" y="2023"/>
                  </a:cubicBezTo>
                  <a:cubicBezTo>
                    <a:pt x="5349" y="1650"/>
                    <a:pt x="5157" y="1018"/>
                    <a:pt x="4266" y="906"/>
                  </a:cubicBezTo>
                  <a:cubicBezTo>
                    <a:pt x="4516" y="312"/>
                    <a:pt x="4031" y="0"/>
                    <a:pt x="3526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"/>
            <p:cNvSpPr/>
            <p:nvPr/>
          </p:nvSpPr>
          <p:spPr>
            <a:xfrm>
              <a:off x="681575" y="4370600"/>
              <a:ext cx="193000" cy="155125"/>
            </a:xfrm>
            <a:custGeom>
              <a:avLst/>
              <a:gdLst/>
              <a:ahLst/>
              <a:cxnLst/>
              <a:rect l="l" t="t" r="r" b="b"/>
              <a:pathLst>
                <a:path w="7720" h="6205" extrusionOk="0">
                  <a:moveTo>
                    <a:pt x="5386" y="1"/>
                  </a:moveTo>
                  <a:cubicBezTo>
                    <a:pt x="4486" y="1"/>
                    <a:pt x="3555" y="277"/>
                    <a:pt x="2969" y="698"/>
                  </a:cubicBezTo>
                  <a:cubicBezTo>
                    <a:pt x="2032" y="1352"/>
                    <a:pt x="1648" y="2300"/>
                    <a:pt x="1208" y="3293"/>
                  </a:cubicBezTo>
                  <a:cubicBezTo>
                    <a:pt x="926" y="3869"/>
                    <a:pt x="700" y="4455"/>
                    <a:pt x="509" y="5065"/>
                  </a:cubicBezTo>
                  <a:cubicBezTo>
                    <a:pt x="328" y="5697"/>
                    <a:pt x="147" y="5911"/>
                    <a:pt x="1" y="6193"/>
                  </a:cubicBezTo>
                  <a:lnTo>
                    <a:pt x="68" y="6204"/>
                  </a:lnTo>
                  <a:cubicBezTo>
                    <a:pt x="802" y="5561"/>
                    <a:pt x="1479" y="3835"/>
                    <a:pt x="1671" y="3462"/>
                  </a:cubicBezTo>
                  <a:cubicBezTo>
                    <a:pt x="2359" y="2176"/>
                    <a:pt x="3646" y="1149"/>
                    <a:pt x="5113" y="912"/>
                  </a:cubicBezTo>
                  <a:cubicBezTo>
                    <a:pt x="5402" y="867"/>
                    <a:pt x="5694" y="844"/>
                    <a:pt x="5986" y="844"/>
                  </a:cubicBezTo>
                  <a:cubicBezTo>
                    <a:pt x="6571" y="844"/>
                    <a:pt x="7155" y="935"/>
                    <a:pt x="7719" y="1115"/>
                  </a:cubicBezTo>
                  <a:cubicBezTo>
                    <a:pt x="7708" y="1093"/>
                    <a:pt x="7685" y="1070"/>
                    <a:pt x="7674" y="1047"/>
                  </a:cubicBezTo>
                  <a:cubicBezTo>
                    <a:pt x="7225" y="300"/>
                    <a:pt x="6322" y="1"/>
                    <a:pt x="53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"/>
            <p:cNvSpPr/>
            <p:nvPr/>
          </p:nvSpPr>
          <p:spPr>
            <a:xfrm>
              <a:off x="688625" y="4436825"/>
              <a:ext cx="108650" cy="82125"/>
            </a:xfrm>
            <a:custGeom>
              <a:avLst/>
              <a:gdLst/>
              <a:ahLst/>
              <a:cxnLst/>
              <a:rect l="l" t="t" r="r" b="b"/>
              <a:pathLst>
                <a:path w="4346" h="3285" extrusionOk="0">
                  <a:moveTo>
                    <a:pt x="12" y="2991"/>
                  </a:moveTo>
                  <a:cubicBezTo>
                    <a:pt x="12" y="3048"/>
                    <a:pt x="23" y="3093"/>
                    <a:pt x="35" y="3149"/>
                  </a:cubicBezTo>
                  <a:cubicBezTo>
                    <a:pt x="29" y="3149"/>
                    <a:pt x="51" y="3168"/>
                    <a:pt x="63" y="3184"/>
                  </a:cubicBezTo>
                  <a:lnTo>
                    <a:pt x="63" y="3184"/>
                  </a:lnTo>
                  <a:cubicBezTo>
                    <a:pt x="57" y="3153"/>
                    <a:pt x="53" y="3127"/>
                    <a:pt x="57" y="3127"/>
                  </a:cubicBezTo>
                  <a:cubicBezTo>
                    <a:pt x="46" y="3081"/>
                    <a:pt x="35" y="3036"/>
                    <a:pt x="23" y="2991"/>
                  </a:cubicBezTo>
                  <a:close/>
                  <a:moveTo>
                    <a:pt x="4063" y="1"/>
                  </a:moveTo>
                  <a:cubicBezTo>
                    <a:pt x="3973" y="12"/>
                    <a:pt x="3883" y="35"/>
                    <a:pt x="3781" y="57"/>
                  </a:cubicBezTo>
                  <a:cubicBezTo>
                    <a:pt x="3668" y="80"/>
                    <a:pt x="3544" y="125"/>
                    <a:pt x="3431" y="170"/>
                  </a:cubicBezTo>
                  <a:cubicBezTo>
                    <a:pt x="3149" y="294"/>
                    <a:pt x="2890" y="441"/>
                    <a:pt x="2641" y="633"/>
                  </a:cubicBezTo>
                  <a:cubicBezTo>
                    <a:pt x="2506" y="723"/>
                    <a:pt x="2371" y="836"/>
                    <a:pt x="2235" y="949"/>
                  </a:cubicBezTo>
                  <a:cubicBezTo>
                    <a:pt x="2100" y="1062"/>
                    <a:pt x="1976" y="1186"/>
                    <a:pt x="1851" y="1310"/>
                  </a:cubicBezTo>
                  <a:cubicBezTo>
                    <a:pt x="1615" y="1581"/>
                    <a:pt x="1389" y="1851"/>
                    <a:pt x="1186" y="2111"/>
                  </a:cubicBezTo>
                  <a:cubicBezTo>
                    <a:pt x="1084" y="2235"/>
                    <a:pt x="983" y="2359"/>
                    <a:pt x="892" y="2472"/>
                  </a:cubicBezTo>
                  <a:cubicBezTo>
                    <a:pt x="791" y="2585"/>
                    <a:pt x="701" y="2686"/>
                    <a:pt x="610" y="2777"/>
                  </a:cubicBezTo>
                  <a:cubicBezTo>
                    <a:pt x="509" y="2867"/>
                    <a:pt x="418" y="2946"/>
                    <a:pt x="339" y="3014"/>
                  </a:cubicBezTo>
                  <a:cubicBezTo>
                    <a:pt x="272" y="3070"/>
                    <a:pt x="193" y="3115"/>
                    <a:pt x="114" y="3160"/>
                  </a:cubicBezTo>
                  <a:cubicBezTo>
                    <a:pt x="98" y="3171"/>
                    <a:pt x="83" y="3181"/>
                    <a:pt x="68" y="3190"/>
                  </a:cubicBezTo>
                  <a:lnTo>
                    <a:pt x="68" y="3190"/>
                  </a:lnTo>
                  <a:cubicBezTo>
                    <a:pt x="67" y="3188"/>
                    <a:pt x="65" y="3186"/>
                    <a:pt x="63" y="3184"/>
                  </a:cubicBezTo>
                  <a:lnTo>
                    <a:pt x="63" y="3184"/>
                  </a:lnTo>
                  <a:cubicBezTo>
                    <a:pt x="64" y="3187"/>
                    <a:pt x="64" y="3190"/>
                    <a:pt x="65" y="3193"/>
                  </a:cubicBezTo>
                  <a:lnTo>
                    <a:pt x="65" y="3193"/>
                  </a:lnTo>
                  <a:cubicBezTo>
                    <a:pt x="49" y="3203"/>
                    <a:pt x="35" y="3211"/>
                    <a:pt x="23" y="3217"/>
                  </a:cubicBezTo>
                  <a:cubicBezTo>
                    <a:pt x="1" y="3217"/>
                    <a:pt x="12" y="3239"/>
                    <a:pt x="23" y="3239"/>
                  </a:cubicBezTo>
                  <a:cubicBezTo>
                    <a:pt x="25" y="3241"/>
                    <a:pt x="26" y="3241"/>
                    <a:pt x="27" y="3241"/>
                  </a:cubicBezTo>
                  <a:cubicBezTo>
                    <a:pt x="35" y="3241"/>
                    <a:pt x="36" y="3206"/>
                    <a:pt x="46" y="3206"/>
                  </a:cubicBezTo>
                  <a:cubicBezTo>
                    <a:pt x="51" y="3206"/>
                    <a:pt x="55" y="3207"/>
                    <a:pt x="59" y="3207"/>
                  </a:cubicBezTo>
                  <a:cubicBezTo>
                    <a:pt x="63" y="3207"/>
                    <a:pt x="65" y="3206"/>
                    <a:pt x="67" y="3206"/>
                  </a:cubicBezTo>
                  <a:lnTo>
                    <a:pt x="67" y="3206"/>
                  </a:lnTo>
                  <a:cubicBezTo>
                    <a:pt x="69" y="3214"/>
                    <a:pt x="70" y="3223"/>
                    <a:pt x="72" y="3231"/>
                  </a:cubicBezTo>
                  <a:lnTo>
                    <a:pt x="72" y="3231"/>
                  </a:lnTo>
                  <a:cubicBezTo>
                    <a:pt x="90" y="3221"/>
                    <a:pt x="110" y="3213"/>
                    <a:pt x="125" y="3206"/>
                  </a:cubicBezTo>
                  <a:cubicBezTo>
                    <a:pt x="215" y="3172"/>
                    <a:pt x="306" y="3127"/>
                    <a:pt x="385" y="3081"/>
                  </a:cubicBezTo>
                  <a:cubicBezTo>
                    <a:pt x="486" y="3014"/>
                    <a:pt x="588" y="2946"/>
                    <a:pt x="689" y="2867"/>
                  </a:cubicBezTo>
                  <a:cubicBezTo>
                    <a:pt x="915" y="2675"/>
                    <a:pt x="1129" y="2461"/>
                    <a:pt x="1332" y="2235"/>
                  </a:cubicBezTo>
                  <a:cubicBezTo>
                    <a:pt x="1558" y="1987"/>
                    <a:pt x="1773" y="1716"/>
                    <a:pt x="2009" y="1456"/>
                  </a:cubicBezTo>
                  <a:cubicBezTo>
                    <a:pt x="2122" y="1332"/>
                    <a:pt x="2246" y="1220"/>
                    <a:pt x="2382" y="1107"/>
                  </a:cubicBezTo>
                  <a:cubicBezTo>
                    <a:pt x="2506" y="994"/>
                    <a:pt x="2641" y="892"/>
                    <a:pt x="2766" y="791"/>
                  </a:cubicBezTo>
                  <a:cubicBezTo>
                    <a:pt x="2991" y="610"/>
                    <a:pt x="3239" y="441"/>
                    <a:pt x="3499" y="306"/>
                  </a:cubicBezTo>
                  <a:cubicBezTo>
                    <a:pt x="3601" y="260"/>
                    <a:pt x="3713" y="227"/>
                    <a:pt x="3826" y="193"/>
                  </a:cubicBezTo>
                  <a:cubicBezTo>
                    <a:pt x="3862" y="181"/>
                    <a:pt x="3897" y="177"/>
                    <a:pt x="3930" y="177"/>
                  </a:cubicBezTo>
                  <a:cubicBezTo>
                    <a:pt x="3976" y="177"/>
                    <a:pt x="4019" y="184"/>
                    <a:pt x="4059" y="184"/>
                  </a:cubicBezTo>
                  <a:cubicBezTo>
                    <a:pt x="4072" y="184"/>
                    <a:pt x="4085" y="183"/>
                    <a:pt x="4097" y="181"/>
                  </a:cubicBezTo>
                  <a:cubicBezTo>
                    <a:pt x="4103" y="179"/>
                    <a:pt x="4109" y="178"/>
                    <a:pt x="4116" y="178"/>
                  </a:cubicBezTo>
                  <a:cubicBezTo>
                    <a:pt x="4179" y="178"/>
                    <a:pt x="4248" y="272"/>
                    <a:pt x="4289" y="272"/>
                  </a:cubicBezTo>
                  <a:lnTo>
                    <a:pt x="4345" y="260"/>
                  </a:lnTo>
                  <a:cubicBezTo>
                    <a:pt x="4345" y="260"/>
                    <a:pt x="4311" y="136"/>
                    <a:pt x="4266" y="125"/>
                  </a:cubicBezTo>
                  <a:cubicBezTo>
                    <a:pt x="4221" y="125"/>
                    <a:pt x="4142" y="1"/>
                    <a:pt x="4063" y="1"/>
                  </a:cubicBezTo>
                  <a:close/>
                  <a:moveTo>
                    <a:pt x="72" y="3231"/>
                  </a:moveTo>
                  <a:lnTo>
                    <a:pt x="72" y="3231"/>
                  </a:lnTo>
                  <a:cubicBezTo>
                    <a:pt x="62" y="3237"/>
                    <a:pt x="54" y="3243"/>
                    <a:pt x="46" y="3251"/>
                  </a:cubicBezTo>
                  <a:cubicBezTo>
                    <a:pt x="23" y="3262"/>
                    <a:pt x="57" y="3273"/>
                    <a:pt x="69" y="3285"/>
                  </a:cubicBezTo>
                  <a:cubicBezTo>
                    <a:pt x="77" y="3285"/>
                    <a:pt x="76" y="3261"/>
                    <a:pt x="72" y="323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"/>
            <p:cNvSpPr/>
            <p:nvPr/>
          </p:nvSpPr>
          <p:spPr>
            <a:xfrm>
              <a:off x="696525" y="4483100"/>
              <a:ext cx="68575" cy="33025"/>
            </a:xfrm>
            <a:custGeom>
              <a:avLst/>
              <a:gdLst/>
              <a:ahLst/>
              <a:cxnLst/>
              <a:rect l="l" t="t" r="r" b="b"/>
              <a:pathLst>
                <a:path w="2743" h="1321" extrusionOk="0">
                  <a:moveTo>
                    <a:pt x="2743" y="0"/>
                  </a:moveTo>
                  <a:lnTo>
                    <a:pt x="2743" y="0"/>
                  </a:lnTo>
                  <a:cubicBezTo>
                    <a:pt x="2743" y="1"/>
                    <a:pt x="2697" y="12"/>
                    <a:pt x="2607" y="23"/>
                  </a:cubicBezTo>
                  <a:cubicBezTo>
                    <a:pt x="2577" y="23"/>
                    <a:pt x="2547" y="18"/>
                    <a:pt x="2514" y="18"/>
                  </a:cubicBezTo>
                  <a:cubicBezTo>
                    <a:pt x="2497" y="18"/>
                    <a:pt x="2480" y="19"/>
                    <a:pt x="2461" y="23"/>
                  </a:cubicBezTo>
                  <a:cubicBezTo>
                    <a:pt x="2393" y="23"/>
                    <a:pt x="2325" y="34"/>
                    <a:pt x="2258" y="46"/>
                  </a:cubicBezTo>
                  <a:cubicBezTo>
                    <a:pt x="2100" y="91"/>
                    <a:pt x="1942" y="147"/>
                    <a:pt x="1795" y="215"/>
                  </a:cubicBezTo>
                  <a:cubicBezTo>
                    <a:pt x="1705" y="260"/>
                    <a:pt x="1626" y="294"/>
                    <a:pt x="1535" y="339"/>
                  </a:cubicBezTo>
                  <a:cubicBezTo>
                    <a:pt x="1457" y="384"/>
                    <a:pt x="1378" y="441"/>
                    <a:pt x="1287" y="486"/>
                  </a:cubicBezTo>
                  <a:cubicBezTo>
                    <a:pt x="1118" y="587"/>
                    <a:pt x="960" y="689"/>
                    <a:pt x="813" y="790"/>
                  </a:cubicBezTo>
                  <a:cubicBezTo>
                    <a:pt x="655" y="892"/>
                    <a:pt x="520" y="982"/>
                    <a:pt x="407" y="1061"/>
                  </a:cubicBezTo>
                  <a:cubicBezTo>
                    <a:pt x="283" y="1140"/>
                    <a:pt x="181" y="1197"/>
                    <a:pt x="114" y="1253"/>
                  </a:cubicBezTo>
                  <a:lnTo>
                    <a:pt x="1" y="1321"/>
                  </a:lnTo>
                  <a:lnTo>
                    <a:pt x="125" y="1287"/>
                  </a:lnTo>
                  <a:cubicBezTo>
                    <a:pt x="204" y="1264"/>
                    <a:pt x="317" y="1230"/>
                    <a:pt x="452" y="1174"/>
                  </a:cubicBezTo>
                  <a:cubicBezTo>
                    <a:pt x="588" y="1106"/>
                    <a:pt x="746" y="1039"/>
                    <a:pt x="904" y="960"/>
                  </a:cubicBezTo>
                  <a:cubicBezTo>
                    <a:pt x="1062" y="869"/>
                    <a:pt x="1231" y="768"/>
                    <a:pt x="1389" y="677"/>
                  </a:cubicBezTo>
                  <a:cubicBezTo>
                    <a:pt x="1558" y="576"/>
                    <a:pt x="1716" y="474"/>
                    <a:pt x="1874" y="395"/>
                  </a:cubicBezTo>
                  <a:cubicBezTo>
                    <a:pt x="1942" y="350"/>
                    <a:pt x="2021" y="305"/>
                    <a:pt x="2100" y="271"/>
                  </a:cubicBezTo>
                  <a:lnTo>
                    <a:pt x="2303" y="170"/>
                  </a:lnTo>
                  <a:cubicBezTo>
                    <a:pt x="2359" y="136"/>
                    <a:pt x="2416" y="113"/>
                    <a:pt x="2483" y="91"/>
                  </a:cubicBezTo>
                  <a:cubicBezTo>
                    <a:pt x="2529" y="68"/>
                    <a:pt x="2585" y="57"/>
                    <a:pt x="2619" y="46"/>
                  </a:cubicBezTo>
                  <a:cubicBezTo>
                    <a:pt x="2653" y="23"/>
                    <a:pt x="2698" y="12"/>
                    <a:pt x="2743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"/>
            <p:cNvSpPr/>
            <p:nvPr/>
          </p:nvSpPr>
          <p:spPr>
            <a:xfrm>
              <a:off x="700200" y="4494675"/>
              <a:ext cx="72525" cy="22575"/>
            </a:xfrm>
            <a:custGeom>
              <a:avLst/>
              <a:gdLst/>
              <a:ahLst/>
              <a:cxnLst/>
              <a:rect l="l" t="t" r="r" b="b"/>
              <a:pathLst>
                <a:path w="2901" h="903" extrusionOk="0">
                  <a:moveTo>
                    <a:pt x="2901" y="0"/>
                  </a:moveTo>
                  <a:cubicBezTo>
                    <a:pt x="2743" y="0"/>
                    <a:pt x="2585" y="23"/>
                    <a:pt x="2427" y="45"/>
                  </a:cubicBezTo>
                  <a:cubicBezTo>
                    <a:pt x="2077" y="102"/>
                    <a:pt x="1738" y="181"/>
                    <a:pt x="1400" y="282"/>
                  </a:cubicBezTo>
                  <a:cubicBezTo>
                    <a:pt x="1219" y="339"/>
                    <a:pt x="1039" y="406"/>
                    <a:pt x="869" y="474"/>
                  </a:cubicBezTo>
                  <a:cubicBezTo>
                    <a:pt x="711" y="530"/>
                    <a:pt x="565" y="598"/>
                    <a:pt x="418" y="666"/>
                  </a:cubicBezTo>
                  <a:cubicBezTo>
                    <a:pt x="159" y="790"/>
                    <a:pt x="1" y="903"/>
                    <a:pt x="1" y="903"/>
                  </a:cubicBezTo>
                  <a:cubicBezTo>
                    <a:pt x="1" y="903"/>
                    <a:pt x="181" y="869"/>
                    <a:pt x="463" y="790"/>
                  </a:cubicBezTo>
                  <a:cubicBezTo>
                    <a:pt x="531" y="767"/>
                    <a:pt x="610" y="745"/>
                    <a:pt x="689" y="722"/>
                  </a:cubicBezTo>
                  <a:cubicBezTo>
                    <a:pt x="768" y="688"/>
                    <a:pt x="847" y="666"/>
                    <a:pt x="937" y="643"/>
                  </a:cubicBezTo>
                  <a:cubicBezTo>
                    <a:pt x="1106" y="598"/>
                    <a:pt x="1276" y="542"/>
                    <a:pt x="1456" y="485"/>
                  </a:cubicBezTo>
                  <a:cubicBezTo>
                    <a:pt x="1648" y="429"/>
                    <a:pt x="1829" y="372"/>
                    <a:pt x="1998" y="316"/>
                  </a:cubicBezTo>
                  <a:lnTo>
                    <a:pt x="2460" y="158"/>
                  </a:lnTo>
                  <a:cubicBezTo>
                    <a:pt x="2731" y="68"/>
                    <a:pt x="2901" y="0"/>
                    <a:pt x="290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"/>
            <p:cNvSpPr/>
            <p:nvPr/>
          </p:nvSpPr>
          <p:spPr>
            <a:xfrm>
              <a:off x="682425" y="4519500"/>
              <a:ext cx="165900" cy="183875"/>
            </a:xfrm>
            <a:custGeom>
              <a:avLst/>
              <a:gdLst/>
              <a:ahLst/>
              <a:cxnLst/>
              <a:rect l="l" t="t" r="r" b="b"/>
              <a:pathLst>
                <a:path w="6636" h="7355" extrusionOk="0">
                  <a:moveTo>
                    <a:pt x="328" y="0"/>
                  </a:moveTo>
                  <a:cubicBezTo>
                    <a:pt x="215" y="23"/>
                    <a:pt x="102" y="57"/>
                    <a:pt x="1" y="90"/>
                  </a:cubicBezTo>
                  <a:cubicBezTo>
                    <a:pt x="633" y="1264"/>
                    <a:pt x="610" y="1648"/>
                    <a:pt x="779" y="2889"/>
                  </a:cubicBezTo>
                  <a:cubicBezTo>
                    <a:pt x="836" y="3306"/>
                    <a:pt x="689" y="4187"/>
                    <a:pt x="757" y="4581"/>
                  </a:cubicBezTo>
                  <a:cubicBezTo>
                    <a:pt x="802" y="4965"/>
                    <a:pt x="937" y="5157"/>
                    <a:pt x="1084" y="5529"/>
                  </a:cubicBezTo>
                  <a:cubicBezTo>
                    <a:pt x="1614" y="6782"/>
                    <a:pt x="3307" y="7312"/>
                    <a:pt x="4526" y="7346"/>
                  </a:cubicBezTo>
                  <a:cubicBezTo>
                    <a:pt x="4607" y="7352"/>
                    <a:pt x="4690" y="7355"/>
                    <a:pt x="4772" y="7355"/>
                  </a:cubicBezTo>
                  <a:cubicBezTo>
                    <a:pt x="4998" y="7355"/>
                    <a:pt x="5225" y="7334"/>
                    <a:pt x="5440" y="7301"/>
                  </a:cubicBezTo>
                  <a:cubicBezTo>
                    <a:pt x="6196" y="5924"/>
                    <a:pt x="6636" y="4480"/>
                    <a:pt x="5564" y="3002"/>
                  </a:cubicBezTo>
                  <a:cubicBezTo>
                    <a:pt x="4864" y="2043"/>
                    <a:pt x="4424" y="1569"/>
                    <a:pt x="3363" y="1061"/>
                  </a:cubicBezTo>
                  <a:cubicBezTo>
                    <a:pt x="2743" y="756"/>
                    <a:pt x="1298" y="23"/>
                    <a:pt x="328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"/>
            <p:cNvSpPr/>
            <p:nvPr/>
          </p:nvSpPr>
          <p:spPr>
            <a:xfrm>
              <a:off x="665775" y="4516950"/>
              <a:ext cx="3975" cy="3400"/>
            </a:xfrm>
            <a:custGeom>
              <a:avLst/>
              <a:gdLst/>
              <a:ahLst/>
              <a:cxnLst/>
              <a:rect l="l" t="t" r="r" b="b"/>
              <a:pathLst>
                <a:path w="159" h="136" extrusionOk="0">
                  <a:moveTo>
                    <a:pt x="1" y="1"/>
                  </a:moveTo>
                  <a:lnTo>
                    <a:pt x="46" y="136"/>
                  </a:lnTo>
                  <a:cubicBezTo>
                    <a:pt x="80" y="113"/>
                    <a:pt x="114" y="102"/>
                    <a:pt x="159" y="80"/>
                  </a:cubicBezTo>
                  <a:cubicBezTo>
                    <a:pt x="102" y="57"/>
                    <a:pt x="57" y="23"/>
                    <a:pt x="1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"/>
            <p:cNvSpPr/>
            <p:nvPr/>
          </p:nvSpPr>
          <p:spPr>
            <a:xfrm>
              <a:off x="682425" y="4519500"/>
              <a:ext cx="121625" cy="119350"/>
            </a:xfrm>
            <a:custGeom>
              <a:avLst/>
              <a:gdLst/>
              <a:ahLst/>
              <a:cxnLst/>
              <a:rect l="l" t="t" r="r" b="b"/>
              <a:pathLst>
                <a:path w="4865" h="4774" extrusionOk="0">
                  <a:moveTo>
                    <a:pt x="328" y="0"/>
                  </a:moveTo>
                  <a:cubicBezTo>
                    <a:pt x="215" y="23"/>
                    <a:pt x="113" y="57"/>
                    <a:pt x="1" y="90"/>
                  </a:cubicBezTo>
                  <a:cubicBezTo>
                    <a:pt x="633" y="1275"/>
                    <a:pt x="610" y="1659"/>
                    <a:pt x="779" y="2900"/>
                  </a:cubicBezTo>
                  <a:cubicBezTo>
                    <a:pt x="791" y="3126"/>
                    <a:pt x="791" y="3363"/>
                    <a:pt x="779" y="3600"/>
                  </a:cubicBezTo>
                  <a:cubicBezTo>
                    <a:pt x="858" y="3848"/>
                    <a:pt x="982" y="4062"/>
                    <a:pt x="1129" y="4153"/>
                  </a:cubicBezTo>
                  <a:cubicBezTo>
                    <a:pt x="1206" y="4195"/>
                    <a:pt x="1273" y="4213"/>
                    <a:pt x="1331" y="4213"/>
                  </a:cubicBezTo>
                  <a:cubicBezTo>
                    <a:pt x="1570" y="4213"/>
                    <a:pt x="1670" y="3904"/>
                    <a:pt x="1806" y="3667"/>
                  </a:cubicBezTo>
                  <a:cubicBezTo>
                    <a:pt x="2009" y="3972"/>
                    <a:pt x="2257" y="4762"/>
                    <a:pt x="2720" y="4773"/>
                  </a:cubicBezTo>
                  <a:cubicBezTo>
                    <a:pt x="3160" y="4751"/>
                    <a:pt x="3138" y="4085"/>
                    <a:pt x="3194" y="3780"/>
                  </a:cubicBezTo>
                  <a:cubicBezTo>
                    <a:pt x="3392" y="3807"/>
                    <a:pt x="3797" y="4006"/>
                    <a:pt x="4079" y="4006"/>
                  </a:cubicBezTo>
                  <a:cubicBezTo>
                    <a:pt x="4151" y="4006"/>
                    <a:pt x="4216" y="3993"/>
                    <a:pt x="4266" y="3961"/>
                  </a:cubicBezTo>
                  <a:cubicBezTo>
                    <a:pt x="4582" y="3735"/>
                    <a:pt x="4243" y="3419"/>
                    <a:pt x="4142" y="3137"/>
                  </a:cubicBezTo>
                  <a:lnTo>
                    <a:pt x="4142" y="3137"/>
                  </a:lnTo>
                  <a:cubicBezTo>
                    <a:pt x="4247" y="3163"/>
                    <a:pt x="4343" y="3177"/>
                    <a:pt x="4427" y="3177"/>
                  </a:cubicBezTo>
                  <a:cubicBezTo>
                    <a:pt x="4715" y="3177"/>
                    <a:pt x="4865" y="3014"/>
                    <a:pt x="4751" y="2595"/>
                  </a:cubicBezTo>
                  <a:cubicBezTo>
                    <a:pt x="4638" y="2201"/>
                    <a:pt x="4435" y="1828"/>
                    <a:pt x="4165" y="1512"/>
                  </a:cubicBezTo>
                  <a:cubicBezTo>
                    <a:pt x="3916" y="1343"/>
                    <a:pt x="3645" y="1185"/>
                    <a:pt x="3375" y="1061"/>
                  </a:cubicBezTo>
                  <a:cubicBezTo>
                    <a:pt x="2743" y="756"/>
                    <a:pt x="1298" y="23"/>
                    <a:pt x="328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"/>
            <p:cNvSpPr/>
            <p:nvPr/>
          </p:nvSpPr>
          <p:spPr>
            <a:xfrm>
              <a:off x="690600" y="4517000"/>
              <a:ext cx="184525" cy="184750"/>
            </a:xfrm>
            <a:custGeom>
              <a:avLst/>
              <a:gdLst/>
              <a:ahLst/>
              <a:cxnLst/>
              <a:rect l="l" t="t" r="r" b="b"/>
              <a:pathLst>
                <a:path w="7381" h="7390" extrusionOk="0">
                  <a:moveTo>
                    <a:pt x="962" y="0"/>
                  </a:moveTo>
                  <a:cubicBezTo>
                    <a:pt x="649" y="0"/>
                    <a:pt x="324" y="29"/>
                    <a:pt x="1" y="100"/>
                  </a:cubicBezTo>
                  <a:cubicBezTo>
                    <a:pt x="971" y="123"/>
                    <a:pt x="2416" y="856"/>
                    <a:pt x="3036" y="1161"/>
                  </a:cubicBezTo>
                  <a:cubicBezTo>
                    <a:pt x="4097" y="1669"/>
                    <a:pt x="4537" y="2143"/>
                    <a:pt x="5237" y="3102"/>
                  </a:cubicBezTo>
                  <a:cubicBezTo>
                    <a:pt x="6309" y="4580"/>
                    <a:pt x="5869" y="6024"/>
                    <a:pt x="5124" y="7390"/>
                  </a:cubicBezTo>
                  <a:cubicBezTo>
                    <a:pt x="6681" y="7108"/>
                    <a:pt x="7381" y="5821"/>
                    <a:pt x="6975" y="4004"/>
                  </a:cubicBezTo>
                  <a:cubicBezTo>
                    <a:pt x="6523" y="1962"/>
                    <a:pt x="5372" y="1116"/>
                    <a:pt x="3194" y="416"/>
                  </a:cubicBezTo>
                  <a:cubicBezTo>
                    <a:pt x="3044" y="363"/>
                    <a:pt x="2081" y="0"/>
                    <a:pt x="9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"/>
            <p:cNvSpPr/>
            <p:nvPr/>
          </p:nvSpPr>
          <p:spPr>
            <a:xfrm>
              <a:off x="698500" y="4528525"/>
              <a:ext cx="84950" cy="70250"/>
            </a:xfrm>
            <a:custGeom>
              <a:avLst/>
              <a:gdLst/>
              <a:ahLst/>
              <a:cxnLst/>
              <a:rect l="l" t="t" r="r" b="b"/>
              <a:pathLst>
                <a:path w="3398" h="2810" extrusionOk="0">
                  <a:moveTo>
                    <a:pt x="1" y="0"/>
                  </a:moveTo>
                  <a:cubicBezTo>
                    <a:pt x="1" y="0"/>
                    <a:pt x="69" y="34"/>
                    <a:pt x="170" y="102"/>
                  </a:cubicBezTo>
                  <a:cubicBezTo>
                    <a:pt x="272" y="169"/>
                    <a:pt x="430" y="248"/>
                    <a:pt x="610" y="361"/>
                  </a:cubicBezTo>
                  <a:cubicBezTo>
                    <a:pt x="700" y="406"/>
                    <a:pt x="791" y="463"/>
                    <a:pt x="892" y="531"/>
                  </a:cubicBezTo>
                  <a:cubicBezTo>
                    <a:pt x="994" y="598"/>
                    <a:pt x="1095" y="666"/>
                    <a:pt x="1208" y="745"/>
                  </a:cubicBezTo>
                  <a:cubicBezTo>
                    <a:pt x="1310" y="813"/>
                    <a:pt x="1423" y="892"/>
                    <a:pt x="1535" y="971"/>
                  </a:cubicBezTo>
                  <a:cubicBezTo>
                    <a:pt x="1637" y="1050"/>
                    <a:pt x="1750" y="1129"/>
                    <a:pt x="1863" y="1219"/>
                  </a:cubicBezTo>
                  <a:cubicBezTo>
                    <a:pt x="1964" y="1309"/>
                    <a:pt x="2066" y="1399"/>
                    <a:pt x="2179" y="1490"/>
                  </a:cubicBezTo>
                  <a:cubicBezTo>
                    <a:pt x="2280" y="1569"/>
                    <a:pt x="2371" y="1659"/>
                    <a:pt x="2461" y="1761"/>
                  </a:cubicBezTo>
                  <a:cubicBezTo>
                    <a:pt x="2551" y="1851"/>
                    <a:pt x="2641" y="1930"/>
                    <a:pt x="2732" y="2020"/>
                  </a:cubicBezTo>
                  <a:cubicBezTo>
                    <a:pt x="2811" y="2110"/>
                    <a:pt x="2878" y="2189"/>
                    <a:pt x="2946" y="2268"/>
                  </a:cubicBezTo>
                  <a:cubicBezTo>
                    <a:pt x="3093" y="2415"/>
                    <a:pt x="3194" y="2562"/>
                    <a:pt x="3273" y="2663"/>
                  </a:cubicBezTo>
                  <a:lnTo>
                    <a:pt x="3397" y="2810"/>
                  </a:lnTo>
                  <a:cubicBezTo>
                    <a:pt x="3397" y="2810"/>
                    <a:pt x="3364" y="2742"/>
                    <a:pt x="3307" y="2641"/>
                  </a:cubicBezTo>
                  <a:lnTo>
                    <a:pt x="3194" y="2438"/>
                  </a:lnTo>
                  <a:cubicBezTo>
                    <a:pt x="3149" y="2359"/>
                    <a:pt x="3104" y="2268"/>
                    <a:pt x="3048" y="2189"/>
                  </a:cubicBezTo>
                  <a:cubicBezTo>
                    <a:pt x="2991" y="2099"/>
                    <a:pt x="2923" y="2009"/>
                    <a:pt x="2844" y="1907"/>
                  </a:cubicBezTo>
                  <a:cubicBezTo>
                    <a:pt x="2765" y="1806"/>
                    <a:pt x="2686" y="1715"/>
                    <a:pt x="2596" y="1625"/>
                  </a:cubicBezTo>
                  <a:cubicBezTo>
                    <a:pt x="2506" y="1512"/>
                    <a:pt x="2416" y="1422"/>
                    <a:pt x="2314" y="1332"/>
                  </a:cubicBezTo>
                  <a:lnTo>
                    <a:pt x="1998" y="1050"/>
                  </a:lnTo>
                  <a:lnTo>
                    <a:pt x="1660" y="790"/>
                  </a:lnTo>
                  <a:cubicBezTo>
                    <a:pt x="1547" y="711"/>
                    <a:pt x="1423" y="643"/>
                    <a:pt x="1310" y="576"/>
                  </a:cubicBezTo>
                  <a:cubicBezTo>
                    <a:pt x="1197" y="508"/>
                    <a:pt x="1084" y="429"/>
                    <a:pt x="971" y="384"/>
                  </a:cubicBezTo>
                  <a:cubicBezTo>
                    <a:pt x="870" y="339"/>
                    <a:pt x="757" y="294"/>
                    <a:pt x="667" y="248"/>
                  </a:cubicBezTo>
                  <a:cubicBezTo>
                    <a:pt x="576" y="203"/>
                    <a:pt x="486" y="169"/>
                    <a:pt x="396" y="136"/>
                  </a:cubicBezTo>
                  <a:lnTo>
                    <a:pt x="181" y="68"/>
                  </a:lnTo>
                  <a:cubicBezTo>
                    <a:pt x="69" y="2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"/>
            <p:cNvSpPr/>
            <p:nvPr/>
          </p:nvSpPr>
          <p:spPr>
            <a:xfrm>
              <a:off x="687800" y="4522300"/>
              <a:ext cx="84925" cy="113725"/>
            </a:xfrm>
            <a:custGeom>
              <a:avLst/>
              <a:gdLst/>
              <a:ahLst/>
              <a:cxnLst/>
              <a:rect l="l" t="t" r="r" b="b"/>
              <a:pathLst>
                <a:path w="3397" h="4549" extrusionOk="0">
                  <a:moveTo>
                    <a:pt x="0" y="1"/>
                  </a:moveTo>
                  <a:cubicBezTo>
                    <a:pt x="0" y="1"/>
                    <a:pt x="68" y="69"/>
                    <a:pt x="192" y="170"/>
                  </a:cubicBezTo>
                  <a:cubicBezTo>
                    <a:pt x="316" y="272"/>
                    <a:pt x="474" y="430"/>
                    <a:pt x="677" y="610"/>
                  </a:cubicBezTo>
                  <a:cubicBezTo>
                    <a:pt x="869" y="791"/>
                    <a:pt x="1083" y="1017"/>
                    <a:pt x="1320" y="1265"/>
                  </a:cubicBezTo>
                  <a:cubicBezTo>
                    <a:pt x="1433" y="1389"/>
                    <a:pt x="1546" y="1524"/>
                    <a:pt x="1659" y="1660"/>
                  </a:cubicBezTo>
                  <a:cubicBezTo>
                    <a:pt x="1783" y="1784"/>
                    <a:pt x="1896" y="1931"/>
                    <a:pt x="2009" y="2066"/>
                  </a:cubicBezTo>
                  <a:cubicBezTo>
                    <a:pt x="2110" y="2213"/>
                    <a:pt x="2223" y="2348"/>
                    <a:pt x="2325" y="2495"/>
                  </a:cubicBezTo>
                  <a:cubicBezTo>
                    <a:pt x="2426" y="2630"/>
                    <a:pt x="2528" y="2777"/>
                    <a:pt x="2618" y="2912"/>
                  </a:cubicBezTo>
                  <a:cubicBezTo>
                    <a:pt x="2708" y="3059"/>
                    <a:pt x="2810" y="3183"/>
                    <a:pt x="2878" y="3318"/>
                  </a:cubicBezTo>
                  <a:cubicBezTo>
                    <a:pt x="2934" y="3465"/>
                    <a:pt x="3013" y="3589"/>
                    <a:pt x="3069" y="3713"/>
                  </a:cubicBezTo>
                  <a:cubicBezTo>
                    <a:pt x="3126" y="3815"/>
                    <a:pt x="3171" y="3928"/>
                    <a:pt x="3216" y="4041"/>
                  </a:cubicBezTo>
                  <a:cubicBezTo>
                    <a:pt x="3261" y="4142"/>
                    <a:pt x="3295" y="4232"/>
                    <a:pt x="3318" y="4311"/>
                  </a:cubicBezTo>
                  <a:cubicBezTo>
                    <a:pt x="3374" y="4458"/>
                    <a:pt x="3397" y="4548"/>
                    <a:pt x="3397" y="4548"/>
                  </a:cubicBezTo>
                  <a:cubicBezTo>
                    <a:pt x="3397" y="4548"/>
                    <a:pt x="3385" y="4458"/>
                    <a:pt x="3363" y="4300"/>
                  </a:cubicBezTo>
                  <a:cubicBezTo>
                    <a:pt x="3351" y="4221"/>
                    <a:pt x="3318" y="4131"/>
                    <a:pt x="3295" y="4018"/>
                  </a:cubicBezTo>
                  <a:cubicBezTo>
                    <a:pt x="3261" y="3894"/>
                    <a:pt x="3227" y="3781"/>
                    <a:pt x="3182" y="3657"/>
                  </a:cubicBezTo>
                  <a:cubicBezTo>
                    <a:pt x="3137" y="3533"/>
                    <a:pt x="3081" y="3397"/>
                    <a:pt x="3013" y="3251"/>
                  </a:cubicBezTo>
                  <a:cubicBezTo>
                    <a:pt x="2934" y="3115"/>
                    <a:pt x="2866" y="2957"/>
                    <a:pt x="2776" y="2811"/>
                  </a:cubicBezTo>
                  <a:cubicBezTo>
                    <a:pt x="2686" y="2664"/>
                    <a:pt x="2595" y="2517"/>
                    <a:pt x="2494" y="2371"/>
                  </a:cubicBezTo>
                  <a:cubicBezTo>
                    <a:pt x="2392" y="2213"/>
                    <a:pt x="2291" y="2055"/>
                    <a:pt x="2178" y="1919"/>
                  </a:cubicBezTo>
                  <a:cubicBezTo>
                    <a:pt x="2054" y="1795"/>
                    <a:pt x="1941" y="1637"/>
                    <a:pt x="1817" y="1513"/>
                  </a:cubicBezTo>
                  <a:cubicBezTo>
                    <a:pt x="1704" y="1378"/>
                    <a:pt x="1569" y="1253"/>
                    <a:pt x="1456" y="1129"/>
                  </a:cubicBezTo>
                  <a:cubicBezTo>
                    <a:pt x="1332" y="1005"/>
                    <a:pt x="1219" y="892"/>
                    <a:pt x="1095" y="791"/>
                  </a:cubicBezTo>
                  <a:cubicBezTo>
                    <a:pt x="970" y="689"/>
                    <a:pt x="858" y="588"/>
                    <a:pt x="756" y="509"/>
                  </a:cubicBezTo>
                  <a:cubicBezTo>
                    <a:pt x="655" y="430"/>
                    <a:pt x="553" y="351"/>
                    <a:pt x="451" y="283"/>
                  </a:cubicBezTo>
                  <a:cubicBezTo>
                    <a:pt x="372" y="227"/>
                    <a:pt x="293" y="170"/>
                    <a:pt x="214" y="125"/>
                  </a:cubicBezTo>
                  <a:cubicBezTo>
                    <a:pt x="79" y="46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"/>
            <p:cNvSpPr/>
            <p:nvPr/>
          </p:nvSpPr>
          <p:spPr>
            <a:xfrm>
              <a:off x="687225" y="4523150"/>
              <a:ext cx="54200" cy="85225"/>
            </a:xfrm>
            <a:custGeom>
              <a:avLst/>
              <a:gdLst/>
              <a:ahLst/>
              <a:cxnLst/>
              <a:rect l="l" t="t" r="r" b="b"/>
              <a:pathLst>
                <a:path w="2168" h="3409" extrusionOk="0">
                  <a:moveTo>
                    <a:pt x="0" y="1"/>
                  </a:moveTo>
                  <a:cubicBezTo>
                    <a:pt x="0" y="1"/>
                    <a:pt x="34" y="57"/>
                    <a:pt x="102" y="136"/>
                  </a:cubicBezTo>
                  <a:cubicBezTo>
                    <a:pt x="136" y="181"/>
                    <a:pt x="170" y="238"/>
                    <a:pt x="226" y="294"/>
                  </a:cubicBezTo>
                  <a:cubicBezTo>
                    <a:pt x="271" y="362"/>
                    <a:pt x="316" y="430"/>
                    <a:pt x="373" y="509"/>
                  </a:cubicBezTo>
                  <a:lnTo>
                    <a:pt x="553" y="757"/>
                  </a:lnTo>
                  <a:cubicBezTo>
                    <a:pt x="610" y="847"/>
                    <a:pt x="678" y="949"/>
                    <a:pt x="745" y="1039"/>
                  </a:cubicBezTo>
                  <a:cubicBezTo>
                    <a:pt x="881" y="1231"/>
                    <a:pt x="1027" y="1445"/>
                    <a:pt x="1163" y="1660"/>
                  </a:cubicBezTo>
                  <a:cubicBezTo>
                    <a:pt x="1230" y="1761"/>
                    <a:pt x="1298" y="1863"/>
                    <a:pt x="1377" y="1976"/>
                  </a:cubicBezTo>
                  <a:cubicBezTo>
                    <a:pt x="1445" y="2077"/>
                    <a:pt x="1501" y="2179"/>
                    <a:pt x="1569" y="2280"/>
                  </a:cubicBezTo>
                  <a:cubicBezTo>
                    <a:pt x="1625" y="2382"/>
                    <a:pt x="1693" y="2483"/>
                    <a:pt x="1750" y="2574"/>
                  </a:cubicBezTo>
                  <a:cubicBezTo>
                    <a:pt x="1795" y="2664"/>
                    <a:pt x="1840" y="2743"/>
                    <a:pt x="1885" y="2833"/>
                  </a:cubicBezTo>
                  <a:cubicBezTo>
                    <a:pt x="1930" y="2923"/>
                    <a:pt x="1986" y="3002"/>
                    <a:pt x="2009" y="3070"/>
                  </a:cubicBezTo>
                  <a:lnTo>
                    <a:pt x="2088" y="3251"/>
                  </a:lnTo>
                  <a:cubicBezTo>
                    <a:pt x="2133" y="3352"/>
                    <a:pt x="2167" y="3409"/>
                    <a:pt x="2167" y="3409"/>
                  </a:cubicBezTo>
                  <a:cubicBezTo>
                    <a:pt x="2167" y="3409"/>
                    <a:pt x="2156" y="3341"/>
                    <a:pt x="2122" y="3239"/>
                  </a:cubicBezTo>
                  <a:cubicBezTo>
                    <a:pt x="2111" y="3183"/>
                    <a:pt x="2099" y="3115"/>
                    <a:pt x="2077" y="3036"/>
                  </a:cubicBezTo>
                  <a:cubicBezTo>
                    <a:pt x="2065" y="2957"/>
                    <a:pt x="2032" y="2867"/>
                    <a:pt x="1998" y="2788"/>
                  </a:cubicBezTo>
                  <a:cubicBezTo>
                    <a:pt x="1964" y="2698"/>
                    <a:pt x="1930" y="2596"/>
                    <a:pt x="1885" y="2495"/>
                  </a:cubicBezTo>
                  <a:cubicBezTo>
                    <a:pt x="1829" y="2404"/>
                    <a:pt x="1783" y="2291"/>
                    <a:pt x="1727" y="2190"/>
                  </a:cubicBezTo>
                  <a:cubicBezTo>
                    <a:pt x="1671" y="2077"/>
                    <a:pt x="1603" y="1976"/>
                    <a:pt x="1546" y="1863"/>
                  </a:cubicBezTo>
                  <a:cubicBezTo>
                    <a:pt x="1479" y="1750"/>
                    <a:pt x="1411" y="1648"/>
                    <a:pt x="1343" y="1535"/>
                  </a:cubicBezTo>
                  <a:cubicBezTo>
                    <a:pt x="1264" y="1434"/>
                    <a:pt x="1197" y="1321"/>
                    <a:pt x="1118" y="1219"/>
                  </a:cubicBezTo>
                  <a:cubicBezTo>
                    <a:pt x="1050" y="1118"/>
                    <a:pt x="971" y="1028"/>
                    <a:pt x="892" y="926"/>
                  </a:cubicBezTo>
                  <a:cubicBezTo>
                    <a:pt x="757" y="757"/>
                    <a:pt x="621" y="588"/>
                    <a:pt x="463" y="430"/>
                  </a:cubicBezTo>
                  <a:cubicBezTo>
                    <a:pt x="362" y="317"/>
                    <a:pt x="249" y="215"/>
                    <a:pt x="125" y="114"/>
                  </a:cubicBezTo>
                  <a:cubicBezTo>
                    <a:pt x="46" y="3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"/>
            <p:cNvSpPr/>
            <p:nvPr/>
          </p:nvSpPr>
          <p:spPr>
            <a:xfrm>
              <a:off x="687225" y="4523150"/>
              <a:ext cx="32175" cy="75350"/>
            </a:xfrm>
            <a:custGeom>
              <a:avLst/>
              <a:gdLst/>
              <a:ahLst/>
              <a:cxnLst/>
              <a:rect l="l" t="t" r="r" b="b"/>
              <a:pathLst>
                <a:path w="1287" h="3014" extrusionOk="0">
                  <a:moveTo>
                    <a:pt x="0" y="1"/>
                  </a:moveTo>
                  <a:lnTo>
                    <a:pt x="68" y="102"/>
                  </a:lnTo>
                  <a:cubicBezTo>
                    <a:pt x="91" y="147"/>
                    <a:pt x="113" y="193"/>
                    <a:pt x="136" y="249"/>
                  </a:cubicBezTo>
                  <a:cubicBezTo>
                    <a:pt x="158" y="305"/>
                    <a:pt x="192" y="373"/>
                    <a:pt x="215" y="441"/>
                  </a:cubicBezTo>
                  <a:cubicBezTo>
                    <a:pt x="271" y="588"/>
                    <a:pt x="339" y="746"/>
                    <a:pt x="418" y="926"/>
                  </a:cubicBezTo>
                  <a:cubicBezTo>
                    <a:pt x="486" y="1118"/>
                    <a:pt x="565" y="1298"/>
                    <a:pt x="644" y="1490"/>
                  </a:cubicBezTo>
                  <a:cubicBezTo>
                    <a:pt x="723" y="1693"/>
                    <a:pt x="802" y="1885"/>
                    <a:pt x="869" y="2055"/>
                  </a:cubicBezTo>
                  <a:cubicBezTo>
                    <a:pt x="937" y="2224"/>
                    <a:pt x="1027" y="2393"/>
                    <a:pt x="1084" y="2540"/>
                  </a:cubicBezTo>
                  <a:cubicBezTo>
                    <a:pt x="1129" y="2675"/>
                    <a:pt x="1185" y="2799"/>
                    <a:pt x="1219" y="2878"/>
                  </a:cubicBezTo>
                  <a:cubicBezTo>
                    <a:pt x="1242" y="2923"/>
                    <a:pt x="1264" y="2969"/>
                    <a:pt x="1287" y="3014"/>
                  </a:cubicBezTo>
                  <a:cubicBezTo>
                    <a:pt x="1287" y="3014"/>
                    <a:pt x="1276" y="2957"/>
                    <a:pt x="1264" y="2867"/>
                  </a:cubicBezTo>
                  <a:cubicBezTo>
                    <a:pt x="1242" y="2743"/>
                    <a:pt x="1219" y="2619"/>
                    <a:pt x="1185" y="2506"/>
                  </a:cubicBezTo>
                  <a:cubicBezTo>
                    <a:pt x="1163" y="2348"/>
                    <a:pt x="1106" y="2167"/>
                    <a:pt x="1050" y="1987"/>
                  </a:cubicBezTo>
                  <a:cubicBezTo>
                    <a:pt x="993" y="1806"/>
                    <a:pt x="926" y="1614"/>
                    <a:pt x="835" y="1423"/>
                  </a:cubicBezTo>
                  <a:cubicBezTo>
                    <a:pt x="757" y="1242"/>
                    <a:pt x="678" y="1050"/>
                    <a:pt x="587" y="870"/>
                  </a:cubicBezTo>
                  <a:cubicBezTo>
                    <a:pt x="542" y="791"/>
                    <a:pt x="497" y="700"/>
                    <a:pt x="452" y="621"/>
                  </a:cubicBezTo>
                  <a:cubicBezTo>
                    <a:pt x="407" y="554"/>
                    <a:pt x="350" y="475"/>
                    <a:pt x="316" y="407"/>
                  </a:cubicBezTo>
                  <a:cubicBezTo>
                    <a:pt x="249" y="294"/>
                    <a:pt x="170" y="193"/>
                    <a:pt x="91" y="102"/>
                  </a:cubicBezTo>
                  <a:cubicBezTo>
                    <a:pt x="34" y="3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"/>
            <p:cNvSpPr/>
            <p:nvPr/>
          </p:nvSpPr>
          <p:spPr>
            <a:xfrm>
              <a:off x="5027700" y="1951775"/>
              <a:ext cx="646600" cy="731175"/>
            </a:xfrm>
            <a:custGeom>
              <a:avLst/>
              <a:gdLst/>
              <a:ahLst/>
              <a:cxnLst/>
              <a:rect l="l" t="t" r="r" b="b"/>
              <a:pathLst>
                <a:path w="25864" h="29247" extrusionOk="0">
                  <a:moveTo>
                    <a:pt x="21384" y="1"/>
                  </a:moveTo>
                  <a:lnTo>
                    <a:pt x="21384" y="1"/>
                  </a:lnTo>
                  <a:cubicBezTo>
                    <a:pt x="23663" y="3420"/>
                    <a:pt x="24036" y="8227"/>
                    <a:pt x="22885" y="12063"/>
                  </a:cubicBezTo>
                  <a:cubicBezTo>
                    <a:pt x="22320" y="14027"/>
                    <a:pt x="21384" y="15697"/>
                    <a:pt x="20628" y="17548"/>
                  </a:cubicBezTo>
                  <a:cubicBezTo>
                    <a:pt x="19939" y="19297"/>
                    <a:pt x="19127" y="21170"/>
                    <a:pt x="17694" y="22467"/>
                  </a:cubicBezTo>
                  <a:cubicBezTo>
                    <a:pt x="16441" y="23562"/>
                    <a:pt x="14771" y="23889"/>
                    <a:pt x="13417" y="24860"/>
                  </a:cubicBezTo>
                  <a:cubicBezTo>
                    <a:pt x="11905" y="25853"/>
                    <a:pt x="10427" y="26293"/>
                    <a:pt x="8678" y="26643"/>
                  </a:cubicBezTo>
                  <a:cubicBezTo>
                    <a:pt x="7159" y="26920"/>
                    <a:pt x="5688" y="27073"/>
                    <a:pt x="4243" y="27073"/>
                  </a:cubicBezTo>
                  <a:cubicBezTo>
                    <a:pt x="2811" y="27073"/>
                    <a:pt x="1404" y="26923"/>
                    <a:pt x="0" y="26597"/>
                  </a:cubicBezTo>
                  <a:lnTo>
                    <a:pt x="0" y="26597"/>
                  </a:lnTo>
                  <a:cubicBezTo>
                    <a:pt x="2401" y="28337"/>
                    <a:pt x="5279" y="29246"/>
                    <a:pt x="8288" y="29246"/>
                  </a:cubicBezTo>
                  <a:cubicBezTo>
                    <a:pt x="9903" y="29246"/>
                    <a:pt x="11555" y="28984"/>
                    <a:pt x="13192" y="28448"/>
                  </a:cubicBezTo>
                  <a:cubicBezTo>
                    <a:pt x="15223" y="27782"/>
                    <a:pt x="17570" y="26868"/>
                    <a:pt x="19330" y="25650"/>
                  </a:cubicBezTo>
                  <a:cubicBezTo>
                    <a:pt x="24408" y="22118"/>
                    <a:pt x="25694" y="17198"/>
                    <a:pt x="25796" y="11285"/>
                  </a:cubicBezTo>
                  <a:cubicBezTo>
                    <a:pt x="25864" y="7606"/>
                    <a:pt x="24622" y="3781"/>
                    <a:pt x="22162" y="870"/>
                  </a:cubicBezTo>
                  <a:cubicBezTo>
                    <a:pt x="21914" y="565"/>
                    <a:pt x="21643" y="272"/>
                    <a:pt x="21384" y="1"/>
                  </a:cubicBezTo>
                  <a:close/>
                </a:path>
              </a:pathLst>
            </a:custGeom>
            <a:solidFill>
              <a:srgbClr val="CB64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"/>
            <p:cNvSpPr/>
            <p:nvPr/>
          </p:nvSpPr>
          <p:spPr>
            <a:xfrm>
              <a:off x="4859550" y="1862650"/>
              <a:ext cx="769325" cy="765950"/>
            </a:xfrm>
            <a:custGeom>
              <a:avLst/>
              <a:gdLst/>
              <a:ahLst/>
              <a:cxnLst/>
              <a:rect l="l" t="t" r="r" b="b"/>
              <a:pathLst>
                <a:path w="30773" h="30638" extrusionOk="0">
                  <a:moveTo>
                    <a:pt x="19204" y="0"/>
                  </a:moveTo>
                  <a:cubicBezTo>
                    <a:pt x="16366" y="0"/>
                    <a:pt x="13464" y="827"/>
                    <a:pt x="10935" y="2313"/>
                  </a:cubicBezTo>
                  <a:cubicBezTo>
                    <a:pt x="9130" y="3374"/>
                    <a:pt x="7392" y="4649"/>
                    <a:pt x="6083" y="6296"/>
                  </a:cubicBezTo>
                  <a:cubicBezTo>
                    <a:pt x="5056" y="7594"/>
                    <a:pt x="4097" y="8734"/>
                    <a:pt x="3465" y="10043"/>
                  </a:cubicBezTo>
                  <a:cubicBezTo>
                    <a:pt x="1242" y="14590"/>
                    <a:pt x="1" y="20909"/>
                    <a:pt x="2641" y="25547"/>
                  </a:cubicBezTo>
                  <a:cubicBezTo>
                    <a:pt x="3657" y="27364"/>
                    <a:pt x="5045" y="28933"/>
                    <a:pt x="6726" y="30162"/>
                  </a:cubicBezTo>
                  <a:cubicBezTo>
                    <a:pt x="8130" y="30488"/>
                    <a:pt x="9540" y="30638"/>
                    <a:pt x="10974" y="30638"/>
                  </a:cubicBezTo>
                  <a:cubicBezTo>
                    <a:pt x="12422" y="30638"/>
                    <a:pt x="13896" y="30485"/>
                    <a:pt x="15415" y="30208"/>
                  </a:cubicBezTo>
                  <a:cubicBezTo>
                    <a:pt x="17153" y="29858"/>
                    <a:pt x="18642" y="29418"/>
                    <a:pt x="20143" y="28425"/>
                  </a:cubicBezTo>
                  <a:cubicBezTo>
                    <a:pt x="21497" y="27454"/>
                    <a:pt x="23179" y="27127"/>
                    <a:pt x="24420" y="26032"/>
                  </a:cubicBezTo>
                  <a:cubicBezTo>
                    <a:pt x="25853" y="24735"/>
                    <a:pt x="26677" y="22862"/>
                    <a:pt x="27365" y="21113"/>
                  </a:cubicBezTo>
                  <a:cubicBezTo>
                    <a:pt x="28110" y="19262"/>
                    <a:pt x="29058" y="17592"/>
                    <a:pt x="29622" y="15628"/>
                  </a:cubicBezTo>
                  <a:cubicBezTo>
                    <a:pt x="30773" y="11792"/>
                    <a:pt x="30401" y="6985"/>
                    <a:pt x="28110" y="3566"/>
                  </a:cubicBezTo>
                  <a:cubicBezTo>
                    <a:pt x="25678" y="1104"/>
                    <a:pt x="22484" y="0"/>
                    <a:pt x="19204" y="0"/>
                  </a:cubicBezTo>
                  <a:close/>
                </a:path>
              </a:pathLst>
            </a:custGeom>
            <a:solidFill>
              <a:srgbClr val="973C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"/>
            <p:cNvSpPr/>
            <p:nvPr/>
          </p:nvSpPr>
          <p:spPr>
            <a:xfrm>
              <a:off x="4903000" y="1891075"/>
              <a:ext cx="701050" cy="708125"/>
            </a:xfrm>
            <a:custGeom>
              <a:avLst/>
              <a:gdLst/>
              <a:ahLst/>
              <a:cxnLst/>
              <a:rect l="l" t="t" r="r" b="b"/>
              <a:pathLst>
                <a:path w="28042" h="28325" extrusionOk="0">
                  <a:moveTo>
                    <a:pt x="17673" y="1"/>
                  </a:moveTo>
                  <a:cubicBezTo>
                    <a:pt x="17598" y="1"/>
                    <a:pt x="17522" y="1"/>
                    <a:pt x="17446" y="3"/>
                  </a:cubicBezTo>
                  <a:cubicBezTo>
                    <a:pt x="10472" y="104"/>
                    <a:pt x="3307" y="5656"/>
                    <a:pt x="1186" y="12291"/>
                  </a:cubicBezTo>
                  <a:cubicBezTo>
                    <a:pt x="734" y="13747"/>
                    <a:pt x="80" y="15654"/>
                    <a:pt x="1" y="17267"/>
                  </a:cubicBezTo>
                  <a:cubicBezTo>
                    <a:pt x="12" y="18621"/>
                    <a:pt x="576" y="19987"/>
                    <a:pt x="903" y="21341"/>
                  </a:cubicBezTo>
                  <a:cubicBezTo>
                    <a:pt x="1558" y="24049"/>
                    <a:pt x="2472" y="25178"/>
                    <a:pt x="4593" y="26735"/>
                  </a:cubicBezTo>
                  <a:lnTo>
                    <a:pt x="5169" y="27152"/>
                  </a:lnTo>
                  <a:cubicBezTo>
                    <a:pt x="7290" y="27987"/>
                    <a:pt x="8938" y="28224"/>
                    <a:pt x="11183" y="28315"/>
                  </a:cubicBezTo>
                  <a:cubicBezTo>
                    <a:pt x="11309" y="28321"/>
                    <a:pt x="11434" y="28324"/>
                    <a:pt x="11559" y="28324"/>
                  </a:cubicBezTo>
                  <a:cubicBezTo>
                    <a:pt x="14923" y="28324"/>
                    <a:pt x="17584" y="26018"/>
                    <a:pt x="20403" y="24343"/>
                  </a:cubicBezTo>
                  <a:cubicBezTo>
                    <a:pt x="23810" y="22323"/>
                    <a:pt x="25029" y="18520"/>
                    <a:pt x="26406" y="15011"/>
                  </a:cubicBezTo>
                  <a:cubicBezTo>
                    <a:pt x="27196" y="13307"/>
                    <a:pt x="28042" y="11591"/>
                    <a:pt x="27760" y="9752"/>
                  </a:cubicBezTo>
                  <a:cubicBezTo>
                    <a:pt x="27512" y="8105"/>
                    <a:pt x="26992" y="6514"/>
                    <a:pt x="26225" y="5035"/>
                  </a:cubicBezTo>
                  <a:cubicBezTo>
                    <a:pt x="24400" y="1661"/>
                    <a:pt x="21446" y="1"/>
                    <a:pt x="17673" y="1"/>
                  </a:cubicBezTo>
                  <a:close/>
                </a:path>
              </a:pathLst>
            </a:custGeom>
            <a:solidFill>
              <a:srgbClr val="FFF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"/>
            <p:cNvSpPr/>
            <p:nvPr/>
          </p:nvSpPr>
          <p:spPr>
            <a:xfrm>
              <a:off x="5022325" y="2001350"/>
              <a:ext cx="453950" cy="494625"/>
            </a:xfrm>
            <a:custGeom>
              <a:avLst/>
              <a:gdLst/>
              <a:ahLst/>
              <a:cxnLst/>
              <a:rect l="l" t="t" r="r" b="b"/>
              <a:pathLst>
                <a:path w="18158" h="19785" extrusionOk="0">
                  <a:moveTo>
                    <a:pt x="11540" y="1"/>
                  </a:moveTo>
                  <a:cubicBezTo>
                    <a:pt x="10805" y="1"/>
                    <a:pt x="10072" y="196"/>
                    <a:pt x="8949" y="545"/>
                  </a:cubicBezTo>
                  <a:cubicBezTo>
                    <a:pt x="8216" y="805"/>
                    <a:pt x="7245" y="726"/>
                    <a:pt x="6523" y="1053"/>
                  </a:cubicBezTo>
                  <a:cubicBezTo>
                    <a:pt x="5666" y="1426"/>
                    <a:pt x="5259" y="2396"/>
                    <a:pt x="4650" y="3186"/>
                  </a:cubicBezTo>
                  <a:cubicBezTo>
                    <a:pt x="3612" y="4461"/>
                    <a:pt x="1265" y="5589"/>
                    <a:pt x="1141" y="7372"/>
                  </a:cubicBezTo>
                  <a:cubicBezTo>
                    <a:pt x="1039" y="8275"/>
                    <a:pt x="1197" y="8952"/>
                    <a:pt x="949" y="9877"/>
                  </a:cubicBezTo>
                  <a:cubicBezTo>
                    <a:pt x="734" y="10645"/>
                    <a:pt x="227" y="11491"/>
                    <a:pt x="181" y="12292"/>
                  </a:cubicBezTo>
                  <a:cubicBezTo>
                    <a:pt x="1" y="13849"/>
                    <a:pt x="1174" y="15395"/>
                    <a:pt x="1682" y="16862"/>
                  </a:cubicBezTo>
                  <a:cubicBezTo>
                    <a:pt x="2359" y="18690"/>
                    <a:pt x="5417" y="19458"/>
                    <a:pt x="7324" y="19785"/>
                  </a:cubicBezTo>
                  <a:lnTo>
                    <a:pt x="8385" y="18893"/>
                  </a:lnTo>
                  <a:cubicBezTo>
                    <a:pt x="8396" y="18912"/>
                    <a:pt x="8408" y="18921"/>
                    <a:pt x="8421" y="18921"/>
                  </a:cubicBezTo>
                  <a:cubicBezTo>
                    <a:pt x="8561" y="18921"/>
                    <a:pt x="8837" y="17972"/>
                    <a:pt x="9198" y="17663"/>
                  </a:cubicBezTo>
                  <a:cubicBezTo>
                    <a:pt x="9717" y="17223"/>
                    <a:pt x="10766" y="17280"/>
                    <a:pt x="11319" y="16919"/>
                  </a:cubicBezTo>
                  <a:cubicBezTo>
                    <a:pt x="12086" y="16490"/>
                    <a:pt x="12526" y="15666"/>
                    <a:pt x="13181" y="15113"/>
                  </a:cubicBezTo>
                  <a:cubicBezTo>
                    <a:pt x="13926" y="14538"/>
                    <a:pt x="14467" y="14165"/>
                    <a:pt x="15077" y="13375"/>
                  </a:cubicBezTo>
                  <a:cubicBezTo>
                    <a:pt x="15889" y="12473"/>
                    <a:pt x="16284" y="12134"/>
                    <a:pt x="16487" y="10972"/>
                  </a:cubicBezTo>
                  <a:cubicBezTo>
                    <a:pt x="16600" y="10464"/>
                    <a:pt x="16453" y="10182"/>
                    <a:pt x="16713" y="9640"/>
                  </a:cubicBezTo>
                  <a:cubicBezTo>
                    <a:pt x="16961" y="9347"/>
                    <a:pt x="17525" y="9370"/>
                    <a:pt x="17751" y="8997"/>
                  </a:cubicBezTo>
                  <a:cubicBezTo>
                    <a:pt x="18078" y="8354"/>
                    <a:pt x="17875" y="7214"/>
                    <a:pt x="17943" y="6481"/>
                  </a:cubicBezTo>
                  <a:cubicBezTo>
                    <a:pt x="18135" y="5319"/>
                    <a:pt x="18157" y="5082"/>
                    <a:pt x="17661" y="4010"/>
                  </a:cubicBezTo>
                  <a:cubicBezTo>
                    <a:pt x="17311" y="3220"/>
                    <a:pt x="16961" y="2114"/>
                    <a:pt x="16329" y="1471"/>
                  </a:cubicBezTo>
                  <a:cubicBezTo>
                    <a:pt x="15618" y="839"/>
                    <a:pt x="14907" y="861"/>
                    <a:pt x="14050" y="591"/>
                  </a:cubicBezTo>
                  <a:cubicBezTo>
                    <a:pt x="12971" y="185"/>
                    <a:pt x="12255" y="1"/>
                    <a:pt x="11540" y="1"/>
                  </a:cubicBezTo>
                  <a:close/>
                </a:path>
              </a:pathLst>
            </a:custGeom>
            <a:solidFill>
              <a:srgbClr val="F2E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"/>
            <p:cNvSpPr/>
            <p:nvPr/>
          </p:nvSpPr>
          <p:spPr>
            <a:xfrm>
              <a:off x="5111750" y="2105225"/>
              <a:ext cx="378050" cy="416350"/>
            </a:xfrm>
            <a:custGeom>
              <a:avLst/>
              <a:gdLst/>
              <a:ahLst/>
              <a:cxnLst/>
              <a:rect l="l" t="t" r="r" b="b"/>
              <a:pathLst>
                <a:path w="15122" h="16654" extrusionOk="0">
                  <a:moveTo>
                    <a:pt x="13838" y="0"/>
                  </a:moveTo>
                  <a:cubicBezTo>
                    <a:pt x="12890" y="0"/>
                    <a:pt x="11829" y="1238"/>
                    <a:pt x="11398" y="1931"/>
                  </a:cubicBezTo>
                  <a:cubicBezTo>
                    <a:pt x="11839" y="741"/>
                    <a:pt x="10891" y="83"/>
                    <a:pt x="9783" y="83"/>
                  </a:cubicBezTo>
                  <a:cubicBezTo>
                    <a:pt x="9672" y="83"/>
                    <a:pt x="9559" y="89"/>
                    <a:pt x="9446" y="103"/>
                  </a:cubicBezTo>
                  <a:cubicBezTo>
                    <a:pt x="8114" y="182"/>
                    <a:pt x="6659" y="1412"/>
                    <a:pt x="5666" y="2213"/>
                  </a:cubicBezTo>
                  <a:cubicBezTo>
                    <a:pt x="4075" y="3556"/>
                    <a:pt x="1" y="9390"/>
                    <a:pt x="3522" y="10766"/>
                  </a:cubicBezTo>
                  <a:cubicBezTo>
                    <a:pt x="2924" y="12256"/>
                    <a:pt x="780" y="15562"/>
                    <a:pt x="3330" y="16533"/>
                  </a:cubicBezTo>
                  <a:cubicBezTo>
                    <a:pt x="3563" y="16616"/>
                    <a:pt x="3804" y="16653"/>
                    <a:pt x="4050" y="16653"/>
                  </a:cubicBezTo>
                  <a:cubicBezTo>
                    <a:pt x="5906" y="16653"/>
                    <a:pt x="8029" y="14498"/>
                    <a:pt x="9175" y="13452"/>
                  </a:cubicBezTo>
                  <a:cubicBezTo>
                    <a:pt x="12572" y="10405"/>
                    <a:pt x="15122" y="6129"/>
                    <a:pt x="15020" y="1457"/>
                  </a:cubicBezTo>
                  <a:cubicBezTo>
                    <a:pt x="15065" y="1389"/>
                    <a:pt x="15077" y="1299"/>
                    <a:pt x="15043" y="1220"/>
                  </a:cubicBezTo>
                  <a:lnTo>
                    <a:pt x="14400" y="171"/>
                  </a:lnTo>
                  <a:cubicBezTo>
                    <a:pt x="14221" y="52"/>
                    <a:pt x="14032" y="0"/>
                    <a:pt x="13838" y="0"/>
                  </a:cubicBezTo>
                  <a:close/>
                </a:path>
              </a:pathLst>
            </a:custGeom>
            <a:solidFill>
              <a:srgbClr val="F2E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"/>
            <p:cNvSpPr/>
            <p:nvPr/>
          </p:nvSpPr>
          <p:spPr>
            <a:xfrm>
              <a:off x="5496275" y="2441525"/>
              <a:ext cx="69975" cy="108350"/>
            </a:xfrm>
            <a:custGeom>
              <a:avLst/>
              <a:gdLst/>
              <a:ahLst/>
              <a:cxnLst/>
              <a:rect l="l" t="t" r="r" b="b"/>
              <a:pathLst>
                <a:path w="2799" h="4334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57" y="68"/>
                    <a:pt x="158" y="169"/>
                  </a:cubicBezTo>
                  <a:lnTo>
                    <a:pt x="361" y="350"/>
                  </a:lnTo>
                  <a:cubicBezTo>
                    <a:pt x="440" y="418"/>
                    <a:pt x="519" y="497"/>
                    <a:pt x="598" y="587"/>
                  </a:cubicBezTo>
                  <a:cubicBezTo>
                    <a:pt x="677" y="677"/>
                    <a:pt x="756" y="767"/>
                    <a:pt x="847" y="869"/>
                  </a:cubicBezTo>
                  <a:cubicBezTo>
                    <a:pt x="937" y="959"/>
                    <a:pt x="1016" y="1095"/>
                    <a:pt x="1106" y="1207"/>
                  </a:cubicBezTo>
                  <a:cubicBezTo>
                    <a:pt x="1298" y="1456"/>
                    <a:pt x="1467" y="1715"/>
                    <a:pt x="1625" y="1986"/>
                  </a:cubicBezTo>
                  <a:cubicBezTo>
                    <a:pt x="1783" y="2268"/>
                    <a:pt x="1941" y="2539"/>
                    <a:pt x="2077" y="2821"/>
                  </a:cubicBezTo>
                  <a:cubicBezTo>
                    <a:pt x="2122" y="2968"/>
                    <a:pt x="2212" y="3092"/>
                    <a:pt x="2268" y="3216"/>
                  </a:cubicBezTo>
                  <a:cubicBezTo>
                    <a:pt x="2325" y="3351"/>
                    <a:pt x="2381" y="3464"/>
                    <a:pt x="2438" y="3577"/>
                  </a:cubicBezTo>
                  <a:cubicBezTo>
                    <a:pt x="2551" y="3803"/>
                    <a:pt x="2618" y="3995"/>
                    <a:pt x="2686" y="4130"/>
                  </a:cubicBezTo>
                  <a:cubicBezTo>
                    <a:pt x="2754" y="4254"/>
                    <a:pt x="2799" y="4333"/>
                    <a:pt x="2799" y="4333"/>
                  </a:cubicBezTo>
                  <a:cubicBezTo>
                    <a:pt x="2799" y="4333"/>
                    <a:pt x="2788" y="4243"/>
                    <a:pt x="2776" y="4096"/>
                  </a:cubicBezTo>
                  <a:cubicBezTo>
                    <a:pt x="2765" y="3893"/>
                    <a:pt x="2742" y="3690"/>
                    <a:pt x="2697" y="3498"/>
                  </a:cubicBezTo>
                  <a:cubicBezTo>
                    <a:pt x="2641" y="3205"/>
                    <a:pt x="2562" y="2923"/>
                    <a:pt x="2460" y="2652"/>
                  </a:cubicBezTo>
                  <a:cubicBezTo>
                    <a:pt x="2404" y="2505"/>
                    <a:pt x="2347" y="2347"/>
                    <a:pt x="2268" y="2200"/>
                  </a:cubicBezTo>
                  <a:cubicBezTo>
                    <a:pt x="2201" y="2054"/>
                    <a:pt x="2122" y="1896"/>
                    <a:pt x="2043" y="1749"/>
                  </a:cubicBezTo>
                  <a:lnTo>
                    <a:pt x="1761" y="1320"/>
                  </a:lnTo>
                  <a:cubicBezTo>
                    <a:pt x="1670" y="1185"/>
                    <a:pt x="1558" y="1061"/>
                    <a:pt x="1445" y="937"/>
                  </a:cubicBezTo>
                  <a:cubicBezTo>
                    <a:pt x="1332" y="824"/>
                    <a:pt x="1230" y="711"/>
                    <a:pt x="1106" y="609"/>
                  </a:cubicBezTo>
                  <a:cubicBezTo>
                    <a:pt x="982" y="519"/>
                    <a:pt x="869" y="440"/>
                    <a:pt x="768" y="361"/>
                  </a:cubicBezTo>
                  <a:cubicBezTo>
                    <a:pt x="677" y="293"/>
                    <a:pt x="576" y="226"/>
                    <a:pt x="463" y="192"/>
                  </a:cubicBezTo>
                  <a:lnTo>
                    <a:pt x="215" y="79"/>
                  </a:lnTo>
                  <a:cubicBezTo>
                    <a:pt x="79" y="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"/>
            <p:cNvSpPr/>
            <p:nvPr/>
          </p:nvSpPr>
          <p:spPr>
            <a:xfrm>
              <a:off x="5565375" y="2474225"/>
              <a:ext cx="18375" cy="34175"/>
            </a:xfrm>
            <a:custGeom>
              <a:avLst/>
              <a:gdLst/>
              <a:ahLst/>
              <a:cxnLst/>
              <a:rect l="l" t="t" r="r" b="b"/>
              <a:pathLst>
                <a:path w="735" h="1367" extrusionOk="0">
                  <a:moveTo>
                    <a:pt x="24" y="1"/>
                  </a:moveTo>
                  <a:cubicBezTo>
                    <a:pt x="1" y="91"/>
                    <a:pt x="1" y="193"/>
                    <a:pt x="24" y="283"/>
                  </a:cubicBezTo>
                  <a:cubicBezTo>
                    <a:pt x="46" y="452"/>
                    <a:pt x="91" y="622"/>
                    <a:pt x="170" y="768"/>
                  </a:cubicBezTo>
                  <a:cubicBezTo>
                    <a:pt x="215" y="847"/>
                    <a:pt x="261" y="926"/>
                    <a:pt x="317" y="994"/>
                  </a:cubicBezTo>
                  <a:cubicBezTo>
                    <a:pt x="362" y="1062"/>
                    <a:pt x="419" y="1129"/>
                    <a:pt x="464" y="1186"/>
                  </a:cubicBezTo>
                  <a:cubicBezTo>
                    <a:pt x="520" y="1254"/>
                    <a:pt x="588" y="1310"/>
                    <a:pt x="667" y="1366"/>
                  </a:cubicBezTo>
                  <a:cubicBezTo>
                    <a:pt x="701" y="1276"/>
                    <a:pt x="723" y="1186"/>
                    <a:pt x="723" y="1096"/>
                  </a:cubicBezTo>
                  <a:cubicBezTo>
                    <a:pt x="734" y="904"/>
                    <a:pt x="689" y="723"/>
                    <a:pt x="610" y="554"/>
                  </a:cubicBezTo>
                  <a:cubicBezTo>
                    <a:pt x="531" y="385"/>
                    <a:pt x="407" y="249"/>
                    <a:pt x="261" y="136"/>
                  </a:cubicBezTo>
                  <a:cubicBezTo>
                    <a:pt x="182" y="80"/>
                    <a:pt x="103" y="35"/>
                    <a:pt x="24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"/>
            <p:cNvSpPr/>
            <p:nvPr/>
          </p:nvSpPr>
          <p:spPr>
            <a:xfrm>
              <a:off x="5550150" y="2392700"/>
              <a:ext cx="38675" cy="70275"/>
            </a:xfrm>
            <a:custGeom>
              <a:avLst/>
              <a:gdLst/>
              <a:ahLst/>
              <a:cxnLst/>
              <a:rect l="l" t="t" r="r" b="b"/>
              <a:pathLst>
                <a:path w="1547" h="2811" extrusionOk="0">
                  <a:moveTo>
                    <a:pt x="1" y="1"/>
                  </a:moveTo>
                  <a:lnTo>
                    <a:pt x="1" y="1"/>
                  </a:lnTo>
                  <a:cubicBezTo>
                    <a:pt x="46" y="170"/>
                    <a:pt x="102" y="328"/>
                    <a:pt x="181" y="486"/>
                  </a:cubicBezTo>
                  <a:cubicBezTo>
                    <a:pt x="215" y="565"/>
                    <a:pt x="238" y="633"/>
                    <a:pt x="283" y="712"/>
                  </a:cubicBezTo>
                  <a:cubicBezTo>
                    <a:pt x="328" y="791"/>
                    <a:pt x="362" y="870"/>
                    <a:pt x="396" y="960"/>
                  </a:cubicBezTo>
                  <a:cubicBezTo>
                    <a:pt x="475" y="1118"/>
                    <a:pt x="576" y="1287"/>
                    <a:pt x="666" y="1457"/>
                  </a:cubicBezTo>
                  <a:cubicBezTo>
                    <a:pt x="836" y="1784"/>
                    <a:pt x="1028" y="2100"/>
                    <a:pt x="1231" y="2404"/>
                  </a:cubicBezTo>
                  <a:cubicBezTo>
                    <a:pt x="1321" y="2540"/>
                    <a:pt x="1434" y="2675"/>
                    <a:pt x="1547" y="2811"/>
                  </a:cubicBezTo>
                  <a:cubicBezTo>
                    <a:pt x="1547" y="2630"/>
                    <a:pt x="1524" y="2461"/>
                    <a:pt x="1479" y="2292"/>
                  </a:cubicBezTo>
                  <a:cubicBezTo>
                    <a:pt x="1400" y="1919"/>
                    <a:pt x="1264" y="1569"/>
                    <a:pt x="1095" y="1231"/>
                  </a:cubicBezTo>
                  <a:cubicBezTo>
                    <a:pt x="982" y="1050"/>
                    <a:pt x="870" y="881"/>
                    <a:pt x="757" y="723"/>
                  </a:cubicBezTo>
                  <a:cubicBezTo>
                    <a:pt x="655" y="576"/>
                    <a:pt x="531" y="441"/>
                    <a:pt x="407" y="328"/>
                  </a:cubicBezTo>
                  <a:cubicBezTo>
                    <a:pt x="283" y="204"/>
                    <a:pt x="147" y="102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"/>
            <p:cNvSpPr/>
            <p:nvPr/>
          </p:nvSpPr>
          <p:spPr>
            <a:xfrm>
              <a:off x="5579500" y="2365900"/>
              <a:ext cx="30475" cy="58150"/>
            </a:xfrm>
            <a:custGeom>
              <a:avLst/>
              <a:gdLst/>
              <a:ahLst/>
              <a:cxnLst/>
              <a:rect l="l" t="t" r="r" b="b"/>
              <a:pathLst>
                <a:path w="1219" h="2326" extrusionOk="0">
                  <a:moveTo>
                    <a:pt x="0" y="1"/>
                  </a:moveTo>
                  <a:lnTo>
                    <a:pt x="0" y="1"/>
                  </a:lnTo>
                  <a:cubicBezTo>
                    <a:pt x="23" y="136"/>
                    <a:pt x="68" y="272"/>
                    <a:pt x="136" y="407"/>
                  </a:cubicBezTo>
                  <a:cubicBezTo>
                    <a:pt x="158" y="464"/>
                    <a:pt x="181" y="531"/>
                    <a:pt x="215" y="588"/>
                  </a:cubicBezTo>
                  <a:cubicBezTo>
                    <a:pt x="260" y="644"/>
                    <a:pt x="271" y="723"/>
                    <a:pt x="305" y="791"/>
                  </a:cubicBezTo>
                  <a:cubicBezTo>
                    <a:pt x="361" y="926"/>
                    <a:pt x="440" y="1062"/>
                    <a:pt x="508" y="1197"/>
                  </a:cubicBezTo>
                  <a:cubicBezTo>
                    <a:pt x="576" y="1344"/>
                    <a:pt x="655" y="1479"/>
                    <a:pt x="734" y="1615"/>
                  </a:cubicBezTo>
                  <a:cubicBezTo>
                    <a:pt x="813" y="1739"/>
                    <a:pt x="880" y="1863"/>
                    <a:pt x="937" y="1976"/>
                  </a:cubicBezTo>
                  <a:cubicBezTo>
                    <a:pt x="1016" y="2100"/>
                    <a:pt x="1095" y="2213"/>
                    <a:pt x="1196" y="2325"/>
                  </a:cubicBezTo>
                  <a:cubicBezTo>
                    <a:pt x="1208" y="2179"/>
                    <a:pt x="1219" y="2032"/>
                    <a:pt x="1208" y="1885"/>
                  </a:cubicBezTo>
                  <a:cubicBezTo>
                    <a:pt x="1196" y="1615"/>
                    <a:pt x="1083" y="1299"/>
                    <a:pt x="937" y="983"/>
                  </a:cubicBezTo>
                  <a:cubicBezTo>
                    <a:pt x="847" y="836"/>
                    <a:pt x="756" y="689"/>
                    <a:pt x="655" y="554"/>
                  </a:cubicBezTo>
                  <a:cubicBezTo>
                    <a:pt x="564" y="441"/>
                    <a:pt x="463" y="328"/>
                    <a:pt x="350" y="238"/>
                  </a:cubicBezTo>
                  <a:cubicBezTo>
                    <a:pt x="237" y="148"/>
                    <a:pt x="124" y="69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"/>
            <p:cNvSpPr/>
            <p:nvPr/>
          </p:nvSpPr>
          <p:spPr>
            <a:xfrm>
              <a:off x="5587950" y="2294250"/>
              <a:ext cx="43475" cy="122475"/>
            </a:xfrm>
            <a:custGeom>
              <a:avLst/>
              <a:gdLst/>
              <a:ahLst/>
              <a:cxnLst/>
              <a:rect l="l" t="t" r="r" b="b"/>
              <a:pathLst>
                <a:path w="1739" h="4899" extrusionOk="0">
                  <a:moveTo>
                    <a:pt x="1" y="1"/>
                  </a:moveTo>
                  <a:lnTo>
                    <a:pt x="1" y="1"/>
                  </a:lnTo>
                  <a:cubicBezTo>
                    <a:pt x="57" y="260"/>
                    <a:pt x="136" y="531"/>
                    <a:pt x="226" y="791"/>
                  </a:cubicBezTo>
                  <a:cubicBezTo>
                    <a:pt x="272" y="903"/>
                    <a:pt x="317" y="1028"/>
                    <a:pt x="362" y="1163"/>
                  </a:cubicBezTo>
                  <a:cubicBezTo>
                    <a:pt x="418" y="1298"/>
                    <a:pt x="452" y="1434"/>
                    <a:pt x="497" y="1580"/>
                  </a:cubicBezTo>
                  <a:cubicBezTo>
                    <a:pt x="588" y="1863"/>
                    <a:pt x="712" y="2156"/>
                    <a:pt x="813" y="2461"/>
                  </a:cubicBezTo>
                  <a:cubicBezTo>
                    <a:pt x="903" y="2777"/>
                    <a:pt x="1005" y="3081"/>
                    <a:pt x="1107" y="3363"/>
                  </a:cubicBezTo>
                  <a:cubicBezTo>
                    <a:pt x="1219" y="3657"/>
                    <a:pt x="1321" y="3916"/>
                    <a:pt x="1400" y="4142"/>
                  </a:cubicBezTo>
                  <a:cubicBezTo>
                    <a:pt x="1502" y="4402"/>
                    <a:pt x="1614" y="4650"/>
                    <a:pt x="1738" y="4898"/>
                  </a:cubicBezTo>
                  <a:cubicBezTo>
                    <a:pt x="1738" y="4627"/>
                    <a:pt x="1716" y="4345"/>
                    <a:pt x="1671" y="4074"/>
                  </a:cubicBezTo>
                  <a:cubicBezTo>
                    <a:pt x="1637" y="3792"/>
                    <a:pt x="1592" y="3521"/>
                    <a:pt x="1524" y="3251"/>
                  </a:cubicBezTo>
                  <a:cubicBezTo>
                    <a:pt x="1445" y="2946"/>
                    <a:pt x="1355" y="2630"/>
                    <a:pt x="1265" y="2314"/>
                  </a:cubicBezTo>
                  <a:cubicBezTo>
                    <a:pt x="1140" y="1998"/>
                    <a:pt x="1016" y="1682"/>
                    <a:pt x="881" y="1400"/>
                  </a:cubicBezTo>
                  <a:cubicBezTo>
                    <a:pt x="824" y="1265"/>
                    <a:pt x="768" y="1129"/>
                    <a:pt x="689" y="1005"/>
                  </a:cubicBezTo>
                  <a:cubicBezTo>
                    <a:pt x="621" y="881"/>
                    <a:pt x="542" y="768"/>
                    <a:pt x="475" y="666"/>
                  </a:cubicBezTo>
                  <a:cubicBezTo>
                    <a:pt x="328" y="429"/>
                    <a:pt x="170" y="215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"/>
            <p:cNvSpPr/>
            <p:nvPr/>
          </p:nvSpPr>
          <p:spPr>
            <a:xfrm>
              <a:off x="5623500" y="2293400"/>
              <a:ext cx="29925" cy="131500"/>
            </a:xfrm>
            <a:custGeom>
              <a:avLst/>
              <a:gdLst/>
              <a:ahLst/>
              <a:cxnLst/>
              <a:rect l="l" t="t" r="r" b="b"/>
              <a:pathLst>
                <a:path w="1197" h="5260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2" y="91"/>
                    <a:pt x="46" y="238"/>
                  </a:cubicBezTo>
                  <a:cubicBezTo>
                    <a:pt x="80" y="385"/>
                    <a:pt x="170" y="576"/>
                    <a:pt x="226" y="825"/>
                  </a:cubicBezTo>
                  <a:cubicBezTo>
                    <a:pt x="249" y="949"/>
                    <a:pt x="283" y="1084"/>
                    <a:pt x="328" y="1208"/>
                  </a:cubicBezTo>
                  <a:cubicBezTo>
                    <a:pt x="373" y="1344"/>
                    <a:pt x="384" y="1513"/>
                    <a:pt x="429" y="1648"/>
                  </a:cubicBezTo>
                  <a:cubicBezTo>
                    <a:pt x="508" y="1953"/>
                    <a:pt x="565" y="2280"/>
                    <a:pt x="632" y="2596"/>
                  </a:cubicBezTo>
                  <a:cubicBezTo>
                    <a:pt x="678" y="2923"/>
                    <a:pt x="734" y="3251"/>
                    <a:pt x="768" y="3567"/>
                  </a:cubicBezTo>
                  <a:cubicBezTo>
                    <a:pt x="779" y="3713"/>
                    <a:pt x="813" y="3860"/>
                    <a:pt x="824" y="4007"/>
                  </a:cubicBezTo>
                  <a:cubicBezTo>
                    <a:pt x="836" y="4153"/>
                    <a:pt x="847" y="4289"/>
                    <a:pt x="858" y="4413"/>
                  </a:cubicBezTo>
                  <a:cubicBezTo>
                    <a:pt x="892" y="4661"/>
                    <a:pt x="892" y="4876"/>
                    <a:pt x="915" y="5022"/>
                  </a:cubicBezTo>
                  <a:cubicBezTo>
                    <a:pt x="937" y="5169"/>
                    <a:pt x="937" y="5259"/>
                    <a:pt x="937" y="5259"/>
                  </a:cubicBezTo>
                  <a:cubicBezTo>
                    <a:pt x="937" y="5259"/>
                    <a:pt x="971" y="5169"/>
                    <a:pt x="1005" y="5034"/>
                  </a:cubicBezTo>
                  <a:cubicBezTo>
                    <a:pt x="1073" y="4830"/>
                    <a:pt x="1118" y="4627"/>
                    <a:pt x="1140" y="4413"/>
                  </a:cubicBezTo>
                  <a:cubicBezTo>
                    <a:pt x="1185" y="4120"/>
                    <a:pt x="1197" y="3826"/>
                    <a:pt x="1185" y="3533"/>
                  </a:cubicBezTo>
                  <a:cubicBezTo>
                    <a:pt x="1197" y="3364"/>
                    <a:pt x="1185" y="3194"/>
                    <a:pt x="1163" y="3036"/>
                  </a:cubicBezTo>
                  <a:lnTo>
                    <a:pt x="1106" y="2517"/>
                  </a:lnTo>
                  <a:cubicBezTo>
                    <a:pt x="1061" y="2348"/>
                    <a:pt x="1027" y="2179"/>
                    <a:pt x="982" y="2009"/>
                  </a:cubicBezTo>
                  <a:cubicBezTo>
                    <a:pt x="948" y="1851"/>
                    <a:pt x="903" y="1682"/>
                    <a:pt x="847" y="1535"/>
                  </a:cubicBezTo>
                  <a:cubicBezTo>
                    <a:pt x="745" y="1242"/>
                    <a:pt x="621" y="971"/>
                    <a:pt x="474" y="712"/>
                  </a:cubicBezTo>
                  <a:cubicBezTo>
                    <a:pt x="384" y="531"/>
                    <a:pt x="271" y="351"/>
                    <a:pt x="136" y="193"/>
                  </a:cubicBezTo>
                  <a:cubicBezTo>
                    <a:pt x="57" y="6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"/>
            <p:cNvSpPr/>
            <p:nvPr/>
          </p:nvSpPr>
          <p:spPr>
            <a:xfrm>
              <a:off x="5624075" y="2221750"/>
              <a:ext cx="26525" cy="83250"/>
            </a:xfrm>
            <a:custGeom>
              <a:avLst/>
              <a:gdLst/>
              <a:ahLst/>
              <a:cxnLst/>
              <a:rect l="l" t="t" r="r" b="b"/>
              <a:pathLst>
                <a:path w="1061" h="3330" extrusionOk="0">
                  <a:moveTo>
                    <a:pt x="0" y="1"/>
                  </a:moveTo>
                  <a:cubicBezTo>
                    <a:pt x="11" y="192"/>
                    <a:pt x="34" y="373"/>
                    <a:pt x="79" y="554"/>
                  </a:cubicBezTo>
                  <a:cubicBezTo>
                    <a:pt x="102" y="644"/>
                    <a:pt x="113" y="734"/>
                    <a:pt x="147" y="813"/>
                  </a:cubicBezTo>
                  <a:cubicBezTo>
                    <a:pt x="169" y="903"/>
                    <a:pt x="181" y="1005"/>
                    <a:pt x="215" y="1095"/>
                  </a:cubicBezTo>
                  <a:cubicBezTo>
                    <a:pt x="248" y="1298"/>
                    <a:pt x="316" y="1501"/>
                    <a:pt x="372" y="1705"/>
                  </a:cubicBezTo>
                  <a:cubicBezTo>
                    <a:pt x="485" y="2088"/>
                    <a:pt x="621" y="2461"/>
                    <a:pt x="779" y="2833"/>
                  </a:cubicBezTo>
                  <a:cubicBezTo>
                    <a:pt x="858" y="3002"/>
                    <a:pt x="948" y="3172"/>
                    <a:pt x="1050" y="3329"/>
                  </a:cubicBezTo>
                  <a:cubicBezTo>
                    <a:pt x="1061" y="3138"/>
                    <a:pt x="1061" y="2946"/>
                    <a:pt x="1050" y="2765"/>
                  </a:cubicBezTo>
                  <a:cubicBezTo>
                    <a:pt x="1016" y="2359"/>
                    <a:pt x="948" y="1953"/>
                    <a:pt x="835" y="1569"/>
                  </a:cubicBezTo>
                  <a:cubicBezTo>
                    <a:pt x="756" y="1355"/>
                    <a:pt x="688" y="1140"/>
                    <a:pt x="598" y="949"/>
                  </a:cubicBezTo>
                  <a:cubicBezTo>
                    <a:pt x="530" y="779"/>
                    <a:pt x="440" y="610"/>
                    <a:pt x="327" y="452"/>
                  </a:cubicBezTo>
                  <a:cubicBezTo>
                    <a:pt x="237" y="294"/>
                    <a:pt x="124" y="136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"/>
            <p:cNvSpPr/>
            <p:nvPr/>
          </p:nvSpPr>
          <p:spPr>
            <a:xfrm>
              <a:off x="5626875" y="2167600"/>
              <a:ext cx="46300" cy="152075"/>
            </a:xfrm>
            <a:custGeom>
              <a:avLst/>
              <a:gdLst/>
              <a:ahLst/>
              <a:cxnLst/>
              <a:rect l="l" t="t" r="r" b="b"/>
              <a:pathLst>
                <a:path w="1852" h="6083" extrusionOk="0">
                  <a:moveTo>
                    <a:pt x="1" y="0"/>
                  </a:moveTo>
                  <a:lnTo>
                    <a:pt x="103" y="260"/>
                  </a:lnTo>
                  <a:cubicBezTo>
                    <a:pt x="159" y="429"/>
                    <a:pt x="294" y="643"/>
                    <a:pt x="385" y="925"/>
                  </a:cubicBezTo>
                  <a:cubicBezTo>
                    <a:pt x="441" y="1072"/>
                    <a:pt x="497" y="1219"/>
                    <a:pt x="565" y="1365"/>
                  </a:cubicBezTo>
                  <a:cubicBezTo>
                    <a:pt x="622" y="1523"/>
                    <a:pt x="667" y="1704"/>
                    <a:pt x="734" y="1873"/>
                  </a:cubicBezTo>
                  <a:cubicBezTo>
                    <a:pt x="859" y="2223"/>
                    <a:pt x="949" y="2607"/>
                    <a:pt x="1073" y="2979"/>
                  </a:cubicBezTo>
                  <a:cubicBezTo>
                    <a:pt x="1163" y="3363"/>
                    <a:pt x="1265" y="3746"/>
                    <a:pt x="1355" y="4108"/>
                  </a:cubicBezTo>
                  <a:cubicBezTo>
                    <a:pt x="1445" y="4469"/>
                    <a:pt x="1502" y="4830"/>
                    <a:pt x="1569" y="5112"/>
                  </a:cubicBezTo>
                  <a:cubicBezTo>
                    <a:pt x="1637" y="5394"/>
                    <a:pt x="1682" y="5642"/>
                    <a:pt x="1727" y="5811"/>
                  </a:cubicBezTo>
                  <a:cubicBezTo>
                    <a:pt x="1761" y="5981"/>
                    <a:pt x="1784" y="6082"/>
                    <a:pt x="1784" y="6082"/>
                  </a:cubicBezTo>
                  <a:cubicBezTo>
                    <a:pt x="1784" y="6082"/>
                    <a:pt x="1795" y="5981"/>
                    <a:pt x="1818" y="5800"/>
                  </a:cubicBezTo>
                  <a:cubicBezTo>
                    <a:pt x="1840" y="5552"/>
                    <a:pt x="1852" y="5315"/>
                    <a:pt x="1840" y="5067"/>
                  </a:cubicBezTo>
                  <a:cubicBezTo>
                    <a:pt x="1840" y="4717"/>
                    <a:pt x="1818" y="4367"/>
                    <a:pt x="1773" y="4029"/>
                  </a:cubicBezTo>
                  <a:cubicBezTo>
                    <a:pt x="1750" y="3825"/>
                    <a:pt x="1716" y="3634"/>
                    <a:pt x="1671" y="3442"/>
                  </a:cubicBezTo>
                  <a:cubicBezTo>
                    <a:pt x="1626" y="3250"/>
                    <a:pt x="1581" y="3047"/>
                    <a:pt x="1547" y="2844"/>
                  </a:cubicBezTo>
                  <a:lnTo>
                    <a:pt x="1355" y="2268"/>
                  </a:lnTo>
                  <a:cubicBezTo>
                    <a:pt x="1287" y="2076"/>
                    <a:pt x="1220" y="1896"/>
                    <a:pt x="1141" y="1715"/>
                  </a:cubicBezTo>
                  <a:cubicBezTo>
                    <a:pt x="994" y="1388"/>
                    <a:pt x="836" y="1072"/>
                    <a:pt x="633" y="779"/>
                  </a:cubicBezTo>
                  <a:cubicBezTo>
                    <a:pt x="509" y="576"/>
                    <a:pt x="351" y="384"/>
                    <a:pt x="181" y="20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"/>
            <p:cNvSpPr/>
            <p:nvPr/>
          </p:nvSpPr>
          <p:spPr>
            <a:xfrm>
              <a:off x="5595575" y="2071675"/>
              <a:ext cx="60675" cy="102425"/>
            </a:xfrm>
            <a:custGeom>
              <a:avLst/>
              <a:gdLst/>
              <a:ahLst/>
              <a:cxnLst/>
              <a:rect l="l" t="t" r="r" b="b"/>
              <a:pathLst>
                <a:path w="2427" h="4097" extrusionOk="0">
                  <a:moveTo>
                    <a:pt x="0" y="0"/>
                  </a:moveTo>
                  <a:lnTo>
                    <a:pt x="0" y="0"/>
                  </a:lnTo>
                  <a:cubicBezTo>
                    <a:pt x="113" y="226"/>
                    <a:pt x="226" y="452"/>
                    <a:pt x="361" y="666"/>
                  </a:cubicBezTo>
                  <a:cubicBezTo>
                    <a:pt x="587" y="1061"/>
                    <a:pt x="903" y="1558"/>
                    <a:pt x="1219" y="2054"/>
                  </a:cubicBezTo>
                  <a:cubicBezTo>
                    <a:pt x="1366" y="2314"/>
                    <a:pt x="1524" y="2551"/>
                    <a:pt x="1659" y="2799"/>
                  </a:cubicBezTo>
                  <a:cubicBezTo>
                    <a:pt x="1727" y="2912"/>
                    <a:pt x="1806" y="3025"/>
                    <a:pt x="1874" y="3137"/>
                  </a:cubicBezTo>
                  <a:cubicBezTo>
                    <a:pt x="1930" y="3250"/>
                    <a:pt x="1986" y="3352"/>
                    <a:pt x="2043" y="3442"/>
                  </a:cubicBezTo>
                  <a:cubicBezTo>
                    <a:pt x="2167" y="3634"/>
                    <a:pt x="2246" y="3803"/>
                    <a:pt x="2314" y="3916"/>
                  </a:cubicBezTo>
                  <a:cubicBezTo>
                    <a:pt x="2381" y="4029"/>
                    <a:pt x="2427" y="4097"/>
                    <a:pt x="2427" y="4097"/>
                  </a:cubicBezTo>
                  <a:cubicBezTo>
                    <a:pt x="2427" y="4097"/>
                    <a:pt x="2427" y="4029"/>
                    <a:pt x="2404" y="3894"/>
                  </a:cubicBezTo>
                  <a:cubicBezTo>
                    <a:pt x="2381" y="3702"/>
                    <a:pt x="2348" y="3521"/>
                    <a:pt x="2302" y="3341"/>
                  </a:cubicBezTo>
                  <a:cubicBezTo>
                    <a:pt x="2235" y="3092"/>
                    <a:pt x="2156" y="2844"/>
                    <a:pt x="2043" y="2596"/>
                  </a:cubicBezTo>
                  <a:cubicBezTo>
                    <a:pt x="1986" y="2460"/>
                    <a:pt x="1919" y="2325"/>
                    <a:pt x="1851" y="2201"/>
                  </a:cubicBezTo>
                  <a:cubicBezTo>
                    <a:pt x="1772" y="2065"/>
                    <a:pt x="1716" y="1930"/>
                    <a:pt x="1625" y="1806"/>
                  </a:cubicBezTo>
                  <a:cubicBezTo>
                    <a:pt x="1535" y="1682"/>
                    <a:pt x="1445" y="1558"/>
                    <a:pt x="1366" y="1422"/>
                  </a:cubicBezTo>
                  <a:cubicBezTo>
                    <a:pt x="1287" y="1298"/>
                    <a:pt x="1185" y="1185"/>
                    <a:pt x="1095" y="1072"/>
                  </a:cubicBezTo>
                  <a:cubicBezTo>
                    <a:pt x="937" y="869"/>
                    <a:pt x="756" y="678"/>
                    <a:pt x="576" y="497"/>
                  </a:cubicBezTo>
                  <a:cubicBezTo>
                    <a:pt x="395" y="316"/>
                    <a:pt x="204" y="147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"/>
            <p:cNvSpPr/>
            <p:nvPr/>
          </p:nvSpPr>
          <p:spPr>
            <a:xfrm>
              <a:off x="5622375" y="2060950"/>
              <a:ext cx="19775" cy="29375"/>
            </a:xfrm>
            <a:custGeom>
              <a:avLst/>
              <a:gdLst/>
              <a:ahLst/>
              <a:cxnLst/>
              <a:rect l="l" t="t" r="r" b="b"/>
              <a:pathLst>
                <a:path w="791" h="1175" extrusionOk="0">
                  <a:moveTo>
                    <a:pt x="23" y="1"/>
                  </a:moveTo>
                  <a:cubicBezTo>
                    <a:pt x="0" y="91"/>
                    <a:pt x="0" y="170"/>
                    <a:pt x="23" y="260"/>
                  </a:cubicBezTo>
                  <a:cubicBezTo>
                    <a:pt x="46" y="418"/>
                    <a:pt x="102" y="576"/>
                    <a:pt x="192" y="723"/>
                  </a:cubicBezTo>
                  <a:cubicBezTo>
                    <a:pt x="283" y="858"/>
                    <a:pt x="395" y="971"/>
                    <a:pt x="542" y="1061"/>
                  </a:cubicBezTo>
                  <a:cubicBezTo>
                    <a:pt x="610" y="1107"/>
                    <a:pt x="689" y="1140"/>
                    <a:pt x="768" y="1174"/>
                  </a:cubicBezTo>
                  <a:cubicBezTo>
                    <a:pt x="790" y="1084"/>
                    <a:pt x="790" y="994"/>
                    <a:pt x="768" y="915"/>
                  </a:cubicBezTo>
                  <a:cubicBezTo>
                    <a:pt x="723" y="576"/>
                    <a:pt x="531" y="283"/>
                    <a:pt x="249" y="114"/>
                  </a:cubicBezTo>
                  <a:cubicBezTo>
                    <a:pt x="181" y="57"/>
                    <a:pt x="102" y="23"/>
                    <a:pt x="23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"/>
            <p:cNvSpPr/>
            <p:nvPr/>
          </p:nvSpPr>
          <p:spPr>
            <a:xfrm>
              <a:off x="5480200" y="2481300"/>
              <a:ext cx="45150" cy="56425"/>
            </a:xfrm>
            <a:custGeom>
              <a:avLst/>
              <a:gdLst/>
              <a:ahLst/>
              <a:cxnLst/>
              <a:rect l="l" t="t" r="r" b="b"/>
              <a:pathLst>
                <a:path w="1806" h="2257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147"/>
                    <a:pt x="79" y="305"/>
                    <a:pt x="147" y="440"/>
                  </a:cubicBezTo>
                  <a:cubicBezTo>
                    <a:pt x="282" y="745"/>
                    <a:pt x="452" y="1038"/>
                    <a:pt x="655" y="1309"/>
                  </a:cubicBezTo>
                  <a:cubicBezTo>
                    <a:pt x="880" y="1569"/>
                    <a:pt x="1129" y="1806"/>
                    <a:pt x="1399" y="2009"/>
                  </a:cubicBezTo>
                  <a:cubicBezTo>
                    <a:pt x="1524" y="2110"/>
                    <a:pt x="1670" y="2189"/>
                    <a:pt x="1806" y="2257"/>
                  </a:cubicBezTo>
                  <a:cubicBezTo>
                    <a:pt x="1760" y="2110"/>
                    <a:pt x="1693" y="1964"/>
                    <a:pt x="1614" y="1828"/>
                  </a:cubicBezTo>
                  <a:cubicBezTo>
                    <a:pt x="1456" y="1546"/>
                    <a:pt x="1264" y="1275"/>
                    <a:pt x="1050" y="1027"/>
                  </a:cubicBezTo>
                  <a:cubicBezTo>
                    <a:pt x="846" y="756"/>
                    <a:pt x="621" y="508"/>
                    <a:pt x="373" y="282"/>
                  </a:cubicBezTo>
                  <a:cubicBezTo>
                    <a:pt x="260" y="181"/>
                    <a:pt x="136" y="79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"/>
            <p:cNvSpPr/>
            <p:nvPr/>
          </p:nvSpPr>
          <p:spPr>
            <a:xfrm>
              <a:off x="5457625" y="2520500"/>
              <a:ext cx="42050" cy="41500"/>
            </a:xfrm>
            <a:custGeom>
              <a:avLst/>
              <a:gdLst/>
              <a:ahLst/>
              <a:cxnLst/>
              <a:rect l="l" t="t" r="r" b="b"/>
              <a:pathLst>
                <a:path w="1682" h="1660" extrusionOk="0">
                  <a:moveTo>
                    <a:pt x="0" y="1"/>
                  </a:moveTo>
                  <a:cubicBezTo>
                    <a:pt x="46" y="125"/>
                    <a:pt x="102" y="238"/>
                    <a:pt x="170" y="350"/>
                  </a:cubicBezTo>
                  <a:cubicBezTo>
                    <a:pt x="452" y="824"/>
                    <a:pt x="847" y="1219"/>
                    <a:pt x="1321" y="1490"/>
                  </a:cubicBezTo>
                  <a:cubicBezTo>
                    <a:pt x="1434" y="1558"/>
                    <a:pt x="1558" y="1614"/>
                    <a:pt x="1682" y="1659"/>
                  </a:cubicBezTo>
                  <a:cubicBezTo>
                    <a:pt x="1637" y="1535"/>
                    <a:pt x="1591" y="1422"/>
                    <a:pt x="1513" y="1310"/>
                  </a:cubicBezTo>
                  <a:cubicBezTo>
                    <a:pt x="1377" y="1073"/>
                    <a:pt x="1208" y="858"/>
                    <a:pt x="1016" y="666"/>
                  </a:cubicBezTo>
                  <a:cubicBezTo>
                    <a:pt x="824" y="463"/>
                    <a:pt x="598" y="305"/>
                    <a:pt x="362" y="159"/>
                  </a:cubicBezTo>
                  <a:cubicBezTo>
                    <a:pt x="249" y="91"/>
                    <a:pt x="136" y="34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"/>
            <p:cNvSpPr/>
            <p:nvPr/>
          </p:nvSpPr>
          <p:spPr>
            <a:xfrm>
              <a:off x="5427725" y="2585375"/>
              <a:ext cx="50525" cy="28075"/>
            </a:xfrm>
            <a:custGeom>
              <a:avLst/>
              <a:gdLst/>
              <a:ahLst/>
              <a:cxnLst/>
              <a:rect l="l" t="t" r="r" b="b"/>
              <a:pathLst>
                <a:path w="2021" h="1123" extrusionOk="0">
                  <a:moveTo>
                    <a:pt x="0" y="1"/>
                  </a:moveTo>
                  <a:cubicBezTo>
                    <a:pt x="57" y="114"/>
                    <a:pt x="124" y="227"/>
                    <a:pt x="203" y="328"/>
                  </a:cubicBezTo>
                  <a:cubicBezTo>
                    <a:pt x="373" y="543"/>
                    <a:pt x="587" y="723"/>
                    <a:pt x="835" y="870"/>
                  </a:cubicBezTo>
                  <a:cubicBezTo>
                    <a:pt x="959" y="938"/>
                    <a:pt x="1106" y="994"/>
                    <a:pt x="1242" y="1039"/>
                  </a:cubicBezTo>
                  <a:cubicBezTo>
                    <a:pt x="1366" y="1084"/>
                    <a:pt x="1501" y="1107"/>
                    <a:pt x="1625" y="1118"/>
                  </a:cubicBezTo>
                  <a:cubicBezTo>
                    <a:pt x="1665" y="1121"/>
                    <a:pt x="1704" y="1123"/>
                    <a:pt x="1742" y="1123"/>
                  </a:cubicBezTo>
                  <a:cubicBezTo>
                    <a:pt x="1834" y="1123"/>
                    <a:pt x="1924" y="1115"/>
                    <a:pt x="2020" y="1107"/>
                  </a:cubicBezTo>
                  <a:cubicBezTo>
                    <a:pt x="1930" y="1005"/>
                    <a:pt x="1828" y="926"/>
                    <a:pt x="1715" y="859"/>
                  </a:cubicBezTo>
                  <a:cubicBezTo>
                    <a:pt x="1670" y="825"/>
                    <a:pt x="1625" y="791"/>
                    <a:pt x="1580" y="757"/>
                  </a:cubicBezTo>
                  <a:cubicBezTo>
                    <a:pt x="1524" y="734"/>
                    <a:pt x="1479" y="689"/>
                    <a:pt x="1422" y="655"/>
                  </a:cubicBezTo>
                  <a:cubicBezTo>
                    <a:pt x="1309" y="576"/>
                    <a:pt x="1185" y="509"/>
                    <a:pt x="1072" y="452"/>
                  </a:cubicBezTo>
                  <a:cubicBezTo>
                    <a:pt x="948" y="373"/>
                    <a:pt x="835" y="317"/>
                    <a:pt x="711" y="260"/>
                  </a:cubicBezTo>
                  <a:cubicBezTo>
                    <a:pt x="598" y="215"/>
                    <a:pt x="474" y="148"/>
                    <a:pt x="373" y="114"/>
                  </a:cubicBezTo>
                  <a:cubicBezTo>
                    <a:pt x="249" y="57"/>
                    <a:pt x="124" y="24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"/>
            <p:cNvSpPr/>
            <p:nvPr/>
          </p:nvSpPr>
          <p:spPr>
            <a:xfrm>
              <a:off x="5421525" y="2608800"/>
              <a:ext cx="52475" cy="21050"/>
            </a:xfrm>
            <a:custGeom>
              <a:avLst/>
              <a:gdLst/>
              <a:ahLst/>
              <a:cxnLst/>
              <a:rect l="l" t="t" r="r" b="b"/>
              <a:pathLst>
                <a:path w="2099" h="842" extrusionOk="0">
                  <a:moveTo>
                    <a:pt x="0" y="1"/>
                  </a:moveTo>
                  <a:cubicBezTo>
                    <a:pt x="68" y="102"/>
                    <a:pt x="147" y="204"/>
                    <a:pt x="237" y="283"/>
                  </a:cubicBezTo>
                  <a:cubicBezTo>
                    <a:pt x="327" y="373"/>
                    <a:pt x="418" y="452"/>
                    <a:pt x="530" y="520"/>
                  </a:cubicBezTo>
                  <a:cubicBezTo>
                    <a:pt x="655" y="587"/>
                    <a:pt x="779" y="666"/>
                    <a:pt x="914" y="723"/>
                  </a:cubicBezTo>
                  <a:cubicBezTo>
                    <a:pt x="1129" y="797"/>
                    <a:pt x="1352" y="841"/>
                    <a:pt x="1582" y="841"/>
                  </a:cubicBezTo>
                  <a:cubicBezTo>
                    <a:pt x="1630" y="841"/>
                    <a:pt x="1678" y="839"/>
                    <a:pt x="1727" y="836"/>
                  </a:cubicBezTo>
                  <a:cubicBezTo>
                    <a:pt x="1851" y="824"/>
                    <a:pt x="1975" y="802"/>
                    <a:pt x="2099" y="757"/>
                  </a:cubicBezTo>
                  <a:cubicBezTo>
                    <a:pt x="1997" y="689"/>
                    <a:pt x="1885" y="621"/>
                    <a:pt x="1772" y="565"/>
                  </a:cubicBezTo>
                  <a:cubicBezTo>
                    <a:pt x="1681" y="520"/>
                    <a:pt x="1569" y="474"/>
                    <a:pt x="1456" y="418"/>
                  </a:cubicBezTo>
                  <a:cubicBezTo>
                    <a:pt x="1332" y="362"/>
                    <a:pt x="1219" y="316"/>
                    <a:pt x="1095" y="283"/>
                  </a:cubicBezTo>
                  <a:cubicBezTo>
                    <a:pt x="970" y="226"/>
                    <a:pt x="846" y="181"/>
                    <a:pt x="722" y="147"/>
                  </a:cubicBezTo>
                  <a:cubicBezTo>
                    <a:pt x="598" y="113"/>
                    <a:pt x="474" y="80"/>
                    <a:pt x="372" y="46"/>
                  </a:cubicBezTo>
                  <a:cubicBezTo>
                    <a:pt x="248" y="12"/>
                    <a:pt x="124" y="1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"/>
            <p:cNvSpPr/>
            <p:nvPr/>
          </p:nvSpPr>
          <p:spPr>
            <a:xfrm>
              <a:off x="5372425" y="2601475"/>
              <a:ext cx="34725" cy="14625"/>
            </a:xfrm>
            <a:custGeom>
              <a:avLst/>
              <a:gdLst/>
              <a:ahLst/>
              <a:cxnLst/>
              <a:rect l="l" t="t" r="r" b="b"/>
              <a:pathLst>
                <a:path w="1389" h="585" extrusionOk="0">
                  <a:moveTo>
                    <a:pt x="260" y="0"/>
                  </a:moveTo>
                  <a:cubicBezTo>
                    <a:pt x="170" y="11"/>
                    <a:pt x="91" y="23"/>
                    <a:pt x="1" y="57"/>
                  </a:cubicBezTo>
                  <a:cubicBezTo>
                    <a:pt x="46" y="124"/>
                    <a:pt x="102" y="203"/>
                    <a:pt x="170" y="260"/>
                  </a:cubicBezTo>
                  <a:cubicBezTo>
                    <a:pt x="294" y="373"/>
                    <a:pt x="441" y="474"/>
                    <a:pt x="599" y="530"/>
                  </a:cubicBezTo>
                  <a:cubicBezTo>
                    <a:pt x="723" y="564"/>
                    <a:pt x="853" y="584"/>
                    <a:pt x="980" y="584"/>
                  </a:cubicBezTo>
                  <a:cubicBezTo>
                    <a:pt x="1026" y="584"/>
                    <a:pt x="1072" y="582"/>
                    <a:pt x="1118" y="576"/>
                  </a:cubicBezTo>
                  <a:cubicBezTo>
                    <a:pt x="1208" y="576"/>
                    <a:pt x="1298" y="553"/>
                    <a:pt x="1389" y="508"/>
                  </a:cubicBezTo>
                  <a:cubicBezTo>
                    <a:pt x="1332" y="440"/>
                    <a:pt x="1276" y="373"/>
                    <a:pt x="1208" y="316"/>
                  </a:cubicBezTo>
                  <a:cubicBezTo>
                    <a:pt x="1084" y="215"/>
                    <a:pt x="937" y="124"/>
                    <a:pt x="768" y="79"/>
                  </a:cubicBezTo>
                  <a:cubicBezTo>
                    <a:pt x="610" y="23"/>
                    <a:pt x="441" y="0"/>
                    <a:pt x="26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"/>
            <p:cNvSpPr/>
            <p:nvPr/>
          </p:nvSpPr>
          <p:spPr>
            <a:xfrm>
              <a:off x="5330950" y="2612750"/>
              <a:ext cx="77600" cy="34275"/>
            </a:xfrm>
            <a:custGeom>
              <a:avLst/>
              <a:gdLst/>
              <a:ahLst/>
              <a:cxnLst/>
              <a:rect l="l" t="t" r="r" b="b"/>
              <a:pathLst>
                <a:path w="3104" h="1371" extrusionOk="0">
                  <a:moveTo>
                    <a:pt x="1" y="1"/>
                  </a:moveTo>
                  <a:lnTo>
                    <a:pt x="1" y="1"/>
                  </a:lnTo>
                  <a:cubicBezTo>
                    <a:pt x="114" y="147"/>
                    <a:pt x="226" y="283"/>
                    <a:pt x="373" y="407"/>
                  </a:cubicBezTo>
                  <a:cubicBezTo>
                    <a:pt x="509" y="531"/>
                    <a:pt x="655" y="644"/>
                    <a:pt x="813" y="757"/>
                  </a:cubicBezTo>
                  <a:cubicBezTo>
                    <a:pt x="994" y="869"/>
                    <a:pt x="1174" y="982"/>
                    <a:pt x="1377" y="1072"/>
                  </a:cubicBezTo>
                  <a:cubicBezTo>
                    <a:pt x="1569" y="1163"/>
                    <a:pt x="1772" y="1230"/>
                    <a:pt x="1987" y="1287"/>
                  </a:cubicBezTo>
                  <a:cubicBezTo>
                    <a:pt x="2167" y="1332"/>
                    <a:pt x="2359" y="1366"/>
                    <a:pt x="2551" y="1366"/>
                  </a:cubicBezTo>
                  <a:cubicBezTo>
                    <a:pt x="2587" y="1369"/>
                    <a:pt x="2624" y="1370"/>
                    <a:pt x="2660" y="1370"/>
                  </a:cubicBezTo>
                  <a:cubicBezTo>
                    <a:pt x="2759" y="1370"/>
                    <a:pt x="2858" y="1360"/>
                    <a:pt x="2957" y="1343"/>
                  </a:cubicBezTo>
                  <a:cubicBezTo>
                    <a:pt x="3048" y="1332"/>
                    <a:pt x="3104" y="1321"/>
                    <a:pt x="3104" y="1321"/>
                  </a:cubicBezTo>
                  <a:lnTo>
                    <a:pt x="2969" y="1253"/>
                  </a:lnTo>
                  <a:cubicBezTo>
                    <a:pt x="2878" y="1208"/>
                    <a:pt x="2754" y="1163"/>
                    <a:pt x="2607" y="1095"/>
                  </a:cubicBezTo>
                  <a:cubicBezTo>
                    <a:pt x="2461" y="1039"/>
                    <a:pt x="2303" y="960"/>
                    <a:pt x="2122" y="881"/>
                  </a:cubicBezTo>
                  <a:cubicBezTo>
                    <a:pt x="1953" y="813"/>
                    <a:pt x="1761" y="711"/>
                    <a:pt x="1581" y="632"/>
                  </a:cubicBezTo>
                  <a:cubicBezTo>
                    <a:pt x="1208" y="463"/>
                    <a:pt x="825" y="294"/>
                    <a:pt x="520" y="181"/>
                  </a:cubicBezTo>
                  <a:cubicBezTo>
                    <a:pt x="351" y="102"/>
                    <a:pt x="181" y="46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"/>
            <p:cNvSpPr/>
            <p:nvPr/>
          </p:nvSpPr>
          <p:spPr>
            <a:xfrm>
              <a:off x="5219800" y="2621775"/>
              <a:ext cx="58150" cy="35575"/>
            </a:xfrm>
            <a:custGeom>
              <a:avLst/>
              <a:gdLst/>
              <a:ahLst/>
              <a:cxnLst/>
              <a:rect l="l" t="t" r="r" b="b"/>
              <a:pathLst>
                <a:path w="2326" h="1423" extrusionOk="0">
                  <a:moveTo>
                    <a:pt x="1" y="1"/>
                  </a:moveTo>
                  <a:lnTo>
                    <a:pt x="1" y="1"/>
                  </a:lnTo>
                  <a:cubicBezTo>
                    <a:pt x="80" y="125"/>
                    <a:pt x="170" y="249"/>
                    <a:pt x="272" y="362"/>
                  </a:cubicBezTo>
                  <a:cubicBezTo>
                    <a:pt x="486" y="587"/>
                    <a:pt x="723" y="802"/>
                    <a:pt x="983" y="982"/>
                  </a:cubicBezTo>
                  <a:cubicBezTo>
                    <a:pt x="1276" y="1129"/>
                    <a:pt x="1569" y="1253"/>
                    <a:pt x="1885" y="1343"/>
                  </a:cubicBezTo>
                  <a:cubicBezTo>
                    <a:pt x="2032" y="1389"/>
                    <a:pt x="2179" y="1411"/>
                    <a:pt x="2325" y="1422"/>
                  </a:cubicBezTo>
                  <a:cubicBezTo>
                    <a:pt x="2235" y="1310"/>
                    <a:pt x="2134" y="1197"/>
                    <a:pt x="2021" y="1106"/>
                  </a:cubicBezTo>
                  <a:cubicBezTo>
                    <a:pt x="1784" y="903"/>
                    <a:pt x="1535" y="723"/>
                    <a:pt x="1265" y="587"/>
                  </a:cubicBezTo>
                  <a:cubicBezTo>
                    <a:pt x="994" y="407"/>
                    <a:pt x="723" y="249"/>
                    <a:pt x="430" y="136"/>
                  </a:cubicBezTo>
                  <a:cubicBezTo>
                    <a:pt x="294" y="68"/>
                    <a:pt x="148" y="34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"/>
            <p:cNvSpPr/>
            <p:nvPr/>
          </p:nvSpPr>
          <p:spPr>
            <a:xfrm>
              <a:off x="5183425" y="2626575"/>
              <a:ext cx="75350" cy="41500"/>
            </a:xfrm>
            <a:custGeom>
              <a:avLst/>
              <a:gdLst/>
              <a:ahLst/>
              <a:cxnLst/>
              <a:rect l="l" t="t" r="r" b="b"/>
              <a:pathLst>
                <a:path w="3014" h="1660" extrusionOk="0">
                  <a:moveTo>
                    <a:pt x="0" y="0"/>
                  </a:moveTo>
                  <a:lnTo>
                    <a:pt x="0" y="0"/>
                  </a:lnTo>
                  <a:cubicBezTo>
                    <a:pt x="113" y="147"/>
                    <a:pt x="248" y="283"/>
                    <a:pt x="395" y="407"/>
                  </a:cubicBezTo>
                  <a:cubicBezTo>
                    <a:pt x="700" y="655"/>
                    <a:pt x="1016" y="892"/>
                    <a:pt x="1354" y="1095"/>
                  </a:cubicBezTo>
                  <a:cubicBezTo>
                    <a:pt x="1546" y="1197"/>
                    <a:pt x="1738" y="1298"/>
                    <a:pt x="1930" y="1377"/>
                  </a:cubicBezTo>
                  <a:cubicBezTo>
                    <a:pt x="2099" y="1467"/>
                    <a:pt x="2280" y="1524"/>
                    <a:pt x="2471" y="1569"/>
                  </a:cubicBezTo>
                  <a:cubicBezTo>
                    <a:pt x="2652" y="1614"/>
                    <a:pt x="2833" y="1637"/>
                    <a:pt x="3013" y="1659"/>
                  </a:cubicBezTo>
                  <a:cubicBezTo>
                    <a:pt x="2878" y="1535"/>
                    <a:pt x="2742" y="1411"/>
                    <a:pt x="2584" y="1309"/>
                  </a:cubicBezTo>
                  <a:cubicBezTo>
                    <a:pt x="2449" y="1219"/>
                    <a:pt x="2291" y="1129"/>
                    <a:pt x="2133" y="1005"/>
                  </a:cubicBezTo>
                  <a:cubicBezTo>
                    <a:pt x="1964" y="892"/>
                    <a:pt x="1783" y="790"/>
                    <a:pt x="1603" y="677"/>
                  </a:cubicBezTo>
                  <a:cubicBezTo>
                    <a:pt x="1264" y="474"/>
                    <a:pt x="903" y="294"/>
                    <a:pt x="531" y="158"/>
                  </a:cubicBezTo>
                  <a:cubicBezTo>
                    <a:pt x="350" y="91"/>
                    <a:pt x="181" y="34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"/>
            <p:cNvSpPr/>
            <p:nvPr/>
          </p:nvSpPr>
          <p:spPr>
            <a:xfrm>
              <a:off x="5294850" y="2642825"/>
              <a:ext cx="39800" cy="17625"/>
            </a:xfrm>
            <a:custGeom>
              <a:avLst/>
              <a:gdLst/>
              <a:ahLst/>
              <a:cxnLst/>
              <a:rect l="l" t="t" r="r" b="b"/>
              <a:pathLst>
                <a:path w="1592" h="705" extrusionOk="0">
                  <a:moveTo>
                    <a:pt x="214" y="0"/>
                  </a:moveTo>
                  <a:cubicBezTo>
                    <a:pt x="143" y="0"/>
                    <a:pt x="75" y="11"/>
                    <a:pt x="0" y="27"/>
                  </a:cubicBezTo>
                  <a:cubicBezTo>
                    <a:pt x="57" y="118"/>
                    <a:pt x="125" y="185"/>
                    <a:pt x="204" y="264"/>
                  </a:cubicBezTo>
                  <a:cubicBezTo>
                    <a:pt x="350" y="389"/>
                    <a:pt x="531" y="501"/>
                    <a:pt x="711" y="580"/>
                  </a:cubicBezTo>
                  <a:cubicBezTo>
                    <a:pt x="903" y="648"/>
                    <a:pt x="1095" y="693"/>
                    <a:pt x="1298" y="705"/>
                  </a:cubicBezTo>
                  <a:cubicBezTo>
                    <a:pt x="1388" y="705"/>
                    <a:pt x="1490" y="705"/>
                    <a:pt x="1592" y="682"/>
                  </a:cubicBezTo>
                  <a:cubicBezTo>
                    <a:pt x="1535" y="592"/>
                    <a:pt x="1467" y="513"/>
                    <a:pt x="1388" y="445"/>
                  </a:cubicBezTo>
                  <a:cubicBezTo>
                    <a:pt x="1242" y="310"/>
                    <a:pt x="1061" y="208"/>
                    <a:pt x="881" y="129"/>
                  </a:cubicBezTo>
                  <a:cubicBezTo>
                    <a:pt x="689" y="50"/>
                    <a:pt x="497" y="5"/>
                    <a:pt x="294" y="5"/>
                  </a:cubicBezTo>
                  <a:cubicBezTo>
                    <a:pt x="267" y="2"/>
                    <a:pt x="240" y="0"/>
                    <a:pt x="214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"/>
            <p:cNvSpPr/>
            <p:nvPr/>
          </p:nvSpPr>
          <p:spPr>
            <a:xfrm>
              <a:off x="5137425" y="2633900"/>
              <a:ext cx="62950" cy="38400"/>
            </a:xfrm>
            <a:custGeom>
              <a:avLst/>
              <a:gdLst/>
              <a:ahLst/>
              <a:cxnLst/>
              <a:rect l="l" t="t" r="r" b="b"/>
              <a:pathLst>
                <a:path w="2518" h="1536" extrusionOk="0">
                  <a:moveTo>
                    <a:pt x="1" y="1"/>
                  </a:moveTo>
                  <a:lnTo>
                    <a:pt x="1" y="1"/>
                  </a:lnTo>
                  <a:cubicBezTo>
                    <a:pt x="91" y="125"/>
                    <a:pt x="193" y="249"/>
                    <a:pt x="317" y="362"/>
                  </a:cubicBezTo>
                  <a:cubicBezTo>
                    <a:pt x="554" y="599"/>
                    <a:pt x="825" y="813"/>
                    <a:pt x="1107" y="1005"/>
                  </a:cubicBezTo>
                  <a:cubicBezTo>
                    <a:pt x="1389" y="1197"/>
                    <a:pt x="1705" y="1344"/>
                    <a:pt x="2043" y="1445"/>
                  </a:cubicBezTo>
                  <a:cubicBezTo>
                    <a:pt x="2190" y="1490"/>
                    <a:pt x="2359" y="1524"/>
                    <a:pt x="2517" y="1535"/>
                  </a:cubicBezTo>
                  <a:cubicBezTo>
                    <a:pt x="2404" y="1411"/>
                    <a:pt x="2292" y="1298"/>
                    <a:pt x="2167" y="1197"/>
                  </a:cubicBezTo>
                  <a:cubicBezTo>
                    <a:pt x="2066" y="1107"/>
                    <a:pt x="1942" y="1016"/>
                    <a:pt x="1806" y="904"/>
                  </a:cubicBezTo>
                  <a:cubicBezTo>
                    <a:pt x="1671" y="802"/>
                    <a:pt x="1513" y="700"/>
                    <a:pt x="1366" y="599"/>
                  </a:cubicBezTo>
                  <a:cubicBezTo>
                    <a:pt x="1084" y="407"/>
                    <a:pt x="779" y="249"/>
                    <a:pt x="464" y="125"/>
                  </a:cubicBezTo>
                  <a:cubicBezTo>
                    <a:pt x="306" y="69"/>
                    <a:pt x="148" y="23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"/>
            <p:cNvSpPr/>
            <p:nvPr/>
          </p:nvSpPr>
          <p:spPr>
            <a:xfrm>
              <a:off x="5069450" y="2616425"/>
              <a:ext cx="141350" cy="82950"/>
            </a:xfrm>
            <a:custGeom>
              <a:avLst/>
              <a:gdLst/>
              <a:ahLst/>
              <a:cxnLst/>
              <a:rect l="l" t="t" r="r" b="b"/>
              <a:pathLst>
                <a:path w="5654" h="3318" extrusionOk="0">
                  <a:moveTo>
                    <a:pt x="0" y="0"/>
                  </a:moveTo>
                  <a:cubicBezTo>
                    <a:pt x="0" y="0"/>
                    <a:pt x="271" y="327"/>
                    <a:pt x="711" y="756"/>
                  </a:cubicBezTo>
                  <a:cubicBezTo>
                    <a:pt x="824" y="869"/>
                    <a:pt x="937" y="993"/>
                    <a:pt x="1072" y="1106"/>
                  </a:cubicBezTo>
                  <a:cubicBezTo>
                    <a:pt x="1208" y="1230"/>
                    <a:pt x="1366" y="1343"/>
                    <a:pt x="1524" y="1456"/>
                  </a:cubicBezTo>
                  <a:cubicBezTo>
                    <a:pt x="1840" y="1682"/>
                    <a:pt x="2189" y="1919"/>
                    <a:pt x="2539" y="2155"/>
                  </a:cubicBezTo>
                  <a:cubicBezTo>
                    <a:pt x="2912" y="2336"/>
                    <a:pt x="3284" y="2528"/>
                    <a:pt x="3645" y="2686"/>
                  </a:cubicBezTo>
                  <a:cubicBezTo>
                    <a:pt x="3814" y="2776"/>
                    <a:pt x="3984" y="2844"/>
                    <a:pt x="4164" y="2912"/>
                  </a:cubicBezTo>
                  <a:cubicBezTo>
                    <a:pt x="4333" y="2968"/>
                    <a:pt x="4503" y="3013"/>
                    <a:pt x="4649" y="3058"/>
                  </a:cubicBezTo>
                  <a:cubicBezTo>
                    <a:pt x="5248" y="3239"/>
                    <a:pt x="5654" y="3318"/>
                    <a:pt x="5654" y="3318"/>
                  </a:cubicBezTo>
                  <a:cubicBezTo>
                    <a:pt x="5654" y="3318"/>
                    <a:pt x="5304" y="3092"/>
                    <a:pt x="4751" y="2810"/>
                  </a:cubicBezTo>
                  <a:cubicBezTo>
                    <a:pt x="4616" y="2731"/>
                    <a:pt x="4469" y="2663"/>
                    <a:pt x="4311" y="2584"/>
                  </a:cubicBezTo>
                  <a:cubicBezTo>
                    <a:pt x="4153" y="2505"/>
                    <a:pt x="4006" y="2392"/>
                    <a:pt x="3837" y="2302"/>
                  </a:cubicBezTo>
                  <a:cubicBezTo>
                    <a:pt x="3498" y="2110"/>
                    <a:pt x="3137" y="1930"/>
                    <a:pt x="2788" y="1738"/>
                  </a:cubicBezTo>
                  <a:cubicBezTo>
                    <a:pt x="2438" y="1524"/>
                    <a:pt x="2099" y="1298"/>
                    <a:pt x="1772" y="1117"/>
                  </a:cubicBezTo>
                  <a:cubicBezTo>
                    <a:pt x="1614" y="1004"/>
                    <a:pt x="1445" y="937"/>
                    <a:pt x="1298" y="835"/>
                  </a:cubicBezTo>
                  <a:cubicBezTo>
                    <a:pt x="1151" y="734"/>
                    <a:pt x="1016" y="643"/>
                    <a:pt x="881" y="553"/>
                  </a:cubicBezTo>
                  <a:cubicBezTo>
                    <a:pt x="373" y="20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"/>
            <p:cNvSpPr/>
            <p:nvPr/>
          </p:nvSpPr>
          <p:spPr>
            <a:xfrm>
              <a:off x="5709250" y="3244950"/>
              <a:ext cx="577500" cy="434775"/>
            </a:xfrm>
            <a:custGeom>
              <a:avLst/>
              <a:gdLst/>
              <a:ahLst/>
              <a:cxnLst/>
              <a:rect l="l" t="t" r="r" b="b"/>
              <a:pathLst>
                <a:path w="23100" h="17391" extrusionOk="0">
                  <a:moveTo>
                    <a:pt x="1626" y="0"/>
                  </a:moveTo>
                  <a:lnTo>
                    <a:pt x="1626" y="0"/>
                  </a:lnTo>
                  <a:cubicBezTo>
                    <a:pt x="1547" y="79"/>
                    <a:pt x="1468" y="158"/>
                    <a:pt x="1389" y="237"/>
                  </a:cubicBezTo>
                  <a:cubicBezTo>
                    <a:pt x="80" y="1648"/>
                    <a:pt x="1" y="5981"/>
                    <a:pt x="576" y="8463"/>
                  </a:cubicBezTo>
                  <a:cubicBezTo>
                    <a:pt x="1468" y="12481"/>
                    <a:pt x="5756" y="16520"/>
                    <a:pt x="10100" y="17242"/>
                  </a:cubicBezTo>
                  <a:cubicBezTo>
                    <a:pt x="10691" y="17341"/>
                    <a:pt x="11295" y="17391"/>
                    <a:pt x="11905" y="17391"/>
                  </a:cubicBezTo>
                  <a:cubicBezTo>
                    <a:pt x="16162" y="17391"/>
                    <a:pt x="20701" y="14994"/>
                    <a:pt x="23100" y="10404"/>
                  </a:cubicBezTo>
                  <a:lnTo>
                    <a:pt x="23100" y="10404"/>
                  </a:lnTo>
                  <a:cubicBezTo>
                    <a:pt x="22919" y="10619"/>
                    <a:pt x="22705" y="10799"/>
                    <a:pt x="22468" y="10935"/>
                  </a:cubicBezTo>
                  <a:cubicBezTo>
                    <a:pt x="20986" y="11789"/>
                    <a:pt x="19358" y="12079"/>
                    <a:pt x="17692" y="12079"/>
                  </a:cubicBezTo>
                  <a:cubicBezTo>
                    <a:pt x="15969" y="12079"/>
                    <a:pt x="14207" y="11769"/>
                    <a:pt x="12526" y="11454"/>
                  </a:cubicBezTo>
                  <a:cubicBezTo>
                    <a:pt x="10303" y="11093"/>
                    <a:pt x="7810" y="9727"/>
                    <a:pt x="5925" y="8509"/>
                  </a:cubicBezTo>
                  <a:cubicBezTo>
                    <a:pt x="4740" y="7775"/>
                    <a:pt x="3307" y="6861"/>
                    <a:pt x="2348" y="5812"/>
                  </a:cubicBezTo>
                  <a:cubicBezTo>
                    <a:pt x="1050" y="4469"/>
                    <a:pt x="249" y="1749"/>
                    <a:pt x="1626" y="0"/>
                  </a:cubicBezTo>
                  <a:close/>
                </a:path>
              </a:pathLst>
            </a:custGeom>
            <a:solidFill>
              <a:srgbClr val="B436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"/>
            <p:cNvSpPr/>
            <p:nvPr/>
          </p:nvSpPr>
          <p:spPr>
            <a:xfrm>
              <a:off x="5715475" y="3178550"/>
              <a:ext cx="593275" cy="368350"/>
            </a:xfrm>
            <a:custGeom>
              <a:avLst/>
              <a:gdLst/>
              <a:ahLst/>
              <a:cxnLst/>
              <a:rect l="l" t="t" r="r" b="b"/>
              <a:pathLst>
                <a:path w="23731" h="14734" extrusionOk="0">
                  <a:moveTo>
                    <a:pt x="8910" y="0"/>
                  </a:moveTo>
                  <a:cubicBezTo>
                    <a:pt x="6096" y="0"/>
                    <a:pt x="3414" y="610"/>
                    <a:pt x="1377" y="2656"/>
                  </a:cubicBezTo>
                  <a:cubicBezTo>
                    <a:pt x="0" y="4405"/>
                    <a:pt x="801" y="7125"/>
                    <a:pt x="2110" y="8468"/>
                  </a:cubicBezTo>
                  <a:cubicBezTo>
                    <a:pt x="3069" y="9517"/>
                    <a:pt x="4503" y="10420"/>
                    <a:pt x="5676" y="11165"/>
                  </a:cubicBezTo>
                  <a:cubicBezTo>
                    <a:pt x="7572" y="12383"/>
                    <a:pt x="10066" y="13749"/>
                    <a:pt x="12277" y="14110"/>
                  </a:cubicBezTo>
                  <a:cubicBezTo>
                    <a:pt x="13960" y="14424"/>
                    <a:pt x="15717" y="14733"/>
                    <a:pt x="17434" y="14733"/>
                  </a:cubicBezTo>
                  <a:cubicBezTo>
                    <a:pt x="19103" y="14733"/>
                    <a:pt x="20734" y="14441"/>
                    <a:pt x="22219" y="13579"/>
                  </a:cubicBezTo>
                  <a:cubicBezTo>
                    <a:pt x="22467" y="13444"/>
                    <a:pt x="22681" y="13275"/>
                    <a:pt x="22862" y="13060"/>
                  </a:cubicBezTo>
                  <a:cubicBezTo>
                    <a:pt x="23009" y="12756"/>
                    <a:pt x="23167" y="12451"/>
                    <a:pt x="23302" y="12135"/>
                  </a:cubicBezTo>
                  <a:cubicBezTo>
                    <a:pt x="23731" y="11142"/>
                    <a:pt x="22952" y="8095"/>
                    <a:pt x="22061" y="6651"/>
                  </a:cubicBezTo>
                  <a:cubicBezTo>
                    <a:pt x="20255" y="3762"/>
                    <a:pt x="16712" y="1460"/>
                    <a:pt x="13496" y="591"/>
                  </a:cubicBezTo>
                  <a:cubicBezTo>
                    <a:pt x="12661" y="343"/>
                    <a:pt x="11815" y="185"/>
                    <a:pt x="10957" y="95"/>
                  </a:cubicBezTo>
                  <a:cubicBezTo>
                    <a:pt x="10272" y="36"/>
                    <a:pt x="9587" y="0"/>
                    <a:pt x="8910" y="0"/>
                  </a:cubicBezTo>
                  <a:close/>
                </a:path>
              </a:pathLst>
            </a:custGeom>
            <a:solidFill>
              <a:srgbClr val="D869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"/>
            <p:cNvSpPr/>
            <p:nvPr/>
          </p:nvSpPr>
          <p:spPr>
            <a:xfrm>
              <a:off x="5725625" y="3175500"/>
              <a:ext cx="575800" cy="373750"/>
            </a:xfrm>
            <a:custGeom>
              <a:avLst/>
              <a:gdLst/>
              <a:ahLst/>
              <a:cxnLst/>
              <a:rect l="l" t="t" r="r" b="b"/>
              <a:pathLst>
                <a:path w="23032" h="14950" extrusionOk="0">
                  <a:moveTo>
                    <a:pt x="8280" y="1"/>
                  </a:moveTo>
                  <a:cubicBezTo>
                    <a:pt x="8071" y="1"/>
                    <a:pt x="7861" y="4"/>
                    <a:pt x="7651" y="14"/>
                  </a:cubicBezTo>
                  <a:cubicBezTo>
                    <a:pt x="7155" y="25"/>
                    <a:pt x="6658" y="70"/>
                    <a:pt x="6173" y="138"/>
                  </a:cubicBezTo>
                  <a:cubicBezTo>
                    <a:pt x="5676" y="206"/>
                    <a:pt x="5191" y="307"/>
                    <a:pt x="4706" y="431"/>
                  </a:cubicBezTo>
                  <a:cubicBezTo>
                    <a:pt x="4221" y="567"/>
                    <a:pt x="3758" y="736"/>
                    <a:pt x="3295" y="939"/>
                  </a:cubicBezTo>
                  <a:cubicBezTo>
                    <a:pt x="3070" y="1041"/>
                    <a:pt x="2844" y="1153"/>
                    <a:pt x="2630" y="1277"/>
                  </a:cubicBezTo>
                  <a:cubicBezTo>
                    <a:pt x="2404" y="1390"/>
                    <a:pt x="2190" y="1526"/>
                    <a:pt x="1986" y="1672"/>
                  </a:cubicBezTo>
                  <a:cubicBezTo>
                    <a:pt x="1569" y="1955"/>
                    <a:pt x="1185" y="2282"/>
                    <a:pt x="824" y="2632"/>
                  </a:cubicBezTo>
                  <a:lnTo>
                    <a:pt x="824" y="2643"/>
                  </a:lnTo>
                  <a:lnTo>
                    <a:pt x="813" y="2654"/>
                  </a:lnTo>
                  <a:cubicBezTo>
                    <a:pt x="418" y="3162"/>
                    <a:pt x="158" y="3771"/>
                    <a:pt x="79" y="4414"/>
                  </a:cubicBezTo>
                  <a:cubicBezTo>
                    <a:pt x="0" y="5046"/>
                    <a:pt x="46" y="5690"/>
                    <a:pt x="215" y="6310"/>
                  </a:cubicBezTo>
                  <a:cubicBezTo>
                    <a:pt x="373" y="6920"/>
                    <a:pt x="621" y="7495"/>
                    <a:pt x="971" y="8037"/>
                  </a:cubicBezTo>
                  <a:cubicBezTo>
                    <a:pt x="1140" y="8308"/>
                    <a:pt x="1343" y="8556"/>
                    <a:pt x="1569" y="8781"/>
                  </a:cubicBezTo>
                  <a:lnTo>
                    <a:pt x="2223" y="9413"/>
                  </a:lnTo>
                  <a:cubicBezTo>
                    <a:pt x="2438" y="9616"/>
                    <a:pt x="2709" y="9797"/>
                    <a:pt x="2946" y="9989"/>
                  </a:cubicBezTo>
                  <a:cubicBezTo>
                    <a:pt x="3194" y="10192"/>
                    <a:pt x="3453" y="10361"/>
                    <a:pt x="3702" y="10531"/>
                  </a:cubicBezTo>
                  <a:cubicBezTo>
                    <a:pt x="4209" y="10880"/>
                    <a:pt x="4729" y="11196"/>
                    <a:pt x="5236" y="11524"/>
                  </a:cubicBezTo>
                  <a:cubicBezTo>
                    <a:pt x="6263" y="12178"/>
                    <a:pt x="7335" y="12765"/>
                    <a:pt x="8441" y="13295"/>
                  </a:cubicBezTo>
                  <a:lnTo>
                    <a:pt x="9287" y="13656"/>
                  </a:lnTo>
                  <a:lnTo>
                    <a:pt x="10156" y="13961"/>
                  </a:lnTo>
                  <a:cubicBezTo>
                    <a:pt x="10450" y="14051"/>
                    <a:pt x="10743" y="14141"/>
                    <a:pt x="11048" y="14220"/>
                  </a:cubicBezTo>
                  <a:lnTo>
                    <a:pt x="11950" y="14401"/>
                  </a:lnTo>
                  <a:cubicBezTo>
                    <a:pt x="13135" y="14615"/>
                    <a:pt x="14343" y="14807"/>
                    <a:pt x="15561" y="14897"/>
                  </a:cubicBezTo>
                  <a:cubicBezTo>
                    <a:pt x="15998" y="14930"/>
                    <a:pt x="16437" y="14949"/>
                    <a:pt x="16875" y="14949"/>
                  </a:cubicBezTo>
                  <a:cubicBezTo>
                    <a:pt x="17658" y="14949"/>
                    <a:pt x="18439" y="14887"/>
                    <a:pt x="19206" y="14728"/>
                  </a:cubicBezTo>
                  <a:cubicBezTo>
                    <a:pt x="19804" y="14615"/>
                    <a:pt x="20391" y="14435"/>
                    <a:pt x="20955" y="14187"/>
                  </a:cubicBezTo>
                  <a:cubicBezTo>
                    <a:pt x="21497" y="13927"/>
                    <a:pt x="22072" y="13679"/>
                    <a:pt x="22479" y="13194"/>
                  </a:cubicBezTo>
                  <a:lnTo>
                    <a:pt x="22851" y="12438"/>
                  </a:lnTo>
                  <a:cubicBezTo>
                    <a:pt x="22907" y="12302"/>
                    <a:pt x="22953" y="12167"/>
                    <a:pt x="22986" y="12031"/>
                  </a:cubicBezTo>
                  <a:cubicBezTo>
                    <a:pt x="23009" y="11896"/>
                    <a:pt x="23031" y="11749"/>
                    <a:pt x="23031" y="11614"/>
                  </a:cubicBezTo>
                  <a:cubicBezTo>
                    <a:pt x="23031" y="11038"/>
                    <a:pt x="22975" y="10474"/>
                    <a:pt x="22840" y="9932"/>
                  </a:cubicBezTo>
                  <a:cubicBezTo>
                    <a:pt x="22716" y="9380"/>
                    <a:pt x="22569" y="8838"/>
                    <a:pt x="22366" y="8308"/>
                  </a:cubicBezTo>
                  <a:cubicBezTo>
                    <a:pt x="22185" y="7766"/>
                    <a:pt x="21937" y="7259"/>
                    <a:pt x="21656" y="6774"/>
                  </a:cubicBezTo>
                  <a:lnTo>
                    <a:pt x="21656" y="6774"/>
                  </a:lnTo>
                  <a:cubicBezTo>
                    <a:pt x="21937" y="7259"/>
                    <a:pt x="22174" y="7766"/>
                    <a:pt x="22354" y="8308"/>
                  </a:cubicBezTo>
                  <a:cubicBezTo>
                    <a:pt x="22546" y="8838"/>
                    <a:pt x="22693" y="9380"/>
                    <a:pt x="22806" y="9932"/>
                  </a:cubicBezTo>
                  <a:cubicBezTo>
                    <a:pt x="22930" y="10474"/>
                    <a:pt x="22998" y="11038"/>
                    <a:pt x="22986" y="11602"/>
                  </a:cubicBezTo>
                  <a:cubicBezTo>
                    <a:pt x="22975" y="11738"/>
                    <a:pt x="22964" y="11885"/>
                    <a:pt x="22930" y="12020"/>
                  </a:cubicBezTo>
                  <a:cubicBezTo>
                    <a:pt x="22907" y="12155"/>
                    <a:pt x="22862" y="12280"/>
                    <a:pt x="22795" y="12404"/>
                  </a:cubicBezTo>
                  <a:lnTo>
                    <a:pt x="22422" y="13171"/>
                  </a:lnTo>
                  <a:cubicBezTo>
                    <a:pt x="22038" y="13622"/>
                    <a:pt x="21463" y="13882"/>
                    <a:pt x="20910" y="14108"/>
                  </a:cubicBezTo>
                  <a:cubicBezTo>
                    <a:pt x="20346" y="14333"/>
                    <a:pt x="19770" y="14503"/>
                    <a:pt x="19172" y="14604"/>
                  </a:cubicBezTo>
                  <a:cubicBezTo>
                    <a:pt x="18488" y="14715"/>
                    <a:pt x="17792" y="14769"/>
                    <a:pt x="17095" y="14769"/>
                  </a:cubicBezTo>
                  <a:cubicBezTo>
                    <a:pt x="16587" y="14769"/>
                    <a:pt x="16078" y="14740"/>
                    <a:pt x="15573" y="14683"/>
                  </a:cubicBezTo>
                  <a:cubicBezTo>
                    <a:pt x="14377" y="14559"/>
                    <a:pt x="13180" y="14345"/>
                    <a:pt x="11996" y="14108"/>
                  </a:cubicBezTo>
                  <a:lnTo>
                    <a:pt x="11115" y="13904"/>
                  </a:lnTo>
                  <a:cubicBezTo>
                    <a:pt x="10822" y="13825"/>
                    <a:pt x="10540" y="13724"/>
                    <a:pt x="10258" y="13634"/>
                  </a:cubicBezTo>
                  <a:lnTo>
                    <a:pt x="9423" y="13306"/>
                  </a:lnTo>
                  <a:lnTo>
                    <a:pt x="8610" y="12934"/>
                  </a:lnTo>
                  <a:cubicBezTo>
                    <a:pt x="8069" y="12663"/>
                    <a:pt x="7538" y="12392"/>
                    <a:pt x="7008" y="12088"/>
                  </a:cubicBezTo>
                  <a:cubicBezTo>
                    <a:pt x="6489" y="11794"/>
                    <a:pt x="5970" y="11478"/>
                    <a:pt x="5462" y="11151"/>
                  </a:cubicBezTo>
                  <a:cubicBezTo>
                    <a:pt x="4954" y="10824"/>
                    <a:pt x="4435" y="10508"/>
                    <a:pt x="3950" y="10158"/>
                  </a:cubicBezTo>
                  <a:cubicBezTo>
                    <a:pt x="3702" y="9989"/>
                    <a:pt x="3453" y="9820"/>
                    <a:pt x="3228" y="9628"/>
                  </a:cubicBezTo>
                  <a:cubicBezTo>
                    <a:pt x="3002" y="9436"/>
                    <a:pt x="2754" y="9278"/>
                    <a:pt x="2539" y="9064"/>
                  </a:cubicBezTo>
                  <a:lnTo>
                    <a:pt x="1885" y="8432"/>
                  </a:lnTo>
                  <a:cubicBezTo>
                    <a:pt x="1682" y="8229"/>
                    <a:pt x="1513" y="8003"/>
                    <a:pt x="1355" y="7766"/>
                  </a:cubicBezTo>
                  <a:cubicBezTo>
                    <a:pt x="1027" y="7281"/>
                    <a:pt x="790" y="6750"/>
                    <a:pt x="644" y="6186"/>
                  </a:cubicBezTo>
                  <a:cubicBezTo>
                    <a:pt x="486" y="5622"/>
                    <a:pt x="441" y="5046"/>
                    <a:pt x="508" y="4471"/>
                  </a:cubicBezTo>
                  <a:cubicBezTo>
                    <a:pt x="576" y="3895"/>
                    <a:pt x="790" y="3365"/>
                    <a:pt x="1140" y="2902"/>
                  </a:cubicBezTo>
                  <a:lnTo>
                    <a:pt x="1140" y="2902"/>
                  </a:lnTo>
                  <a:lnTo>
                    <a:pt x="1129" y="2925"/>
                  </a:lnTo>
                  <a:cubicBezTo>
                    <a:pt x="1467" y="2586"/>
                    <a:pt x="1828" y="2282"/>
                    <a:pt x="2223" y="2000"/>
                  </a:cubicBezTo>
                  <a:cubicBezTo>
                    <a:pt x="2607" y="1718"/>
                    <a:pt x="3025" y="1481"/>
                    <a:pt x="3453" y="1277"/>
                  </a:cubicBezTo>
                  <a:cubicBezTo>
                    <a:pt x="3893" y="1063"/>
                    <a:pt x="4345" y="894"/>
                    <a:pt x="4807" y="758"/>
                  </a:cubicBezTo>
                  <a:cubicBezTo>
                    <a:pt x="5270" y="623"/>
                    <a:pt x="5733" y="510"/>
                    <a:pt x="6218" y="431"/>
                  </a:cubicBezTo>
                  <a:cubicBezTo>
                    <a:pt x="6692" y="352"/>
                    <a:pt x="7177" y="307"/>
                    <a:pt x="7662" y="273"/>
                  </a:cubicBezTo>
                  <a:cubicBezTo>
                    <a:pt x="8018" y="257"/>
                    <a:pt x="8379" y="246"/>
                    <a:pt x="8737" y="246"/>
                  </a:cubicBezTo>
                  <a:cubicBezTo>
                    <a:pt x="8869" y="246"/>
                    <a:pt x="8999" y="248"/>
                    <a:pt x="9129" y="251"/>
                  </a:cubicBezTo>
                  <a:cubicBezTo>
                    <a:pt x="9615" y="262"/>
                    <a:pt x="10100" y="284"/>
                    <a:pt x="10585" y="318"/>
                  </a:cubicBezTo>
                  <a:cubicBezTo>
                    <a:pt x="11070" y="397"/>
                    <a:pt x="11555" y="420"/>
                    <a:pt x="12029" y="533"/>
                  </a:cubicBezTo>
                  <a:cubicBezTo>
                    <a:pt x="12503" y="657"/>
                    <a:pt x="12989" y="736"/>
                    <a:pt x="13451" y="894"/>
                  </a:cubicBezTo>
                  <a:cubicBezTo>
                    <a:pt x="13925" y="1018"/>
                    <a:pt x="14388" y="1187"/>
                    <a:pt x="14839" y="1379"/>
                  </a:cubicBezTo>
                  <a:lnTo>
                    <a:pt x="15516" y="1661"/>
                  </a:lnTo>
                  <a:lnTo>
                    <a:pt x="16171" y="1988"/>
                  </a:lnTo>
                  <a:cubicBezTo>
                    <a:pt x="16385" y="2113"/>
                    <a:pt x="16611" y="2214"/>
                    <a:pt x="16825" y="2338"/>
                  </a:cubicBezTo>
                  <a:lnTo>
                    <a:pt x="17446" y="2733"/>
                  </a:lnTo>
                  <a:cubicBezTo>
                    <a:pt x="17863" y="2981"/>
                    <a:pt x="18258" y="3264"/>
                    <a:pt x="18642" y="3579"/>
                  </a:cubicBezTo>
                  <a:cubicBezTo>
                    <a:pt x="19059" y="3850"/>
                    <a:pt x="19398" y="4211"/>
                    <a:pt x="19759" y="4527"/>
                  </a:cubicBezTo>
                  <a:cubicBezTo>
                    <a:pt x="19951" y="4685"/>
                    <a:pt x="20120" y="4866"/>
                    <a:pt x="20278" y="5046"/>
                  </a:cubicBezTo>
                  <a:lnTo>
                    <a:pt x="20775" y="5588"/>
                  </a:lnTo>
                  <a:cubicBezTo>
                    <a:pt x="21091" y="5960"/>
                    <a:pt x="21361" y="6378"/>
                    <a:pt x="21655" y="6773"/>
                  </a:cubicBezTo>
                  <a:cubicBezTo>
                    <a:pt x="21361" y="6378"/>
                    <a:pt x="21102" y="5960"/>
                    <a:pt x="20786" y="5577"/>
                  </a:cubicBezTo>
                  <a:lnTo>
                    <a:pt x="20301" y="5035"/>
                  </a:lnTo>
                  <a:cubicBezTo>
                    <a:pt x="20143" y="4843"/>
                    <a:pt x="19973" y="4663"/>
                    <a:pt x="19782" y="4505"/>
                  </a:cubicBezTo>
                  <a:cubicBezTo>
                    <a:pt x="19409" y="4178"/>
                    <a:pt x="19071" y="3816"/>
                    <a:pt x="18676" y="3534"/>
                  </a:cubicBezTo>
                  <a:cubicBezTo>
                    <a:pt x="18292" y="3230"/>
                    <a:pt x="17886" y="2936"/>
                    <a:pt x="17468" y="2677"/>
                  </a:cubicBezTo>
                  <a:lnTo>
                    <a:pt x="16848" y="2282"/>
                  </a:lnTo>
                  <a:cubicBezTo>
                    <a:pt x="16645" y="2146"/>
                    <a:pt x="16419" y="2045"/>
                    <a:pt x="16205" y="1932"/>
                  </a:cubicBezTo>
                  <a:lnTo>
                    <a:pt x="15550" y="1582"/>
                  </a:lnTo>
                  <a:lnTo>
                    <a:pt x="14873" y="1289"/>
                  </a:lnTo>
                  <a:cubicBezTo>
                    <a:pt x="14422" y="1086"/>
                    <a:pt x="13970" y="916"/>
                    <a:pt x="13496" y="770"/>
                  </a:cubicBezTo>
                  <a:cubicBezTo>
                    <a:pt x="13034" y="600"/>
                    <a:pt x="12548" y="488"/>
                    <a:pt x="12075" y="375"/>
                  </a:cubicBezTo>
                  <a:cubicBezTo>
                    <a:pt x="11601" y="262"/>
                    <a:pt x="11093" y="206"/>
                    <a:pt x="10608" y="127"/>
                  </a:cubicBezTo>
                  <a:cubicBezTo>
                    <a:pt x="10122" y="70"/>
                    <a:pt x="9626" y="25"/>
                    <a:pt x="9129" y="14"/>
                  </a:cubicBezTo>
                  <a:cubicBezTo>
                    <a:pt x="8849" y="7"/>
                    <a:pt x="8565" y="1"/>
                    <a:pt x="8280" y="1"/>
                  </a:cubicBezTo>
                  <a:close/>
                </a:path>
              </a:pathLst>
            </a:custGeom>
            <a:solidFill>
              <a:srgbClr val="9527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"/>
            <p:cNvSpPr/>
            <p:nvPr/>
          </p:nvSpPr>
          <p:spPr>
            <a:xfrm>
              <a:off x="5733250" y="3195075"/>
              <a:ext cx="556900" cy="335600"/>
            </a:xfrm>
            <a:custGeom>
              <a:avLst/>
              <a:gdLst/>
              <a:ahLst/>
              <a:cxnLst/>
              <a:rect l="l" t="t" r="r" b="b"/>
              <a:pathLst>
                <a:path w="22276" h="13424" extrusionOk="0">
                  <a:moveTo>
                    <a:pt x="8292" y="0"/>
                  </a:moveTo>
                  <a:cubicBezTo>
                    <a:pt x="7842" y="0"/>
                    <a:pt x="7391" y="15"/>
                    <a:pt x="6940" y="43"/>
                  </a:cubicBezTo>
                  <a:cubicBezTo>
                    <a:pt x="4480" y="235"/>
                    <a:pt x="2584" y="1025"/>
                    <a:pt x="1151" y="2435"/>
                  </a:cubicBezTo>
                  <a:cubicBezTo>
                    <a:pt x="0" y="3936"/>
                    <a:pt x="835" y="6295"/>
                    <a:pt x="1873" y="7367"/>
                  </a:cubicBezTo>
                  <a:cubicBezTo>
                    <a:pt x="2799" y="8382"/>
                    <a:pt x="4243" y="9285"/>
                    <a:pt x="5315" y="9951"/>
                  </a:cubicBezTo>
                  <a:cubicBezTo>
                    <a:pt x="7820" y="11564"/>
                    <a:pt x="9964" y="12523"/>
                    <a:pt x="11691" y="12806"/>
                  </a:cubicBezTo>
                  <a:cubicBezTo>
                    <a:pt x="13432" y="13139"/>
                    <a:pt x="15141" y="13423"/>
                    <a:pt x="16770" y="13423"/>
                  </a:cubicBezTo>
                  <a:cubicBezTo>
                    <a:pt x="17073" y="13423"/>
                    <a:pt x="17374" y="13414"/>
                    <a:pt x="17671" y="13392"/>
                  </a:cubicBezTo>
                  <a:lnTo>
                    <a:pt x="17660" y="13392"/>
                  </a:lnTo>
                  <a:cubicBezTo>
                    <a:pt x="19014" y="13279"/>
                    <a:pt x="20154" y="12952"/>
                    <a:pt x="21169" y="12365"/>
                  </a:cubicBezTo>
                  <a:cubicBezTo>
                    <a:pt x="21327" y="12275"/>
                    <a:pt x="21474" y="12162"/>
                    <a:pt x="21598" y="12027"/>
                  </a:cubicBezTo>
                  <a:cubicBezTo>
                    <a:pt x="21745" y="11745"/>
                    <a:pt x="21869" y="11485"/>
                    <a:pt x="21982" y="11226"/>
                  </a:cubicBezTo>
                  <a:cubicBezTo>
                    <a:pt x="22275" y="10549"/>
                    <a:pt x="21677" y="7761"/>
                    <a:pt x="20786" y="6340"/>
                  </a:cubicBezTo>
                  <a:cubicBezTo>
                    <a:pt x="19195" y="3778"/>
                    <a:pt x="15900" y="1454"/>
                    <a:pt x="12605" y="562"/>
                  </a:cubicBezTo>
                  <a:cubicBezTo>
                    <a:pt x="11815" y="337"/>
                    <a:pt x="11002" y="179"/>
                    <a:pt x="10178" y="88"/>
                  </a:cubicBezTo>
                  <a:cubicBezTo>
                    <a:pt x="9553" y="29"/>
                    <a:pt x="8923" y="0"/>
                    <a:pt x="8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"/>
            <p:cNvSpPr/>
            <p:nvPr/>
          </p:nvSpPr>
          <p:spPr>
            <a:xfrm>
              <a:off x="5784875" y="3212925"/>
              <a:ext cx="463525" cy="296025"/>
            </a:xfrm>
            <a:custGeom>
              <a:avLst/>
              <a:gdLst/>
              <a:ahLst/>
              <a:cxnLst/>
              <a:rect l="l" t="t" r="r" b="b"/>
              <a:pathLst>
                <a:path w="18541" h="11841" extrusionOk="0">
                  <a:moveTo>
                    <a:pt x="7701" y="0"/>
                  </a:moveTo>
                  <a:cubicBezTo>
                    <a:pt x="7187" y="0"/>
                    <a:pt x="6671" y="50"/>
                    <a:pt x="6161" y="153"/>
                  </a:cubicBezTo>
                  <a:cubicBezTo>
                    <a:pt x="5281" y="345"/>
                    <a:pt x="4615" y="1044"/>
                    <a:pt x="3690" y="1202"/>
                  </a:cubicBezTo>
                  <a:cubicBezTo>
                    <a:pt x="2505" y="1417"/>
                    <a:pt x="1490" y="1168"/>
                    <a:pt x="688" y="2195"/>
                  </a:cubicBezTo>
                  <a:cubicBezTo>
                    <a:pt x="643" y="2263"/>
                    <a:pt x="587" y="2342"/>
                    <a:pt x="542" y="2410"/>
                  </a:cubicBezTo>
                  <a:cubicBezTo>
                    <a:pt x="0" y="3279"/>
                    <a:pt x="90" y="4294"/>
                    <a:pt x="587" y="5208"/>
                  </a:cubicBezTo>
                  <a:cubicBezTo>
                    <a:pt x="1275" y="6495"/>
                    <a:pt x="2460" y="7465"/>
                    <a:pt x="3746" y="8119"/>
                  </a:cubicBezTo>
                  <a:cubicBezTo>
                    <a:pt x="4717" y="8616"/>
                    <a:pt x="5857" y="8864"/>
                    <a:pt x="6895" y="9191"/>
                  </a:cubicBezTo>
                  <a:cubicBezTo>
                    <a:pt x="7989" y="9541"/>
                    <a:pt x="9118" y="9598"/>
                    <a:pt x="10111" y="10218"/>
                  </a:cubicBezTo>
                  <a:cubicBezTo>
                    <a:pt x="10889" y="10704"/>
                    <a:pt x="11476" y="11448"/>
                    <a:pt x="12401" y="11674"/>
                  </a:cubicBezTo>
                  <a:cubicBezTo>
                    <a:pt x="12855" y="11783"/>
                    <a:pt x="13383" y="11840"/>
                    <a:pt x="13929" y="11840"/>
                  </a:cubicBezTo>
                  <a:cubicBezTo>
                    <a:pt x="14971" y="11840"/>
                    <a:pt x="16077" y="11629"/>
                    <a:pt x="16847" y="11155"/>
                  </a:cubicBezTo>
                  <a:cubicBezTo>
                    <a:pt x="17829" y="10568"/>
                    <a:pt x="18540" y="9270"/>
                    <a:pt x="18292" y="8131"/>
                  </a:cubicBezTo>
                  <a:cubicBezTo>
                    <a:pt x="18190" y="7691"/>
                    <a:pt x="18066" y="7251"/>
                    <a:pt x="17739" y="6935"/>
                  </a:cubicBezTo>
                  <a:cubicBezTo>
                    <a:pt x="17288" y="6495"/>
                    <a:pt x="16644" y="6303"/>
                    <a:pt x="16351" y="5693"/>
                  </a:cubicBezTo>
                  <a:cubicBezTo>
                    <a:pt x="16137" y="5253"/>
                    <a:pt x="16238" y="4791"/>
                    <a:pt x="16204" y="4328"/>
                  </a:cubicBezTo>
                  <a:cubicBezTo>
                    <a:pt x="16125" y="3301"/>
                    <a:pt x="15155" y="2635"/>
                    <a:pt x="14331" y="2184"/>
                  </a:cubicBezTo>
                  <a:cubicBezTo>
                    <a:pt x="13383" y="1665"/>
                    <a:pt x="12266" y="1225"/>
                    <a:pt x="11262" y="774"/>
                  </a:cubicBezTo>
                  <a:cubicBezTo>
                    <a:pt x="10148" y="280"/>
                    <a:pt x="8929" y="0"/>
                    <a:pt x="7701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"/>
            <p:cNvSpPr/>
            <p:nvPr/>
          </p:nvSpPr>
          <p:spPr>
            <a:xfrm>
              <a:off x="5835975" y="3343675"/>
              <a:ext cx="41975" cy="34750"/>
            </a:xfrm>
            <a:custGeom>
              <a:avLst/>
              <a:gdLst/>
              <a:ahLst/>
              <a:cxnLst/>
              <a:rect l="l" t="t" r="r" b="b"/>
              <a:pathLst>
                <a:path w="1679" h="1390" extrusionOk="0">
                  <a:moveTo>
                    <a:pt x="555" y="0"/>
                  </a:moveTo>
                  <a:cubicBezTo>
                    <a:pt x="0" y="0"/>
                    <a:pt x="175" y="927"/>
                    <a:pt x="597" y="1231"/>
                  </a:cubicBezTo>
                  <a:cubicBezTo>
                    <a:pt x="732" y="1333"/>
                    <a:pt x="919" y="1389"/>
                    <a:pt x="1095" y="1389"/>
                  </a:cubicBezTo>
                  <a:cubicBezTo>
                    <a:pt x="1404" y="1389"/>
                    <a:pt x="1679" y="1216"/>
                    <a:pt x="1578" y="813"/>
                  </a:cubicBezTo>
                  <a:cubicBezTo>
                    <a:pt x="1533" y="588"/>
                    <a:pt x="1183" y="204"/>
                    <a:pt x="856" y="68"/>
                  </a:cubicBezTo>
                  <a:cubicBezTo>
                    <a:pt x="738" y="21"/>
                    <a:pt x="638" y="0"/>
                    <a:pt x="555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"/>
            <p:cNvSpPr/>
            <p:nvPr/>
          </p:nvSpPr>
          <p:spPr>
            <a:xfrm>
              <a:off x="5824300" y="3288975"/>
              <a:ext cx="46925" cy="32525"/>
            </a:xfrm>
            <a:custGeom>
              <a:avLst/>
              <a:gdLst/>
              <a:ahLst/>
              <a:cxnLst/>
              <a:rect l="l" t="t" r="r" b="b"/>
              <a:pathLst>
                <a:path w="1877" h="1301" extrusionOk="0">
                  <a:moveTo>
                    <a:pt x="1200" y="1"/>
                  </a:moveTo>
                  <a:cubicBezTo>
                    <a:pt x="1095" y="1"/>
                    <a:pt x="983" y="21"/>
                    <a:pt x="872" y="56"/>
                  </a:cubicBezTo>
                  <a:cubicBezTo>
                    <a:pt x="499" y="158"/>
                    <a:pt x="138" y="428"/>
                    <a:pt x="82" y="688"/>
                  </a:cubicBezTo>
                  <a:cubicBezTo>
                    <a:pt x="0" y="1096"/>
                    <a:pt x="392" y="1300"/>
                    <a:pt x="754" y="1300"/>
                  </a:cubicBezTo>
                  <a:cubicBezTo>
                    <a:pt x="843" y="1300"/>
                    <a:pt x="930" y="1288"/>
                    <a:pt x="1007" y="1263"/>
                  </a:cubicBezTo>
                  <a:cubicBezTo>
                    <a:pt x="1334" y="1151"/>
                    <a:pt x="1876" y="507"/>
                    <a:pt x="1594" y="158"/>
                  </a:cubicBezTo>
                  <a:cubicBezTo>
                    <a:pt x="1505" y="48"/>
                    <a:pt x="1362" y="1"/>
                    <a:pt x="1200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"/>
            <p:cNvSpPr/>
            <p:nvPr/>
          </p:nvSpPr>
          <p:spPr>
            <a:xfrm>
              <a:off x="5809275" y="3317700"/>
              <a:ext cx="52350" cy="26500"/>
            </a:xfrm>
            <a:custGeom>
              <a:avLst/>
              <a:gdLst/>
              <a:ahLst/>
              <a:cxnLst/>
              <a:rect l="l" t="t" r="r" b="b"/>
              <a:pathLst>
                <a:path w="2094" h="1060" extrusionOk="0">
                  <a:moveTo>
                    <a:pt x="752" y="1"/>
                  </a:moveTo>
                  <a:cubicBezTo>
                    <a:pt x="411" y="1"/>
                    <a:pt x="0" y="104"/>
                    <a:pt x="107" y="532"/>
                  </a:cubicBezTo>
                  <a:cubicBezTo>
                    <a:pt x="198" y="918"/>
                    <a:pt x="695" y="1059"/>
                    <a:pt x="1120" y="1059"/>
                  </a:cubicBezTo>
                  <a:cubicBezTo>
                    <a:pt x="1279" y="1059"/>
                    <a:pt x="1427" y="1040"/>
                    <a:pt x="1540" y="1006"/>
                  </a:cubicBezTo>
                  <a:cubicBezTo>
                    <a:pt x="1845" y="916"/>
                    <a:pt x="2093" y="656"/>
                    <a:pt x="1856" y="363"/>
                  </a:cubicBezTo>
                  <a:cubicBezTo>
                    <a:pt x="1845" y="340"/>
                    <a:pt x="1823" y="329"/>
                    <a:pt x="1811" y="318"/>
                  </a:cubicBezTo>
                  <a:cubicBezTo>
                    <a:pt x="1574" y="69"/>
                    <a:pt x="1123" y="13"/>
                    <a:pt x="807" y="2"/>
                  </a:cubicBezTo>
                  <a:cubicBezTo>
                    <a:pt x="789" y="1"/>
                    <a:pt x="770" y="1"/>
                    <a:pt x="752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"/>
            <p:cNvSpPr/>
            <p:nvPr/>
          </p:nvSpPr>
          <p:spPr>
            <a:xfrm>
              <a:off x="5813925" y="3256650"/>
              <a:ext cx="52750" cy="25675"/>
            </a:xfrm>
            <a:custGeom>
              <a:avLst/>
              <a:gdLst/>
              <a:ahLst/>
              <a:cxnLst/>
              <a:rect l="l" t="t" r="r" b="b"/>
              <a:pathLst>
                <a:path w="2110" h="1027" extrusionOk="0">
                  <a:moveTo>
                    <a:pt x="1278" y="1"/>
                  </a:moveTo>
                  <a:cubicBezTo>
                    <a:pt x="1245" y="1"/>
                    <a:pt x="1210" y="2"/>
                    <a:pt x="1174" y="6"/>
                  </a:cubicBezTo>
                  <a:cubicBezTo>
                    <a:pt x="1027" y="18"/>
                    <a:pt x="869" y="51"/>
                    <a:pt x="723" y="96"/>
                  </a:cubicBezTo>
                  <a:cubicBezTo>
                    <a:pt x="373" y="198"/>
                    <a:pt x="0" y="390"/>
                    <a:pt x="34" y="706"/>
                  </a:cubicBezTo>
                  <a:cubicBezTo>
                    <a:pt x="68" y="946"/>
                    <a:pt x="370" y="1026"/>
                    <a:pt x="698" y="1026"/>
                  </a:cubicBezTo>
                  <a:cubicBezTo>
                    <a:pt x="1032" y="1026"/>
                    <a:pt x="1393" y="943"/>
                    <a:pt x="1524" y="864"/>
                  </a:cubicBezTo>
                  <a:cubicBezTo>
                    <a:pt x="2109" y="513"/>
                    <a:pt x="1841" y="1"/>
                    <a:pt x="1278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"/>
            <p:cNvSpPr/>
            <p:nvPr/>
          </p:nvSpPr>
          <p:spPr>
            <a:xfrm>
              <a:off x="5866675" y="3254100"/>
              <a:ext cx="33050" cy="41725"/>
            </a:xfrm>
            <a:custGeom>
              <a:avLst/>
              <a:gdLst/>
              <a:ahLst/>
              <a:cxnLst/>
              <a:rect l="l" t="t" r="r" b="b"/>
              <a:pathLst>
                <a:path w="1322" h="1669" extrusionOk="0">
                  <a:moveTo>
                    <a:pt x="594" y="1"/>
                  </a:moveTo>
                  <a:cubicBezTo>
                    <a:pt x="503" y="1"/>
                    <a:pt x="406" y="40"/>
                    <a:pt x="305" y="131"/>
                  </a:cubicBezTo>
                  <a:cubicBezTo>
                    <a:pt x="294" y="142"/>
                    <a:pt x="283" y="153"/>
                    <a:pt x="271" y="165"/>
                  </a:cubicBezTo>
                  <a:cubicBezTo>
                    <a:pt x="1" y="435"/>
                    <a:pt x="23" y="977"/>
                    <a:pt x="181" y="1304"/>
                  </a:cubicBezTo>
                  <a:cubicBezTo>
                    <a:pt x="304" y="1550"/>
                    <a:pt x="471" y="1668"/>
                    <a:pt x="638" y="1668"/>
                  </a:cubicBezTo>
                  <a:cubicBezTo>
                    <a:pt x="809" y="1668"/>
                    <a:pt x="981" y="1544"/>
                    <a:pt x="1106" y="1304"/>
                  </a:cubicBezTo>
                  <a:cubicBezTo>
                    <a:pt x="1321" y="912"/>
                    <a:pt x="1033" y="1"/>
                    <a:pt x="594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"/>
            <p:cNvSpPr/>
            <p:nvPr/>
          </p:nvSpPr>
          <p:spPr>
            <a:xfrm>
              <a:off x="5861875" y="3317100"/>
              <a:ext cx="46825" cy="32200"/>
            </a:xfrm>
            <a:custGeom>
              <a:avLst/>
              <a:gdLst/>
              <a:ahLst/>
              <a:cxnLst/>
              <a:rect l="l" t="t" r="r" b="b"/>
              <a:pathLst>
                <a:path w="1873" h="1288" extrusionOk="0">
                  <a:moveTo>
                    <a:pt x="597" y="1"/>
                  </a:moveTo>
                  <a:cubicBezTo>
                    <a:pt x="574" y="1"/>
                    <a:pt x="552" y="1"/>
                    <a:pt x="531" y="3"/>
                  </a:cubicBezTo>
                  <a:cubicBezTo>
                    <a:pt x="317" y="14"/>
                    <a:pt x="193" y="82"/>
                    <a:pt x="136" y="184"/>
                  </a:cubicBezTo>
                  <a:cubicBezTo>
                    <a:pt x="1" y="443"/>
                    <a:pt x="272" y="827"/>
                    <a:pt x="441" y="985"/>
                  </a:cubicBezTo>
                  <a:cubicBezTo>
                    <a:pt x="610" y="1136"/>
                    <a:pt x="1016" y="1287"/>
                    <a:pt x="1350" y="1287"/>
                  </a:cubicBezTo>
                  <a:cubicBezTo>
                    <a:pt x="1638" y="1287"/>
                    <a:pt x="1872" y="1174"/>
                    <a:pt x="1851" y="849"/>
                  </a:cubicBezTo>
                  <a:cubicBezTo>
                    <a:pt x="1819" y="333"/>
                    <a:pt x="1068" y="1"/>
                    <a:pt x="59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"/>
            <p:cNvSpPr/>
            <p:nvPr/>
          </p:nvSpPr>
          <p:spPr>
            <a:xfrm>
              <a:off x="6118875" y="3360750"/>
              <a:ext cx="53350" cy="26100"/>
            </a:xfrm>
            <a:custGeom>
              <a:avLst/>
              <a:gdLst/>
              <a:ahLst/>
              <a:cxnLst/>
              <a:rect l="l" t="t" r="r" b="b"/>
              <a:pathLst>
                <a:path w="2134" h="1044" extrusionOk="0">
                  <a:moveTo>
                    <a:pt x="994" y="0"/>
                  </a:moveTo>
                  <a:cubicBezTo>
                    <a:pt x="912" y="0"/>
                    <a:pt x="828" y="6"/>
                    <a:pt x="745" y="17"/>
                  </a:cubicBezTo>
                  <a:cubicBezTo>
                    <a:pt x="373" y="108"/>
                    <a:pt x="1" y="401"/>
                    <a:pt x="384" y="762"/>
                  </a:cubicBezTo>
                  <a:cubicBezTo>
                    <a:pt x="549" y="915"/>
                    <a:pt x="990" y="1043"/>
                    <a:pt x="1383" y="1043"/>
                  </a:cubicBezTo>
                  <a:cubicBezTo>
                    <a:pt x="1745" y="1043"/>
                    <a:pt x="2067" y="935"/>
                    <a:pt x="2099" y="638"/>
                  </a:cubicBezTo>
                  <a:cubicBezTo>
                    <a:pt x="2133" y="412"/>
                    <a:pt x="1896" y="232"/>
                    <a:pt x="1705" y="141"/>
                  </a:cubicBezTo>
                  <a:cubicBezTo>
                    <a:pt x="1477" y="49"/>
                    <a:pt x="1237" y="0"/>
                    <a:pt x="994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"/>
            <p:cNvSpPr/>
            <p:nvPr/>
          </p:nvSpPr>
          <p:spPr>
            <a:xfrm>
              <a:off x="6015075" y="3329025"/>
              <a:ext cx="62375" cy="25950"/>
            </a:xfrm>
            <a:custGeom>
              <a:avLst/>
              <a:gdLst/>
              <a:ahLst/>
              <a:cxnLst/>
              <a:rect l="l" t="t" r="r" b="b"/>
              <a:pathLst>
                <a:path w="2495" h="1038" extrusionOk="0">
                  <a:moveTo>
                    <a:pt x="1411" y="0"/>
                  </a:moveTo>
                  <a:cubicBezTo>
                    <a:pt x="1014" y="0"/>
                    <a:pt x="604" y="100"/>
                    <a:pt x="440" y="248"/>
                  </a:cubicBezTo>
                  <a:cubicBezTo>
                    <a:pt x="0" y="632"/>
                    <a:pt x="824" y="937"/>
                    <a:pt x="1095" y="993"/>
                  </a:cubicBezTo>
                  <a:cubicBezTo>
                    <a:pt x="1196" y="1019"/>
                    <a:pt x="1343" y="1037"/>
                    <a:pt x="1501" y="1037"/>
                  </a:cubicBezTo>
                  <a:cubicBezTo>
                    <a:pt x="1954" y="1037"/>
                    <a:pt x="2495" y="889"/>
                    <a:pt x="2302" y="361"/>
                  </a:cubicBezTo>
                  <a:cubicBezTo>
                    <a:pt x="2234" y="203"/>
                    <a:pt x="2065" y="90"/>
                    <a:pt x="1839" y="45"/>
                  </a:cubicBezTo>
                  <a:cubicBezTo>
                    <a:pt x="1707" y="14"/>
                    <a:pt x="1560" y="0"/>
                    <a:pt x="1411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"/>
            <p:cNvSpPr/>
            <p:nvPr/>
          </p:nvSpPr>
          <p:spPr>
            <a:xfrm>
              <a:off x="5890375" y="3401650"/>
              <a:ext cx="64325" cy="30750"/>
            </a:xfrm>
            <a:custGeom>
              <a:avLst/>
              <a:gdLst/>
              <a:ahLst/>
              <a:cxnLst/>
              <a:rect l="l" t="t" r="r" b="b"/>
              <a:pathLst>
                <a:path w="2573" h="1230" extrusionOk="0">
                  <a:moveTo>
                    <a:pt x="587" y="0"/>
                  </a:moveTo>
                  <a:cubicBezTo>
                    <a:pt x="497" y="0"/>
                    <a:pt x="420" y="16"/>
                    <a:pt x="361" y="51"/>
                  </a:cubicBezTo>
                  <a:cubicBezTo>
                    <a:pt x="0" y="266"/>
                    <a:pt x="237" y="627"/>
                    <a:pt x="486" y="819"/>
                  </a:cubicBezTo>
                  <a:cubicBezTo>
                    <a:pt x="655" y="943"/>
                    <a:pt x="847" y="1044"/>
                    <a:pt x="1050" y="1101"/>
                  </a:cubicBezTo>
                  <a:cubicBezTo>
                    <a:pt x="1261" y="1178"/>
                    <a:pt x="1490" y="1229"/>
                    <a:pt x="1684" y="1229"/>
                  </a:cubicBezTo>
                  <a:cubicBezTo>
                    <a:pt x="1801" y="1229"/>
                    <a:pt x="1906" y="1211"/>
                    <a:pt x="1986" y="1169"/>
                  </a:cubicBezTo>
                  <a:cubicBezTo>
                    <a:pt x="2572" y="851"/>
                    <a:pt x="1245" y="0"/>
                    <a:pt x="587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"/>
            <p:cNvSpPr/>
            <p:nvPr/>
          </p:nvSpPr>
          <p:spPr>
            <a:xfrm>
              <a:off x="5895725" y="3361425"/>
              <a:ext cx="53675" cy="30925"/>
            </a:xfrm>
            <a:custGeom>
              <a:avLst/>
              <a:gdLst/>
              <a:ahLst/>
              <a:cxnLst/>
              <a:rect l="l" t="t" r="r" b="b"/>
              <a:pathLst>
                <a:path w="2147" h="1237" extrusionOk="0">
                  <a:moveTo>
                    <a:pt x="716" y="1"/>
                  </a:moveTo>
                  <a:cubicBezTo>
                    <a:pt x="570" y="1"/>
                    <a:pt x="432" y="35"/>
                    <a:pt x="317" y="114"/>
                  </a:cubicBezTo>
                  <a:cubicBezTo>
                    <a:pt x="249" y="160"/>
                    <a:pt x="193" y="227"/>
                    <a:pt x="159" y="295"/>
                  </a:cubicBezTo>
                  <a:cubicBezTo>
                    <a:pt x="1" y="667"/>
                    <a:pt x="723" y="1107"/>
                    <a:pt x="1005" y="1186"/>
                  </a:cubicBezTo>
                  <a:cubicBezTo>
                    <a:pt x="1121" y="1216"/>
                    <a:pt x="1273" y="1236"/>
                    <a:pt x="1421" y="1236"/>
                  </a:cubicBezTo>
                  <a:cubicBezTo>
                    <a:pt x="1792" y="1236"/>
                    <a:pt x="2146" y="1107"/>
                    <a:pt x="1897" y="656"/>
                  </a:cubicBezTo>
                  <a:cubicBezTo>
                    <a:pt x="1709" y="332"/>
                    <a:pt x="1172" y="1"/>
                    <a:pt x="716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"/>
            <p:cNvSpPr/>
            <p:nvPr/>
          </p:nvSpPr>
          <p:spPr>
            <a:xfrm>
              <a:off x="5951600" y="3405875"/>
              <a:ext cx="64600" cy="33400"/>
            </a:xfrm>
            <a:custGeom>
              <a:avLst/>
              <a:gdLst/>
              <a:ahLst/>
              <a:cxnLst/>
              <a:rect l="l" t="t" r="r" b="b"/>
              <a:pathLst>
                <a:path w="2584" h="1336" extrusionOk="0">
                  <a:moveTo>
                    <a:pt x="430" y="1"/>
                  </a:moveTo>
                  <a:cubicBezTo>
                    <a:pt x="208" y="1"/>
                    <a:pt x="50" y="92"/>
                    <a:pt x="34" y="322"/>
                  </a:cubicBezTo>
                  <a:cubicBezTo>
                    <a:pt x="0" y="751"/>
                    <a:pt x="339" y="1056"/>
                    <a:pt x="745" y="1214"/>
                  </a:cubicBezTo>
                  <a:cubicBezTo>
                    <a:pt x="934" y="1295"/>
                    <a:pt x="1140" y="1336"/>
                    <a:pt x="1348" y="1336"/>
                  </a:cubicBezTo>
                  <a:cubicBezTo>
                    <a:pt x="1486" y="1336"/>
                    <a:pt x="1625" y="1318"/>
                    <a:pt x="1760" y="1282"/>
                  </a:cubicBezTo>
                  <a:cubicBezTo>
                    <a:pt x="2584" y="1004"/>
                    <a:pt x="1163" y="1"/>
                    <a:pt x="430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"/>
            <p:cNvSpPr/>
            <p:nvPr/>
          </p:nvSpPr>
          <p:spPr>
            <a:xfrm>
              <a:off x="5869225" y="3358900"/>
              <a:ext cx="43975" cy="42525"/>
            </a:xfrm>
            <a:custGeom>
              <a:avLst/>
              <a:gdLst/>
              <a:ahLst/>
              <a:cxnLst/>
              <a:rect l="l" t="t" r="r" b="b"/>
              <a:pathLst>
                <a:path w="1759" h="1701" extrusionOk="0">
                  <a:moveTo>
                    <a:pt x="521" y="1"/>
                  </a:moveTo>
                  <a:cubicBezTo>
                    <a:pt x="482" y="1"/>
                    <a:pt x="444" y="8"/>
                    <a:pt x="406" y="24"/>
                  </a:cubicBezTo>
                  <a:cubicBezTo>
                    <a:pt x="90" y="159"/>
                    <a:pt x="0" y="814"/>
                    <a:pt x="102" y="1186"/>
                  </a:cubicBezTo>
                  <a:cubicBezTo>
                    <a:pt x="167" y="1493"/>
                    <a:pt x="431" y="1700"/>
                    <a:pt x="731" y="1700"/>
                  </a:cubicBezTo>
                  <a:cubicBezTo>
                    <a:pt x="795" y="1700"/>
                    <a:pt x="860" y="1691"/>
                    <a:pt x="925" y="1671"/>
                  </a:cubicBezTo>
                  <a:cubicBezTo>
                    <a:pt x="1758" y="1471"/>
                    <a:pt x="1075" y="1"/>
                    <a:pt x="521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"/>
            <p:cNvSpPr/>
            <p:nvPr/>
          </p:nvSpPr>
          <p:spPr>
            <a:xfrm>
              <a:off x="5880350" y="3293175"/>
              <a:ext cx="55900" cy="33250"/>
            </a:xfrm>
            <a:custGeom>
              <a:avLst/>
              <a:gdLst/>
              <a:ahLst/>
              <a:cxnLst/>
              <a:rect l="l" t="t" r="r" b="b"/>
              <a:pathLst>
                <a:path w="2236" h="1330" extrusionOk="0">
                  <a:moveTo>
                    <a:pt x="935" y="0"/>
                  </a:moveTo>
                  <a:cubicBezTo>
                    <a:pt x="781" y="0"/>
                    <a:pt x="638" y="37"/>
                    <a:pt x="537" y="125"/>
                  </a:cubicBezTo>
                  <a:cubicBezTo>
                    <a:pt x="0" y="603"/>
                    <a:pt x="1207" y="1330"/>
                    <a:pt x="1854" y="1330"/>
                  </a:cubicBezTo>
                  <a:cubicBezTo>
                    <a:pt x="2078" y="1330"/>
                    <a:pt x="2235" y="1242"/>
                    <a:pt x="2229" y="1028"/>
                  </a:cubicBezTo>
                  <a:cubicBezTo>
                    <a:pt x="2218" y="723"/>
                    <a:pt x="1857" y="418"/>
                    <a:pt x="1643" y="238"/>
                  </a:cubicBezTo>
                  <a:cubicBezTo>
                    <a:pt x="1480" y="103"/>
                    <a:pt x="1193" y="0"/>
                    <a:pt x="935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"/>
            <p:cNvSpPr/>
            <p:nvPr/>
          </p:nvSpPr>
          <p:spPr>
            <a:xfrm>
              <a:off x="6151875" y="3386400"/>
              <a:ext cx="59000" cy="28600"/>
            </a:xfrm>
            <a:custGeom>
              <a:avLst/>
              <a:gdLst/>
              <a:ahLst/>
              <a:cxnLst/>
              <a:rect l="l" t="t" r="r" b="b"/>
              <a:pathLst>
                <a:path w="2360" h="1144" extrusionOk="0">
                  <a:moveTo>
                    <a:pt x="1101" y="0"/>
                  </a:moveTo>
                  <a:cubicBezTo>
                    <a:pt x="772" y="0"/>
                    <a:pt x="457" y="104"/>
                    <a:pt x="294" y="413"/>
                  </a:cubicBezTo>
                  <a:cubicBezTo>
                    <a:pt x="1" y="921"/>
                    <a:pt x="678" y="1079"/>
                    <a:pt x="1062" y="1124"/>
                  </a:cubicBezTo>
                  <a:cubicBezTo>
                    <a:pt x="1158" y="1134"/>
                    <a:pt x="1266" y="1143"/>
                    <a:pt x="1376" y="1143"/>
                  </a:cubicBezTo>
                  <a:cubicBezTo>
                    <a:pt x="1523" y="1143"/>
                    <a:pt x="1672" y="1126"/>
                    <a:pt x="1795" y="1068"/>
                  </a:cubicBezTo>
                  <a:cubicBezTo>
                    <a:pt x="2359" y="797"/>
                    <a:pt x="2235" y="244"/>
                    <a:pt x="1693" y="86"/>
                  </a:cubicBezTo>
                  <a:cubicBezTo>
                    <a:pt x="1626" y="63"/>
                    <a:pt x="1558" y="52"/>
                    <a:pt x="1479" y="41"/>
                  </a:cubicBezTo>
                  <a:cubicBezTo>
                    <a:pt x="1356" y="16"/>
                    <a:pt x="1228" y="0"/>
                    <a:pt x="1101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"/>
            <p:cNvSpPr/>
            <p:nvPr/>
          </p:nvSpPr>
          <p:spPr>
            <a:xfrm>
              <a:off x="6146550" y="3338025"/>
              <a:ext cx="42200" cy="35025"/>
            </a:xfrm>
            <a:custGeom>
              <a:avLst/>
              <a:gdLst/>
              <a:ahLst/>
              <a:cxnLst/>
              <a:rect l="l" t="t" r="r" b="b"/>
              <a:pathLst>
                <a:path w="1688" h="1401" extrusionOk="0">
                  <a:moveTo>
                    <a:pt x="584" y="0"/>
                  </a:moveTo>
                  <a:cubicBezTo>
                    <a:pt x="275" y="0"/>
                    <a:pt x="0" y="174"/>
                    <a:pt x="101" y="577"/>
                  </a:cubicBezTo>
                  <a:cubicBezTo>
                    <a:pt x="146" y="814"/>
                    <a:pt x="496" y="1197"/>
                    <a:pt x="823" y="1333"/>
                  </a:cubicBezTo>
                  <a:cubicBezTo>
                    <a:pt x="942" y="1379"/>
                    <a:pt x="1042" y="1400"/>
                    <a:pt x="1126" y="1400"/>
                  </a:cubicBezTo>
                  <a:cubicBezTo>
                    <a:pt x="1688" y="1400"/>
                    <a:pt x="1505" y="463"/>
                    <a:pt x="1083" y="159"/>
                  </a:cubicBezTo>
                  <a:cubicBezTo>
                    <a:pt x="948" y="57"/>
                    <a:pt x="760" y="0"/>
                    <a:pt x="584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"/>
            <p:cNvSpPr/>
            <p:nvPr/>
          </p:nvSpPr>
          <p:spPr>
            <a:xfrm>
              <a:off x="6155275" y="3419675"/>
              <a:ext cx="46900" cy="32400"/>
            </a:xfrm>
            <a:custGeom>
              <a:avLst/>
              <a:gdLst/>
              <a:ahLst/>
              <a:cxnLst/>
              <a:rect l="l" t="t" r="r" b="b"/>
              <a:pathLst>
                <a:path w="1876" h="1296" extrusionOk="0">
                  <a:moveTo>
                    <a:pt x="1130" y="0"/>
                  </a:moveTo>
                  <a:cubicBezTo>
                    <a:pt x="1038" y="0"/>
                    <a:pt x="949" y="14"/>
                    <a:pt x="869" y="41"/>
                  </a:cubicBezTo>
                  <a:cubicBezTo>
                    <a:pt x="542" y="143"/>
                    <a:pt x="0" y="797"/>
                    <a:pt x="282" y="1136"/>
                  </a:cubicBezTo>
                  <a:cubicBezTo>
                    <a:pt x="374" y="1249"/>
                    <a:pt x="523" y="1295"/>
                    <a:pt x="690" y="1295"/>
                  </a:cubicBezTo>
                  <a:cubicBezTo>
                    <a:pt x="791" y="1295"/>
                    <a:pt x="899" y="1278"/>
                    <a:pt x="1005" y="1249"/>
                  </a:cubicBezTo>
                  <a:cubicBezTo>
                    <a:pt x="1377" y="1136"/>
                    <a:pt x="1738" y="876"/>
                    <a:pt x="1794" y="617"/>
                  </a:cubicBezTo>
                  <a:cubicBezTo>
                    <a:pt x="1875" y="212"/>
                    <a:pt x="1490" y="0"/>
                    <a:pt x="1130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"/>
            <p:cNvSpPr/>
            <p:nvPr/>
          </p:nvSpPr>
          <p:spPr>
            <a:xfrm>
              <a:off x="6098575" y="3385550"/>
              <a:ext cx="52050" cy="26725"/>
            </a:xfrm>
            <a:custGeom>
              <a:avLst/>
              <a:gdLst/>
              <a:ahLst/>
              <a:cxnLst/>
              <a:rect l="l" t="t" r="r" b="b"/>
              <a:pathLst>
                <a:path w="2082" h="1069" extrusionOk="0">
                  <a:moveTo>
                    <a:pt x="950" y="1"/>
                  </a:moveTo>
                  <a:cubicBezTo>
                    <a:pt x="796" y="1"/>
                    <a:pt x="652" y="19"/>
                    <a:pt x="542" y="52"/>
                  </a:cubicBezTo>
                  <a:cubicBezTo>
                    <a:pt x="237" y="154"/>
                    <a:pt x="0" y="402"/>
                    <a:pt x="226" y="707"/>
                  </a:cubicBezTo>
                  <a:cubicBezTo>
                    <a:pt x="248" y="718"/>
                    <a:pt x="260" y="741"/>
                    <a:pt x="271" y="752"/>
                  </a:cubicBezTo>
                  <a:cubicBezTo>
                    <a:pt x="508" y="989"/>
                    <a:pt x="971" y="1057"/>
                    <a:pt x="1275" y="1068"/>
                  </a:cubicBezTo>
                  <a:cubicBezTo>
                    <a:pt x="1293" y="1068"/>
                    <a:pt x="1312" y="1069"/>
                    <a:pt x="1331" y="1069"/>
                  </a:cubicBezTo>
                  <a:cubicBezTo>
                    <a:pt x="1672" y="1069"/>
                    <a:pt x="2082" y="965"/>
                    <a:pt x="1975" y="526"/>
                  </a:cubicBezTo>
                  <a:cubicBezTo>
                    <a:pt x="1884" y="144"/>
                    <a:pt x="1377" y="1"/>
                    <a:pt x="950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"/>
            <p:cNvSpPr/>
            <p:nvPr/>
          </p:nvSpPr>
          <p:spPr>
            <a:xfrm>
              <a:off x="6049100" y="3303525"/>
              <a:ext cx="53150" cy="25625"/>
            </a:xfrm>
            <a:custGeom>
              <a:avLst/>
              <a:gdLst/>
              <a:ahLst/>
              <a:cxnLst/>
              <a:rect l="l" t="t" r="r" b="b"/>
              <a:pathLst>
                <a:path w="2126" h="1025" extrusionOk="0">
                  <a:moveTo>
                    <a:pt x="1417" y="0"/>
                  </a:moveTo>
                  <a:cubicBezTo>
                    <a:pt x="1083" y="0"/>
                    <a:pt x="722" y="83"/>
                    <a:pt x="591" y="162"/>
                  </a:cubicBezTo>
                  <a:cubicBezTo>
                    <a:pt x="1" y="517"/>
                    <a:pt x="278" y="1024"/>
                    <a:pt x="851" y="1024"/>
                  </a:cubicBezTo>
                  <a:cubicBezTo>
                    <a:pt x="880" y="1024"/>
                    <a:pt x="910" y="1023"/>
                    <a:pt x="941" y="1020"/>
                  </a:cubicBezTo>
                  <a:cubicBezTo>
                    <a:pt x="1099" y="997"/>
                    <a:pt x="1246" y="964"/>
                    <a:pt x="1404" y="930"/>
                  </a:cubicBezTo>
                  <a:cubicBezTo>
                    <a:pt x="1753" y="828"/>
                    <a:pt x="2126" y="636"/>
                    <a:pt x="2081" y="320"/>
                  </a:cubicBezTo>
                  <a:cubicBezTo>
                    <a:pt x="2047" y="80"/>
                    <a:pt x="1745" y="0"/>
                    <a:pt x="1417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"/>
            <p:cNvSpPr/>
            <p:nvPr/>
          </p:nvSpPr>
          <p:spPr>
            <a:xfrm>
              <a:off x="6205150" y="3398325"/>
              <a:ext cx="33075" cy="41725"/>
            </a:xfrm>
            <a:custGeom>
              <a:avLst/>
              <a:gdLst/>
              <a:ahLst/>
              <a:cxnLst/>
              <a:rect l="l" t="t" r="r" b="b"/>
              <a:pathLst>
                <a:path w="1323" h="1669" extrusionOk="0">
                  <a:moveTo>
                    <a:pt x="683" y="1"/>
                  </a:moveTo>
                  <a:cubicBezTo>
                    <a:pt x="512" y="1"/>
                    <a:pt x="337" y="125"/>
                    <a:pt x="206" y="365"/>
                  </a:cubicBezTo>
                  <a:cubicBezTo>
                    <a:pt x="0" y="758"/>
                    <a:pt x="282" y="1669"/>
                    <a:pt x="725" y="1669"/>
                  </a:cubicBezTo>
                  <a:cubicBezTo>
                    <a:pt x="817" y="1669"/>
                    <a:pt x="915" y="1630"/>
                    <a:pt x="1018" y="1539"/>
                  </a:cubicBezTo>
                  <a:cubicBezTo>
                    <a:pt x="1029" y="1527"/>
                    <a:pt x="1029" y="1516"/>
                    <a:pt x="1041" y="1505"/>
                  </a:cubicBezTo>
                  <a:cubicBezTo>
                    <a:pt x="1323" y="1223"/>
                    <a:pt x="1300" y="692"/>
                    <a:pt x="1131" y="365"/>
                  </a:cubicBezTo>
                  <a:cubicBezTo>
                    <a:pt x="1014" y="120"/>
                    <a:pt x="850" y="1"/>
                    <a:pt x="683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"/>
            <p:cNvSpPr/>
            <p:nvPr/>
          </p:nvSpPr>
          <p:spPr>
            <a:xfrm>
              <a:off x="6079975" y="3329100"/>
              <a:ext cx="47100" cy="32425"/>
            </a:xfrm>
            <a:custGeom>
              <a:avLst/>
              <a:gdLst/>
              <a:ahLst/>
              <a:cxnLst/>
              <a:rect l="l" t="t" r="r" b="b"/>
              <a:pathLst>
                <a:path w="1884" h="1297" extrusionOk="0">
                  <a:moveTo>
                    <a:pt x="533" y="1"/>
                  </a:moveTo>
                  <a:cubicBezTo>
                    <a:pt x="241" y="1"/>
                    <a:pt x="1" y="116"/>
                    <a:pt x="22" y="448"/>
                  </a:cubicBezTo>
                  <a:cubicBezTo>
                    <a:pt x="54" y="955"/>
                    <a:pt x="818" y="1297"/>
                    <a:pt x="1280" y="1297"/>
                  </a:cubicBezTo>
                  <a:cubicBezTo>
                    <a:pt x="1301" y="1297"/>
                    <a:pt x="1322" y="1296"/>
                    <a:pt x="1342" y="1295"/>
                  </a:cubicBezTo>
                  <a:cubicBezTo>
                    <a:pt x="1568" y="1272"/>
                    <a:pt x="1681" y="1204"/>
                    <a:pt x="1748" y="1103"/>
                  </a:cubicBezTo>
                  <a:cubicBezTo>
                    <a:pt x="1884" y="855"/>
                    <a:pt x="1613" y="471"/>
                    <a:pt x="1432" y="302"/>
                  </a:cubicBezTo>
                  <a:cubicBezTo>
                    <a:pt x="1270" y="151"/>
                    <a:pt x="867" y="1"/>
                    <a:pt x="533" y="1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"/>
            <p:cNvSpPr/>
            <p:nvPr/>
          </p:nvSpPr>
          <p:spPr>
            <a:xfrm>
              <a:off x="5934675" y="3224975"/>
              <a:ext cx="53050" cy="26075"/>
            </a:xfrm>
            <a:custGeom>
              <a:avLst/>
              <a:gdLst/>
              <a:ahLst/>
              <a:cxnLst/>
              <a:rect l="l" t="t" r="r" b="b"/>
              <a:pathLst>
                <a:path w="2122" h="1043" extrusionOk="0">
                  <a:moveTo>
                    <a:pt x="754" y="0"/>
                  </a:moveTo>
                  <a:cubicBezTo>
                    <a:pt x="390" y="0"/>
                    <a:pt x="61" y="111"/>
                    <a:pt x="23" y="416"/>
                  </a:cubicBezTo>
                  <a:cubicBezTo>
                    <a:pt x="0" y="630"/>
                    <a:pt x="237" y="822"/>
                    <a:pt x="418" y="901"/>
                  </a:cubicBezTo>
                  <a:cubicBezTo>
                    <a:pt x="645" y="993"/>
                    <a:pt x="885" y="1042"/>
                    <a:pt x="1128" y="1042"/>
                  </a:cubicBezTo>
                  <a:cubicBezTo>
                    <a:pt x="1210" y="1042"/>
                    <a:pt x="1294" y="1036"/>
                    <a:pt x="1377" y="1025"/>
                  </a:cubicBezTo>
                  <a:cubicBezTo>
                    <a:pt x="1760" y="935"/>
                    <a:pt x="2121" y="641"/>
                    <a:pt x="1738" y="280"/>
                  </a:cubicBezTo>
                  <a:cubicBezTo>
                    <a:pt x="1580" y="128"/>
                    <a:pt x="1147" y="0"/>
                    <a:pt x="754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"/>
            <p:cNvSpPr/>
            <p:nvPr/>
          </p:nvSpPr>
          <p:spPr>
            <a:xfrm>
              <a:off x="5996475" y="3259475"/>
              <a:ext cx="62625" cy="26100"/>
            </a:xfrm>
            <a:custGeom>
              <a:avLst/>
              <a:gdLst/>
              <a:ahLst/>
              <a:cxnLst/>
              <a:rect l="l" t="t" r="r" b="b"/>
              <a:pathLst>
                <a:path w="2505" h="1044" extrusionOk="0">
                  <a:moveTo>
                    <a:pt x="1009" y="1"/>
                  </a:moveTo>
                  <a:cubicBezTo>
                    <a:pt x="552" y="1"/>
                    <a:pt x="0" y="142"/>
                    <a:pt x="202" y="672"/>
                  </a:cubicBezTo>
                  <a:cubicBezTo>
                    <a:pt x="259" y="841"/>
                    <a:pt x="439" y="943"/>
                    <a:pt x="665" y="999"/>
                  </a:cubicBezTo>
                  <a:cubicBezTo>
                    <a:pt x="797" y="1030"/>
                    <a:pt x="944" y="1044"/>
                    <a:pt x="1093" y="1044"/>
                  </a:cubicBezTo>
                  <a:cubicBezTo>
                    <a:pt x="1491" y="1044"/>
                    <a:pt x="1900" y="944"/>
                    <a:pt x="2064" y="796"/>
                  </a:cubicBezTo>
                  <a:cubicBezTo>
                    <a:pt x="2504" y="412"/>
                    <a:pt x="1681" y="108"/>
                    <a:pt x="1410" y="40"/>
                  </a:cubicBezTo>
                  <a:cubicBezTo>
                    <a:pt x="1309" y="17"/>
                    <a:pt x="1165" y="1"/>
                    <a:pt x="1009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"/>
            <p:cNvSpPr/>
            <p:nvPr/>
          </p:nvSpPr>
          <p:spPr>
            <a:xfrm>
              <a:off x="6101125" y="3265425"/>
              <a:ext cx="64325" cy="30750"/>
            </a:xfrm>
            <a:custGeom>
              <a:avLst/>
              <a:gdLst/>
              <a:ahLst/>
              <a:cxnLst/>
              <a:rect l="l" t="t" r="r" b="b"/>
              <a:pathLst>
                <a:path w="2573" h="1230" extrusionOk="0">
                  <a:moveTo>
                    <a:pt x="897" y="1"/>
                  </a:moveTo>
                  <a:cubicBezTo>
                    <a:pt x="778" y="1"/>
                    <a:pt x="671" y="19"/>
                    <a:pt x="586" y="61"/>
                  </a:cubicBezTo>
                  <a:cubicBezTo>
                    <a:pt x="1" y="379"/>
                    <a:pt x="1328" y="1230"/>
                    <a:pt x="1994" y="1230"/>
                  </a:cubicBezTo>
                  <a:cubicBezTo>
                    <a:pt x="2084" y="1230"/>
                    <a:pt x="2163" y="1214"/>
                    <a:pt x="2223" y="1179"/>
                  </a:cubicBezTo>
                  <a:cubicBezTo>
                    <a:pt x="2573" y="964"/>
                    <a:pt x="2336" y="603"/>
                    <a:pt x="2099" y="411"/>
                  </a:cubicBezTo>
                  <a:cubicBezTo>
                    <a:pt x="1918" y="287"/>
                    <a:pt x="1726" y="186"/>
                    <a:pt x="1534" y="129"/>
                  </a:cubicBezTo>
                  <a:cubicBezTo>
                    <a:pt x="1323" y="52"/>
                    <a:pt x="1094" y="1"/>
                    <a:pt x="89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"/>
            <p:cNvSpPr/>
            <p:nvPr/>
          </p:nvSpPr>
          <p:spPr>
            <a:xfrm>
              <a:off x="6106700" y="3305475"/>
              <a:ext cx="53400" cy="30950"/>
            </a:xfrm>
            <a:custGeom>
              <a:avLst/>
              <a:gdLst/>
              <a:ahLst/>
              <a:cxnLst/>
              <a:rect l="l" t="t" r="r" b="b"/>
              <a:pathLst>
                <a:path w="2136" h="1238" extrusionOk="0">
                  <a:moveTo>
                    <a:pt x="717" y="1"/>
                  </a:moveTo>
                  <a:cubicBezTo>
                    <a:pt x="349" y="1"/>
                    <a:pt x="1" y="130"/>
                    <a:pt x="251" y="581"/>
                  </a:cubicBezTo>
                  <a:cubicBezTo>
                    <a:pt x="429" y="913"/>
                    <a:pt x="967" y="1238"/>
                    <a:pt x="1424" y="1238"/>
                  </a:cubicBezTo>
                  <a:cubicBezTo>
                    <a:pt x="1573" y="1238"/>
                    <a:pt x="1714" y="1203"/>
                    <a:pt x="1830" y="1123"/>
                  </a:cubicBezTo>
                  <a:cubicBezTo>
                    <a:pt x="1898" y="1077"/>
                    <a:pt x="1943" y="1010"/>
                    <a:pt x="1977" y="942"/>
                  </a:cubicBezTo>
                  <a:cubicBezTo>
                    <a:pt x="2135" y="570"/>
                    <a:pt x="1413" y="130"/>
                    <a:pt x="1131" y="51"/>
                  </a:cubicBezTo>
                  <a:cubicBezTo>
                    <a:pt x="1015" y="21"/>
                    <a:pt x="864" y="1"/>
                    <a:pt x="71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"/>
            <p:cNvSpPr/>
            <p:nvPr/>
          </p:nvSpPr>
          <p:spPr>
            <a:xfrm>
              <a:off x="6039600" y="3258550"/>
              <a:ext cx="64625" cy="33375"/>
            </a:xfrm>
            <a:custGeom>
              <a:avLst/>
              <a:gdLst/>
              <a:ahLst/>
              <a:cxnLst/>
              <a:rect l="l" t="t" r="r" b="b"/>
              <a:pathLst>
                <a:path w="2585" h="1335" extrusionOk="0">
                  <a:moveTo>
                    <a:pt x="1238" y="0"/>
                  </a:moveTo>
                  <a:cubicBezTo>
                    <a:pt x="1099" y="0"/>
                    <a:pt x="960" y="18"/>
                    <a:pt x="824" y="54"/>
                  </a:cubicBezTo>
                  <a:cubicBezTo>
                    <a:pt x="1" y="332"/>
                    <a:pt x="1422" y="1335"/>
                    <a:pt x="2155" y="1335"/>
                  </a:cubicBezTo>
                  <a:cubicBezTo>
                    <a:pt x="2377" y="1335"/>
                    <a:pt x="2535" y="1244"/>
                    <a:pt x="2551" y="1014"/>
                  </a:cubicBezTo>
                  <a:cubicBezTo>
                    <a:pt x="2585" y="585"/>
                    <a:pt x="2258" y="280"/>
                    <a:pt x="1851" y="122"/>
                  </a:cubicBezTo>
                  <a:cubicBezTo>
                    <a:pt x="1655" y="41"/>
                    <a:pt x="1446" y="0"/>
                    <a:pt x="1238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"/>
            <p:cNvSpPr/>
            <p:nvPr/>
          </p:nvSpPr>
          <p:spPr>
            <a:xfrm>
              <a:off x="6142650" y="3296400"/>
              <a:ext cx="43950" cy="42525"/>
            </a:xfrm>
            <a:custGeom>
              <a:avLst/>
              <a:gdLst/>
              <a:ahLst/>
              <a:cxnLst/>
              <a:rect l="l" t="t" r="r" b="b"/>
              <a:pathLst>
                <a:path w="1758" h="1701" extrusionOk="0">
                  <a:moveTo>
                    <a:pt x="1034" y="1"/>
                  </a:moveTo>
                  <a:cubicBezTo>
                    <a:pt x="971" y="1"/>
                    <a:pt x="907" y="10"/>
                    <a:pt x="844" y="30"/>
                  </a:cubicBezTo>
                  <a:cubicBezTo>
                    <a:pt x="1" y="230"/>
                    <a:pt x="683" y="1700"/>
                    <a:pt x="1237" y="1700"/>
                  </a:cubicBezTo>
                  <a:cubicBezTo>
                    <a:pt x="1276" y="1700"/>
                    <a:pt x="1314" y="1693"/>
                    <a:pt x="1352" y="1677"/>
                  </a:cubicBezTo>
                  <a:cubicBezTo>
                    <a:pt x="1668" y="1542"/>
                    <a:pt x="1758" y="887"/>
                    <a:pt x="1656" y="515"/>
                  </a:cubicBezTo>
                  <a:cubicBezTo>
                    <a:pt x="1600" y="208"/>
                    <a:pt x="1330" y="1"/>
                    <a:pt x="1034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"/>
            <p:cNvSpPr/>
            <p:nvPr/>
          </p:nvSpPr>
          <p:spPr>
            <a:xfrm>
              <a:off x="6001950" y="3224700"/>
              <a:ext cx="55900" cy="33400"/>
            </a:xfrm>
            <a:custGeom>
              <a:avLst/>
              <a:gdLst/>
              <a:ahLst/>
              <a:cxnLst/>
              <a:rect l="l" t="t" r="r" b="b"/>
              <a:pathLst>
                <a:path w="2236" h="1336" extrusionOk="0">
                  <a:moveTo>
                    <a:pt x="381" y="1"/>
                  </a:moveTo>
                  <a:cubicBezTo>
                    <a:pt x="157" y="1"/>
                    <a:pt x="0" y="88"/>
                    <a:pt x="6" y="303"/>
                  </a:cubicBezTo>
                  <a:cubicBezTo>
                    <a:pt x="6" y="607"/>
                    <a:pt x="367" y="912"/>
                    <a:pt x="581" y="1092"/>
                  </a:cubicBezTo>
                  <a:cubicBezTo>
                    <a:pt x="752" y="1227"/>
                    <a:pt x="1038" y="1335"/>
                    <a:pt x="1297" y="1335"/>
                  </a:cubicBezTo>
                  <a:cubicBezTo>
                    <a:pt x="1450" y="1335"/>
                    <a:pt x="1594" y="1297"/>
                    <a:pt x="1699" y="1205"/>
                  </a:cubicBezTo>
                  <a:cubicBezTo>
                    <a:pt x="2235" y="727"/>
                    <a:pt x="1028" y="1"/>
                    <a:pt x="38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"/>
            <p:cNvSpPr/>
            <p:nvPr/>
          </p:nvSpPr>
          <p:spPr>
            <a:xfrm>
              <a:off x="5900800" y="3262125"/>
              <a:ext cx="59000" cy="28550"/>
            </a:xfrm>
            <a:custGeom>
              <a:avLst/>
              <a:gdLst/>
              <a:ahLst/>
              <a:cxnLst/>
              <a:rect l="l" t="t" r="r" b="b"/>
              <a:pathLst>
                <a:path w="2360" h="1142" extrusionOk="0">
                  <a:moveTo>
                    <a:pt x="947" y="0"/>
                  </a:moveTo>
                  <a:cubicBezTo>
                    <a:pt x="811" y="0"/>
                    <a:pt x="677" y="16"/>
                    <a:pt x="565" y="69"/>
                  </a:cubicBezTo>
                  <a:cubicBezTo>
                    <a:pt x="1" y="340"/>
                    <a:pt x="125" y="904"/>
                    <a:pt x="667" y="1051"/>
                  </a:cubicBezTo>
                  <a:cubicBezTo>
                    <a:pt x="734" y="1074"/>
                    <a:pt x="813" y="1096"/>
                    <a:pt x="881" y="1107"/>
                  </a:cubicBezTo>
                  <a:cubicBezTo>
                    <a:pt x="998" y="1128"/>
                    <a:pt x="1120" y="1141"/>
                    <a:pt x="1241" y="1141"/>
                  </a:cubicBezTo>
                  <a:cubicBezTo>
                    <a:pt x="1577" y="1141"/>
                    <a:pt x="1903" y="1042"/>
                    <a:pt x="2077" y="735"/>
                  </a:cubicBezTo>
                  <a:cubicBezTo>
                    <a:pt x="2359" y="216"/>
                    <a:pt x="1682" y="58"/>
                    <a:pt x="1310" y="24"/>
                  </a:cubicBezTo>
                  <a:cubicBezTo>
                    <a:pt x="1197" y="13"/>
                    <a:pt x="1071" y="0"/>
                    <a:pt x="947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"/>
            <p:cNvSpPr/>
            <p:nvPr/>
          </p:nvSpPr>
          <p:spPr>
            <a:xfrm>
              <a:off x="6023375" y="3289475"/>
              <a:ext cx="36900" cy="36875"/>
            </a:xfrm>
            <a:custGeom>
              <a:avLst/>
              <a:gdLst/>
              <a:ahLst/>
              <a:cxnLst/>
              <a:rect l="l" t="t" r="r" b="b"/>
              <a:pathLst>
                <a:path w="1476" h="1475" extrusionOk="0">
                  <a:moveTo>
                    <a:pt x="991" y="1"/>
                  </a:moveTo>
                  <a:cubicBezTo>
                    <a:pt x="781" y="1"/>
                    <a:pt x="548" y="93"/>
                    <a:pt x="401" y="239"/>
                  </a:cubicBezTo>
                  <a:cubicBezTo>
                    <a:pt x="44" y="587"/>
                    <a:pt x="0" y="1475"/>
                    <a:pt x="485" y="1475"/>
                  </a:cubicBezTo>
                  <a:cubicBezTo>
                    <a:pt x="582" y="1475"/>
                    <a:pt x="700" y="1439"/>
                    <a:pt x="842" y="1356"/>
                  </a:cubicBezTo>
                  <a:cubicBezTo>
                    <a:pt x="1146" y="1176"/>
                    <a:pt x="1428" y="736"/>
                    <a:pt x="1451" y="499"/>
                  </a:cubicBezTo>
                  <a:cubicBezTo>
                    <a:pt x="1476" y="143"/>
                    <a:pt x="1252" y="1"/>
                    <a:pt x="991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"/>
            <p:cNvSpPr/>
            <p:nvPr/>
          </p:nvSpPr>
          <p:spPr>
            <a:xfrm>
              <a:off x="6048475" y="3453175"/>
              <a:ext cx="48975" cy="30700"/>
            </a:xfrm>
            <a:custGeom>
              <a:avLst/>
              <a:gdLst/>
              <a:ahLst/>
              <a:cxnLst/>
              <a:rect l="l" t="t" r="r" b="b"/>
              <a:pathLst>
                <a:path w="1959" h="1228" extrusionOk="0">
                  <a:moveTo>
                    <a:pt x="852" y="0"/>
                  </a:moveTo>
                  <a:cubicBezTo>
                    <a:pt x="462" y="0"/>
                    <a:pt x="1" y="273"/>
                    <a:pt x="154" y="710"/>
                  </a:cubicBezTo>
                  <a:cubicBezTo>
                    <a:pt x="244" y="958"/>
                    <a:pt x="650" y="1161"/>
                    <a:pt x="1034" y="1218"/>
                  </a:cubicBezTo>
                  <a:cubicBezTo>
                    <a:pt x="1089" y="1224"/>
                    <a:pt x="1144" y="1228"/>
                    <a:pt x="1199" y="1228"/>
                  </a:cubicBezTo>
                  <a:cubicBezTo>
                    <a:pt x="1424" y="1228"/>
                    <a:pt x="1633" y="1167"/>
                    <a:pt x="1733" y="1003"/>
                  </a:cubicBezTo>
                  <a:cubicBezTo>
                    <a:pt x="1959" y="620"/>
                    <a:pt x="1316" y="67"/>
                    <a:pt x="977" y="10"/>
                  </a:cubicBezTo>
                  <a:cubicBezTo>
                    <a:pt x="937" y="4"/>
                    <a:pt x="895" y="0"/>
                    <a:pt x="852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"/>
            <p:cNvSpPr/>
            <p:nvPr/>
          </p:nvSpPr>
          <p:spPr>
            <a:xfrm>
              <a:off x="5910600" y="3325875"/>
              <a:ext cx="49200" cy="28575"/>
            </a:xfrm>
            <a:custGeom>
              <a:avLst/>
              <a:gdLst/>
              <a:ahLst/>
              <a:cxnLst/>
              <a:rect l="l" t="t" r="r" b="b"/>
              <a:pathLst>
                <a:path w="1968" h="1143" extrusionOk="0">
                  <a:moveTo>
                    <a:pt x="1199" y="1"/>
                  </a:moveTo>
                  <a:cubicBezTo>
                    <a:pt x="745" y="1"/>
                    <a:pt x="66" y="223"/>
                    <a:pt x="26" y="690"/>
                  </a:cubicBezTo>
                  <a:cubicBezTo>
                    <a:pt x="1" y="1049"/>
                    <a:pt x="266" y="1142"/>
                    <a:pt x="543" y="1142"/>
                  </a:cubicBezTo>
                  <a:cubicBezTo>
                    <a:pt x="632" y="1142"/>
                    <a:pt x="723" y="1133"/>
                    <a:pt x="805" y="1119"/>
                  </a:cubicBezTo>
                  <a:cubicBezTo>
                    <a:pt x="1110" y="1063"/>
                    <a:pt x="1561" y="938"/>
                    <a:pt x="1753" y="656"/>
                  </a:cubicBezTo>
                  <a:cubicBezTo>
                    <a:pt x="1753" y="634"/>
                    <a:pt x="1764" y="622"/>
                    <a:pt x="1775" y="600"/>
                  </a:cubicBezTo>
                  <a:cubicBezTo>
                    <a:pt x="1967" y="261"/>
                    <a:pt x="1685" y="58"/>
                    <a:pt x="1369" y="13"/>
                  </a:cubicBezTo>
                  <a:cubicBezTo>
                    <a:pt x="1318" y="5"/>
                    <a:pt x="1261" y="1"/>
                    <a:pt x="1199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"/>
            <p:cNvSpPr/>
            <p:nvPr/>
          </p:nvSpPr>
          <p:spPr>
            <a:xfrm>
              <a:off x="6102050" y="3480550"/>
              <a:ext cx="52950" cy="24225"/>
            </a:xfrm>
            <a:custGeom>
              <a:avLst/>
              <a:gdLst/>
              <a:ahLst/>
              <a:cxnLst/>
              <a:rect l="l" t="t" r="r" b="b"/>
              <a:pathLst>
                <a:path w="2118" h="969" extrusionOk="0">
                  <a:moveTo>
                    <a:pt x="969" y="0"/>
                  </a:moveTo>
                  <a:cubicBezTo>
                    <a:pt x="535" y="0"/>
                    <a:pt x="0" y="114"/>
                    <a:pt x="8" y="450"/>
                  </a:cubicBezTo>
                  <a:cubicBezTo>
                    <a:pt x="19" y="766"/>
                    <a:pt x="414" y="901"/>
                    <a:pt x="775" y="946"/>
                  </a:cubicBezTo>
                  <a:cubicBezTo>
                    <a:pt x="933" y="969"/>
                    <a:pt x="1080" y="969"/>
                    <a:pt x="1238" y="969"/>
                  </a:cubicBezTo>
                  <a:cubicBezTo>
                    <a:pt x="1881" y="935"/>
                    <a:pt x="2118" y="337"/>
                    <a:pt x="1452" y="66"/>
                  </a:cubicBezTo>
                  <a:cubicBezTo>
                    <a:pt x="1361" y="26"/>
                    <a:pt x="1177" y="0"/>
                    <a:pt x="969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"/>
            <p:cNvSpPr/>
            <p:nvPr/>
          </p:nvSpPr>
          <p:spPr>
            <a:xfrm>
              <a:off x="5957800" y="3261825"/>
              <a:ext cx="32425" cy="41550"/>
            </a:xfrm>
            <a:custGeom>
              <a:avLst/>
              <a:gdLst/>
              <a:ahLst/>
              <a:cxnLst/>
              <a:rect l="l" t="t" r="r" b="b"/>
              <a:pathLst>
                <a:path w="1297" h="1662" extrusionOk="0">
                  <a:moveTo>
                    <a:pt x="551" y="0"/>
                  </a:moveTo>
                  <a:cubicBezTo>
                    <a:pt x="361" y="0"/>
                    <a:pt x="189" y="146"/>
                    <a:pt x="102" y="431"/>
                  </a:cubicBezTo>
                  <a:cubicBezTo>
                    <a:pt x="0" y="781"/>
                    <a:pt x="57" y="1323"/>
                    <a:pt x="373" y="1548"/>
                  </a:cubicBezTo>
                  <a:lnTo>
                    <a:pt x="407" y="1571"/>
                  </a:lnTo>
                  <a:cubicBezTo>
                    <a:pt x="502" y="1634"/>
                    <a:pt x="590" y="1662"/>
                    <a:pt x="668" y="1662"/>
                  </a:cubicBezTo>
                  <a:cubicBezTo>
                    <a:pt x="1138" y="1662"/>
                    <a:pt x="1296" y="673"/>
                    <a:pt x="1016" y="296"/>
                  </a:cubicBezTo>
                  <a:cubicBezTo>
                    <a:pt x="874" y="98"/>
                    <a:pt x="706" y="0"/>
                    <a:pt x="551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"/>
            <p:cNvSpPr/>
            <p:nvPr/>
          </p:nvSpPr>
          <p:spPr>
            <a:xfrm>
              <a:off x="6058225" y="3403075"/>
              <a:ext cx="45450" cy="35250"/>
            </a:xfrm>
            <a:custGeom>
              <a:avLst/>
              <a:gdLst/>
              <a:ahLst/>
              <a:cxnLst/>
              <a:rect l="l" t="t" r="r" b="b"/>
              <a:pathLst>
                <a:path w="1818" h="1410" extrusionOk="0">
                  <a:moveTo>
                    <a:pt x="1349" y="1"/>
                  </a:moveTo>
                  <a:cubicBezTo>
                    <a:pt x="994" y="1"/>
                    <a:pt x="521" y="251"/>
                    <a:pt x="362" y="446"/>
                  </a:cubicBezTo>
                  <a:cubicBezTo>
                    <a:pt x="204" y="638"/>
                    <a:pt x="1" y="1055"/>
                    <a:pt x="181" y="1281"/>
                  </a:cubicBezTo>
                  <a:cubicBezTo>
                    <a:pt x="239" y="1358"/>
                    <a:pt x="337" y="1410"/>
                    <a:pt x="504" y="1410"/>
                  </a:cubicBezTo>
                  <a:cubicBezTo>
                    <a:pt x="533" y="1410"/>
                    <a:pt x="565" y="1408"/>
                    <a:pt x="599" y="1405"/>
                  </a:cubicBezTo>
                  <a:cubicBezTo>
                    <a:pt x="1050" y="1371"/>
                    <a:pt x="1817" y="897"/>
                    <a:pt x="1772" y="367"/>
                  </a:cubicBezTo>
                  <a:cubicBezTo>
                    <a:pt x="1746" y="98"/>
                    <a:pt x="1570" y="1"/>
                    <a:pt x="1349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"/>
            <p:cNvSpPr/>
            <p:nvPr/>
          </p:nvSpPr>
          <p:spPr>
            <a:xfrm>
              <a:off x="6099400" y="3415875"/>
              <a:ext cx="52500" cy="28250"/>
            </a:xfrm>
            <a:custGeom>
              <a:avLst/>
              <a:gdLst/>
              <a:ahLst/>
              <a:cxnLst/>
              <a:rect l="l" t="t" r="r" b="b"/>
              <a:pathLst>
                <a:path w="2100" h="1130" extrusionOk="0">
                  <a:moveTo>
                    <a:pt x="1502" y="0"/>
                  </a:moveTo>
                  <a:cubicBezTo>
                    <a:pt x="1060" y="0"/>
                    <a:pt x="491" y="240"/>
                    <a:pt x="328" y="453"/>
                  </a:cubicBezTo>
                  <a:cubicBezTo>
                    <a:pt x="1" y="859"/>
                    <a:pt x="407" y="1096"/>
                    <a:pt x="791" y="1130"/>
                  </a:cubicBezTo>
                  <a:cubicBezTo>
                    <a:pt x="1129" y="1119"/>
                    <a:pt x="1445" y="1028"/>
                    <a:pt x="1727" y="859"/>
                  </a:cubicBezTo>
                  <a:cubicBezTo>
                    <a:pt x="1897" y="746"/>
                    <a:pt x="2100" y="521"/>
                    <a:pt x="2043" y="306"/>
                  </a:cubicBezTo>
                  <a:cubicBezTo>
                    <a:pt x="1981" y="84"/>
                    <a:pt x="1764" y="0"/>
                    <a:pt x="1502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"/>
            <p:cNvSpPr/>
            <p:nvPr/>
          </p:nvSpPr>
          <p:spPr>
            <a:xfrm>
              <a:off x="5876550" y="3234525"/>
              <a:ext cx="60300" cy="27400"/>
            </a:xfrm>
            <a:custGeom>
              <a:avLst/>
              <a:gdLst/>
              <a:ahLst/>
              <a:cxnLst/>
              <a:rect l="l" t="t" r="r" b="b"/>
              <a:pathLst>
                <a:path w="2412" h="1096" extrusionOk="0">
                  <a:moveTo>
                    <a:pt x="1717" y="1"/>
                  </a:moveTo>
                  <a:cubicBezTo>
                    <a:pt x="1460" y="1"/>
                    <a:pt x="1186" y="63"/>
                    <a:pt x="1027" y="124"/>
                  </a:cubicBezTo>
                  <a:cubicBezTo>
                    <a:pt x="779" y="237"/>
                    <a:pt x="0" y="654"/>
                    <a:pt x="497" y="970"/>
                  </a:cubicBezTo>
                  <a:cubicBezTo>
                    <a:pt x="625" y="1053"/>
                    <a:pt x="859" y="1096"/>
                    <a:pt x="1118" y="1096"/>
                  </a:cubicBezTo>
                  <a:cubicBezTo>
                    <a:pt x="1385" y="1096"/>
                    <a:pt x="1678" y="1051"/>
                    <a:pt x="1908" y="959"/>
                  </a:cubicBezTo>
                  <a:cubicBezTo>
                    <a:pt x="2122" y="869"/>
                    <a:pt x="2280" y="745"/>
                    <a:pt x="2325" y="564"/>
                  </a:cubicBezTo>
                  <a:cubicBezTo>
                    <a:pt x="2411" y="127"/>
                    <a:pt x="2081" y="1"/>
                    <a:pt x="171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"/>
            <p:cNvSpPr/>
            <p:nvPr/>
          </p:nvSpPr>
          <p:spPr>
            <a:xfrm>
              <a:off x="6006025" y="3425425"/>
              <a:ext cx="51375" cy="24200"/>
            </a:xfrm>
            <a:custGeom>
              <a:avLst/>
              <a:gdLst/>
              <a:ahLst/>
              <a:cxnLst/>
              <a:rect l="l" t="t" r="r" b="b"/>
              <a:pathLst>
                <a:path w="2055" h="968" extrusionOk="0">
                  <a:moveTo>
                    <a:pt x="1182" y="1"/>
                  </a:moveTo>
                  <a:cubicBezTo>
                    <a:pt x="995" y="1"/>
                    <a:pt x="811" y="33"/>
                    <a:pt x="644" y="82"/>
                  </a:cubicBezTo>
                  <a:cubicBezTo>
                    <a:pt x="339" y="184"/>
                    <a:pt x="1" y="443"/>
                    <a:pt x="260" y="759"/>
                  </a:cubicBezTo>
                  <a:cubicBezTo>
                    <a:pt x="390" y="921"/>
                    <a:pt x="637" y="967"/>
                    <a:pt x="882" y="967"/>
                  </a:cubicBezTo>
                  <a:cubicBezTo>
                    <a:pt x="1065" y="967"/>
                    <a:pt x="1247" y="941"/>
                    <a:pt x="1378" y="917"/>
                  </a:cubicBezTo>
                  <a:cubicBezTo>
                    <a:pt x="1581" y="895"/>
                    <a:pt x="1795" y="883"/>
                    <a:pt x="1874" y="691"/>
                  </a:cubicBezTo>
                  <a:cubicBezTo>
                    <a:pt x="2055" y="285"/>
                    <a:pt x="1603" y="3"/>
                    <a:pt x="1265" y="3"/>
                  </a:cubicBezTo>
                  <a:cubicBezTo>
                    <a:pt x="1237" y="2"/>
                    <a:pt x="1209" y="1"/>
                    <a:pt x="1182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"/>
            <p:cNvSpPr/>
            <p:nvPr/>
          </p:nvSpPr>
          <p:spPr>
            <a:xfrm>
              <a:off x="6115500" y="3442675"/>
              <a:ext cx="50425" cy="33850"/>
            </a:xfrm>
            <a:custGeom>
              <a:avLst/>
              <a:gdLst/>
              <a:ahLst/>
              <a:cxnLst/>
              <a:rect l="l" t="t" r="r" b="b"/>
              <a:pathLst>
                <a:path w="2017" h="1354" extrusionOk="0">
                  <a:moveTo>
                    <a:pt x="1526" y="0"/>
                  </a:moveTo>
                  <a:cubicBezTo>
                    <a:pt x="1322" y="0"/>
                    <a:pt x="1081" y="65"/>
                    <a:pt x="914" y="137"/>
                  </a:cubicBezTo>
                  <a:cubicBezTo>
                    <a:pt x="643" y="250"/>
                    <a:pt x="0" y="791"/>
                    <a:pt x="215" y="1141"/>
                  </a:cubicBezTo>
                  <a:cubicBezTo>
                    <a:pt x="260" y="1209"/>
                    <a:pt x="316" y="1254"/>
                    <a:pt x="395" y="1288"/>
                  </a:cubicBezTo>
                  <a:cubicBezTo>
                    <a:pt x="486" y="1333"/>
                    <a:pt x="585" y="1353"/>
                    <a:pt x="687" y="1353"/>
                  </a:cubicBezTo>
                  <a:cubicBezTo>
                    <a:pt x="1171" y="1353"/>
                    <a:pt x="1734" y="902"/>
                    <a:pt x="1873" y="521"/>
                  </a:cubicBezTo>
                  <a:cubicBezTo>
                    <a:pt x="2017" y="123"/>
                    <a:pt x="1806" y="0"/>
                    <a:pt x="1526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"/>
            <p:cNvSpPr/>
            <p:nvPr/>
          </p:nvSpPr>
          <p:spPr>
            <a:xfrm>
              <a:off x="6014350" y="3374800"/>
              <a:ext cx="62550" cy="32000"/>
            </a:xfrm>
            <a:custGeom>
              <a:avLst/>
              <a:gdLst/>
              <a:ahLst/>
              <a:cxnLst/>
              <a:rect l="l" t="t" r="r" b="b"/>
              <a:pathLst>
                <a:path w="2502" h="1280" extrusionOk="0">
                  <a:moveTo>
                    <a:pt x="1027" y="0"/>
                  </a:moveTo>
                  <a:cubicBezTo>
                    <a:pt x="803" y="0"/>
                    <a:pt x="593" y="74"/>
                    <a:pt x="435" y="257"/>
                  </a:cubicBezTo>
                  <a:cubicBezTo>
                    <a:pt x="1" y="751"/>
                    <a:pt x="1201" y="1280"/>
                    <a:pt x="1910" y="1280"/>
                  </a:cubicBezTo>
                  <a:cubicBezTo>
                    <a:pt x="2269" y="1280"/>
                    <a:pt x="2502" y="1144"/>
                    <a:pt x="2331" y="798"/>
                  </a:cubicBezTo>
                  <a:cubicBezTo>
                    <a:pt x="2162" y="494"/>
                    <a:pt x="1891" y="257"/>
                    <a:pt x="1564" y="121"/>
                  </a:cubicBezTo>
                  <a:cubicBezTo>
                    <a:pt x="1389" y="46"/>
                    <a:pt x="1204" y="0"/>
                    <a:pt x="1027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"/>
            <p:cNvSpPr/>
            <p:nvPr/>
          </p:nvSpPr>
          <p:spPr>
            <a:xfrm>
              <a:off x="5987425" y="3292500"/>
              <a:ext cx="41375" cy="43275"/>
            </a:xfrm>
            <a:custGeom>
              <a:avLst/>
              <a:gdLst/>
              <a:ahLst/>
              <a:cxnLst/>
              <a:rect l="l" t="t" r="r" b="b"/>
              <a:pathLst>
                <a:path w="1655" h="1731" extrusionOk="0">
                  <a:moveTo>
                    <a:pt x="700" y="1"/>
                  </a:moveTo>
                  <a:cubicBezTo>
                    <a:pt x="360" y="1"/>
                    <a:pt x="66" y="269"/>
                    <a:pt x="45" y="626"/>
                  </a:cubicBezTo>
                  <a:cubicBezTo>
                    <a:pt x="0" y="1010"/>
                    <a:pt x="192" y="1642"/>
                    <a:pt x="531" y="1721"/>
                  </a:cubicBezTo>
                  <a:cubicBezTo>
                    <a:pt x="555" y="1727"/>
                    <a:pt x="580" y="1730"/>
                    <a:pt x="605" y="1730"/>
                  </a:cubicBezTo>
                  <a:cubicBezTo>
                    <a:pt x="1163" y="1730"/>
                    <a:pt x="1654" y="81"/>
                    <a:pt x="779" y="5"/>
                  </a:cubicBezTo>
                  <a:cubicBezTo>
                    <a:pt x="752" y="2"/>
                    <a:pt x="726" y="1"/>
                    <a:pt x="700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"/>
            <p:cNvSpPr/>
            <p:nvPr/>
          </p:nvSpPr>
          <p:spPr>
            <a:xfrm>
              <a:off x="6170600" y="3446650"/>
              <a:ext cx="55225" cy="36850"/>
            </a:xfrm>
            <a:custGeom>
              <a:avLst/>
              <a:gdLst/>
              <a:ahLst/>
              <a:cxnLst/>
              <a:rect l="l" t="t" r="r" b="b"/>
              <a:pathLst>
                <a:path w="2209" h="1474" extrusionOk="0">
                  <a:moveTo>
                    <a:pt x="1867" y="0"/>
                  </a:moveTo>
                  <a:cubicBezTo>
                    <a:pt x="1253" y="0"/>
                    <a:pt x="1" y="983"/>
                    <a:pt x="640" y="1400"/>
                  </a:cubicBezTo>
                  <a:cubicBezTo>
                    <a:pt x="725" y="1451"/>
                    <a:pt x="826" y="1473"/>
                    <a:pt x="934" y="1473"/>
                  </a:cubicBezTo>
                  <a:cubicBezTo>
                    <a:pt x="1228" y="1473"/>
                    <a:pt x="1566" y="1308"/>
                    <a:pt x="1723" y="1118"/>
                  </a:cubicBezTo>
                  <a:cubicBezTo>
                    <a:pt x="1904" y="914"/>
                    <a:pt x="2208" y="553"/>
                    <a:pt x="2174" y="249"/>
                  </a:cubicBezTo>
                  <a:cubicBezTo>
                    <a:pt x="2153" y="73"/>
                    <a:pt x="2033" y="0"/>
                    <a:pt x="1867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"/>
            <p:cNvSpPr/>
            <p:nvPr/>
          </p:nvSpPr>
          <p:spPr>
            <a:xfrm>
              <a:off x="6058225" y="3355400"/>
              <a:ext cx="58975" cy="30100"/>
            </a:xfrm>
            <a:custGeom>
              <a:avLst/>
              <a:gdLst/>
              <a:ahLst/>
              <a:cxnLst/>
              <a:rect l="l" t="t" r="r" b="b"/>
              <a:pathLst>
                <a:path w="2359" h="1204" extrusionOk="0">
                  <a:moveTo>
                    <a:pt x="1544" y="0"/>
                  </a:moveTo>
                  <a:cubicBezTo>
                    <a:pt x="1363" y="0"/>
                    <a:pt x="1176" y="48"/>
                    <a:pt x="1016" y="96"/>
                  </a:cubicBezTo>
                  <a:cubicBezTo>
                    <a:pt x="655" y="186"/>
                    <a:pt x="1" y="446"/>
                    <a:pt x="373" y="920"/>
                  </a:cubicBezTo>
                  <a:cubicBezTo>
                    <a:pt x="538" y="1130"/>
                    <a:pt x="776" y="1203"/>
                    <a:pt x="1026" y="1203"/>
                  </a:cubicBezTo>
                  <a:cubicBezTo>
                    <a:pt x="1219" y="1203"/>
                    <a:pt x="1421" y="1159"/>
                    <a:pt x="1603" y="1100"/>
                  </a:cubicBezTo>
                  <a:cubicBezTo>
                    <a:pt x="1671" y="1078"/>
                    <a:pt x="1750" y="1044"/>
                    <a:pt x="1806" y="1021"/>
                  </a:cubicBezTo>
                  <a:cubicBezTo>
                    <a:pt x="2325" y="784"/>
                    <a:pt x="2359" y="209"/>
                    <a:pt x="1761" y="28"/>
                  </a:cubicBezTo>
                  <a:cubicBezTo>
                    <a:pt x="1691" y="8"/>
                    <a:pt x="1618" y="0"/>
                    <a:pt x="1544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"/>
            <p:cNvSpPr/>
            <p:nvPr/>
          </p:nvSpPr>
          <p:spPr>
            <a:xfrm>
              <a:off x="6072950" y="3440150"/>
              <a:ext cx="42075" cy="34900"/>
            </a:xfrm>
            <a:custGeom>
              <a:avLst/>
              <a:gdLst/>
              <a:ahLst/>
              <a:cxnLst/>
              <a:rect l="l" t="t" r="r" b="b"/>
              <a:pathLst>
                <a:path w="1683" h="1396" extrusionOk="0">
                  <a:moveTo>
                    <a:pt x="555" y="0"/>
                  </a:moveTo>
                  <a:cubicBezTo>
                    <a:pt x="0" y="0"/>
                    <a:pt x="175" y="928"/>
                    <a:pt x="596" y="1242"/>
                  </a:cubicBezTo>
                  <a:cubicBezTo>
                    <a:pt x="735" y="1340"/>
                    <a:pt x="923" y="1395"/>
                    <a:pt x="1099" y="1395"/>
                  </a:cubicBezTo>
                  <a:cubicBezTo>
                    <a:pt x="1409" y="1395"/>
                    <a:pt x="1683" y="1224"/>
                    <a:pt x="1589" y="813"/>
                  </a:cubicBezTo>
                  <a:cubicBezTo>
                    <a:pt x="1544" y="588"/>
                    <a:pt x="1194" y="204"/>
                    <a:pt x="856" y="69"/>
                  </a:cubicBezTo>
                  <a:cubicBezTo>
                    <a:pt x="738" y="21"/>
                    <a:pt x="638" y="0"/>
                    <a:pt x="555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"/>
            <p:cNvSpPr/>
            <p:nvPr/>
          </p:nvSpPr>
          <p:spPr>
            <a:xfrm>
              <a:off x="5921625" y="3379825"/>
              <a:ext cx="46925" cy="32500"/>
            </a:xfrm>
            <a:custGeom>
              <a:avLst/>
              <a:gdLst/>
              <a:ahLst/>
              <a:cxnLst/>
              <a:rect l="l" t="t" r="r" b="b"/>
              <a:pathLst>
                <a:path w="1877" h="1300" extrusionOk="0">
                  <a:moveTo>
                    <a:pt x="1198" y="0"/>
                  </a:moveTo>
                  <a:cubicBezTo>
                    <a:pt x="1091" y="0"/>
                    <a:pt x="976" y="20"/>
                    <a:pt x="861" y="56"/>
                  </a:cubicBezTo>
                  <a:cubicBezTo>
                    <a:pt x="488" y="168"/>
                    <a:pt x="127" y="428"/>
                    <a:pt x="82" y="687"/>
                  </a:cubicBezTo>
                  <a:cubicBezTo>
                    <a:pt x="0" y="1095"/>
                    <a:pt x="385" y="1300"/>
                    <a:pt x="744" y="1300"/>
                  </a:cubicBezTo>
                  <a:cubicBezTo>
                    <a:pt x="832" y="1300"/>
                    <a:pt x="918" y="1287"/>
                    <a:pt x="996" y="1263"/>
                  </a:cubicBezTo>
                  <a:cubicBezTo>
                    <a:pt x="1323" y="1161"/>
                    <a:pt x="1876" y="507"/>
                    <a:pt x="1594" y="157"/>
                  </a:cubicBezTo>
                  <a:cubicBezTo>
                    <a:pt x="1505" y="47"/>
                    <a:pt x="1362" y="0"/>
                    <a:pt x="1198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"/>
            <p:cNvSpPr/>
            <p:nvPr/>
          </p:nvSpPr>
          <p:spPr>
            <a:xfrm>
              <a:off x="5932400" y="3304900"/>
              <a:ext cx="52750" cy="25650"/>
            </a:xfrm>
            <a:custGeom>
              <a:avLst/>
              <a:gdLst/>
              <a:ahLst/>
              <a:cxnLst/>
              <a:rect l="l" t="t" r="r" b="b"/>
              <a:pathLst>
                <a:path w="2110" h="1026" extrusionOk="0">
                  <a:moveTo>
                    <a:pt x="1279" y="0"/>
                  </a:moveTo>
                  <a:cubicBezTo>
                    <a:pt x="1245" y="0"/>
                    <a:pt x="1210" y="2"/>
                    <a:pt x="1174" y="6"/>
                  </a:cubicBezTo>
                  <a:cubicBezTo>
                    <a:pt x="1028" y="17"/>
                    <a:pt x="870" y="51"/>
                    <a:pt x="723" y="96"/>
                  </a:cubicBezTo>
                  <a:cubicBezTo>
                    <a:pt x="373" y="198"/>
                    <a:pt x="1" y="389"/>
                    <a:pt x="46" y="705"/>
                  </a:cubicBezTo>
                  <a:cubicBezTo>
                    <a:pt x="74" y="946"/>
                    <a:pt x="373" y="1026"/>
                    <a:pt x="700" y="1026"/>
                  </a:cubicBezTo>
                  <a:cubicBezTo>
                    <a:pt x="1033" y="1026"/>
                    <a:pt x="1393" y="943"/>
                    <a:pt x="1524" y="863"/>
                  </a:cubicBezTo>
                  <a:cubicBezTo>
                    <a:pt x="2110" y="512"/>
                    <a:pt x="1841" y="0"/>
                    <a:pt x="1279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"/>
            <p:cNvSpPr/>
            <p:nvPr/>
          </p:nvSpPr>
          <p:spPr>
            <a:xfrm>
              <a:off x="6153300" y="3461600"/>
              <a:ext cx="33025" cy="41675"/>
            </a:xfrm>
            <a:custGeom>
              <a:avLst/>
              <a:gdLst/>
              <a:ahLst/>
              <a:cxnLst/>
              <a:rect l="l" t="t" r="r" b="b"/>
              <a:pathLst>
                <a:path w="1321" h="1667" extrusionOk="0">
                  <a:moveTo>
                    <a:pt x="599" y="1"/>
                  </a:moveTo>
                  <a:cubicBezTo>
                    <a:pt x="506" y="1"/>
                    <a:pt x="407" y="41"/>
                    <a:pt x="305" y="136"/>
                  </a:cubicBezTo>
                  <a:lnTo>
                    <a:pt x="271" y="158"/>
                  </a:lnTo>
                  <a:cubicBezTo>
                    <a:pt x="0" y="441"/>
                    <a:pt x="23" y="971"/>
                    <a:pt x="181" y="1298"/>
                  </a:cubicBezTo>
                  <a:cubicBezTo>
                    <a:pt x="299" y="1545"/>
                    <a:pt x="467" y="1666"/>
                    <a:pt x="636" y="1666"/>
                  </a:cubicBezTo>
                  <a:cubicBezTo>
                    <a:pt x="808" y="1666"/>
                    <a:pt x="981" y="1542"/>
                    <a:pt x="1106" y="1298"/>
                  </a:cubicBezTo>
                  <a:cubicBezTo>
                    <a:pt x="1320" y="907"/>
                    <a:pt x="1035" y="1"/>
                    <a:pt x="599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"/>
            <p:cNvSpPr/>
            <p:nvPr/>
          </p:nvSpPr>
          <p:spPr>
            <a:xfrm>
              <a:off x="5971050" y="3397850"/>
              <a:ext cx="62625" cy="26100"/>
            </a:xfrm>
            <a:custGeom>
              <a:avLst/>
              <a:gdLst/>
              <a:ahLst/>
              <a:cxnLst/>
              <a:rect l="l" t="t" r="r" b="b"/>
              <a:pathLst>
                <a:path w="2505" h="1044" extrusionOk="0">
                  <a:moveTo>
                    <a:pt x="1417" y="1"/>
                  </a:moveTo>
                  <a:cubicBezTo>
                    <a:pt x="1020" y="1"/>
                    <a:pt x="605" y="101"/>
                    <a:pt x="441" y="249"/>
                  </a:cubicBezTo>
                  <a:cubicBezTo>
                    <a:pt x="1" y="632"/>
                    <a:pt x="824" y="937"/>
                    <a:pt x="1095" y="1005"/>
                  </a:cubicBezTo>
                  <a:cubicBezTo>
                    <a:pt x="1199" y="1028"/>
                    <a:pt x="1345" y="1044"/>
                    <a:pt x="1501" y="1044"/>
                  </a:cubicBezTo>
                  <a:cubicBezTo>
                    <a:pt x="1960" y="1044"/>
                    <a:pt x="2505" y="903"/>
                    <a:pt x="2303" y="373"/>
                  </a:cubicBezTo>
                  <a:cubicBezTo>
                    <a:pt x="2246" y="203"/>
                    <a:pt x="2066" y="102"/>
                    <a:pt x="1840" y="45"/>
                  </a:cubicBezTo>
                  <a:cubicBezTo>
                    <a:pt x="1711" y="15"/>
                    <a:pt x="1565" y="1"/>
                    <a:pt x="141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"/>
            <p:cNvSpPr/>
            <p:nvPr/>
          </p:nvSpPr>
          <p:spPr>
            <a:xfrm>
              <a:off x="5935775" y="3337625"/>
              <a:ext cx="47725" cy="39275"/>
            </a:xfrm>
            <a:custGeom>
              <a:avLst/>
              <a:gdLst/>
              <a:ahLst/>
              <a:cxnLst/>
              <a:rect l="l" t="t" r="r" b="b"/>
              <a:pathLst>
                <a:path w="1909" h="1571" extrusionOk="0">
                  <a:moveTo>
                    <a:pt x="1448" y="1"/>
                  </a:moveTo>
                  <a:cubicBezTo>
                    <a:pt x="1123" y="1"/>
                    <a:pt x="665" y="351"/>
                    <a:pt x="532" y="547"/>
                  </a:cubicBezTo>
                  <a:cubicBezTo>
                    <a:pt x="286" y="867"/>
                    <a:pt x="1" y="1570"/>
                    <a:pt x="580" y="1570"/>
                  </a:cubicBezTo>
                  <a:cubicBezTo>
                    <a:pt x="613" y="1570"/>
                    <a:pt x="650" y="1568"/>
                    <a:pt x="689" y="1563"/>
                  </a:cubicBezTo>
                  <a:cubicBezTo>
                    <a:pt x="1175" y="1495"/>
                    <a:pt x="1908" y="863"/>
                    <a:pt x="1773" y="299"/>
                  </a:cubicBezTo>
                  <a:cubicBezTo>
                    <a:pt x="1761" y="209"/>
                    <a:pt x="1716" y="141"/>
                    <a:pt x="1671" y="85"/>
                  </a:cubicBezTo>
                  <a:cubicBezTo>
                    <a:pt x="1612" y="25"/>
                    <a:pt x="1535" y="1"/>
                    <a:pt x="1448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"/>
            <p:cNvSpPr/>
            <p:nvPr/>
          </p:nvSpPr>
          <p:spPr>
            <a:xfrm>
              <a:off x="5967675" y="3359475"/>
              <a:ext cx="43975" cy="42500"/>
            </a:xfrm>
            <a:custGeom>
              <a:avLst/>
              <a:gdLst/>
              <a:ahLst/>
              <a:cxnLst/>
              <a:rect l="l" t="t" r="r" b="b"/>
              <a:pathLst>
                <a:path w="1759" h="1700" extrusionOk="0">
                  <a:moveTo>
                    <a:pt x="521" y="0"/>
                  </a:moveTo>
                  <a:cubicBezTo>
                    <a:pt x="482" y="0"/>
                    <a:pt x="444" y="8"/>
                    <a:pt x="407" y="23"/>
                  </a:cubicBezTo>
                  <a:cubicBezTo>
                    <a:pt x="91" y="159"/>
                    <a:pt x="0" y="813"/>
                    <a:pt x="102" y="1185"/>
                  </a:cubicBezTo>
                  <a:cubicBezTo>
                    <a:pt x="167" y="1493"/>
                    <a:pt x="432" y="1700"/>
                    <a:pt x="731" y="1700"/>
                  </a:cubicBezTo>
                  <a:cubicBezTo>
                    <a:pt x="795" y="1700"/>
                    <a:pt x="860" y="1691"/>
                    <a:pt x="926" y="1671"/>
                  </a:cubicBezTo>
                  <a:cubicBezTo>
                    <a:pt x="1758" y="1470"/>
                    <a:pt x="1075" y="0"/>
                    <a:pt x="521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"/>
            <p:cNvSpPr/>
            <p:nvPr/>
          </p:nvSpPr>
          <p:spPr>
            <a:xfrm>
              <a:off x="5974275" y="3343250"/>
              <a:ext cx="55900" cy="33400"/>
            </a:xfrm>
            <a:custGeom>
              <a:avLst/>
              <a:gdLst/>
              <a:ahLst/>
              <a:cxnLst/>
              <a:rect l="l" t="t" r="r" b="b"/>
              <a:pathLst>
                <a:path w="2236" h="1336" extrusionOk="0">
                  <a:moveTo>
                    <a:pt x="939" y="1"/>
                  </a:moveTo>
                  <a:cubicBezTo>
                    <a:pt x="786" y="1"/>
                    <a:pt x="642" y="38"/>
                    <a:pt x="537" y="131"/>
                  </a:cubicBezTo>
                  <a:cubicBezTo>
                    <a:pt x="1" y="608"/>
                    <a:pt x="1208" y="1335"/>
                    <a:pt x="1855" y="1335"/>
                  </a:cubicBezTo>
                  <a:cubicBezTo>
                    <a:pt x="2079" y="1335"/>
                    <a:pt x="2236" y="1248"/>
                    <a:pt x="2230" y="1033"/>
                  </a:cubicBezTo>
                  <a:cubicBezTo>
                    <a:pt x="2219" y="729"/>
                    <a:pt x="1858" y="424"/>
                    <a:pt x="1643" y="243"/>
                  </a:cubicBezTo>
                  <a:cubicBezTo>
                    <a:pt x="1480" y="109"/>
                    <a:pt x="1197" y="1"/>
                    <a:pt x="939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"/>
            <p:cNvSpPr/>
            <p:nvPr/>
          </p:nvSpPr>
          <p:spPr>
            <a:xfrm>
              <a:off x="5736625" y="3413625"/>
              <a:ext cx="15375" cy="12850"/>
            </a:xfrm>
            <a:custGeom>
              <a:avLst/>
              <a:gdLst/>
              <a:ahLst/>
              <a:cxnLst/>
              <a:rect l="l" t="t" r="r" b="b"/>
              <a:pathLst>
                <a:path w="615" h="514" extrusionOk="0">
                  <a:moveTo>
                    <a:pt x="339" y="0"/>
                  </a:moveTo>
                  <a:cubicBezTo>
                    <a:pt x="331" y="0"/>
                    <a:pt x="324" y="1"/>
                    <a:pt x="316" y="1"/>
                  </a:cubicBezTo>
                  <a:cubicBezTo>
                    <a:pt x="91" y="12"/>
                    <a:pt x="1" y="306"/>
                    <a:pt x="170" y="453"/>
                  </a:cubicBezTo>
                  <a:cubicBezTo>
                    <a:pt x="222" y="495"/>
                    <a:pt x="281" y="514"/>
                    <a:pt x="339" y="514"/>
                  </a:cubicBezTo>
                  <a:cubicBezTo>
                    <a:pt x="482" y="514"/>
                    <a:pt x="615" y="399"/>
                    <a:pt x="599" y="238"/>
                  </a:cubicBezTo>
                  <a:cubicBezTo>
                    <a:pt x="588" y="99"/>
                    <a:pt x="475" y="0"/>
                    <a:pt x="339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"/>
            <p:cNvSpPr/>
            <p:nvPr/>
          </p:nvSpPr>
          <p:spPr>
            <a:xfrm>
              <a:off x="5742100" y="3462450"/>
              <a:ext cx="13750" cy="12975"/>
            </a:xfrm>
            <a:custGeom>
              <a:avLst/>
              <a:gdLst/>
              <a:ahLst/>
              <a:cxnLst/>
              <a:rect l="l" t="t" r="r" b="b"/>
              <a:pathLst>
                <a:path w="550" h="519" extrusionOk="0">
                  <a:moveTo>
                    <a:pt x="275" y="1"/>
                  </a:moveTo>
                  <a:cubicBezTo>
                    <a:pt x="137" y="1"/>
                    <a:pt x="1" y="98"/>
                    <a:pt x="18" y="282"/>
                  </a:cubicBezTo>
                  <a:cubicBezTo>
                    <a:pt x="29" y="442"/>
                    <a:pt x="150" y="519"/>
                    <a:pt x="273" y="519"/>
                  </a:cubicBezTo>
                  <a:cubicBezTo>
                    <a:pt x="410" y="519"/>
                    <a:pt x="549" y="422"/>
                    <a:pt x="538" y="237"/>
                  </a:cubicBezTo>
                  <a:cubicBezTo>
                    <a:pt x="522" y="78"/>
                    <a:pt x="398" y="1"/>
                    <a:pt x="275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"/>
            <p:cNvSpPr/>
            <p:nvPr/>
          </p:nvSpPr>
          <p:spPr>
            <a:xfrm>
              <a:off x="5762850" y="3436200"/>
              <a:ext cx="15475" cy="12850"/>
            </a:xfrm>
            <a:custGeom>
              <a:avLst/>
              <a:gdLst/>
              <a:ahLst/>
              <a:cxnLst/>
              <a:rect l="l" t="t" r="r" b="b"/>
              <a:pathLst>
                <a:path w="619" h="514" extrusionOk="0">
                  <a:moveTo>
                    <a:pt x="349" y="0"/>
                  </a:moveTo>
                  <a:cubicBezTo>
                    <a:pt x="342" y="0"/>
                    <a:pt x="335" y="0"/>
                    <a:pt x="328" y="1"/>
                  </a:cubicBezTo>
                  <a:cubicBezTo>
                    <a:pt x="91" y="24"/>
                    <a:pt x="1" y="306"/>
                    <a:pt x="181" y="452"/>
                  </a:cubicBezTo>
                  <a:cubicBezTo>
                    <a:pt x="230" y="495"/>
                    <a:pt x="288" y="513"/>
                    <a:pt x="344" y="513"/>
                  </a:cubicBezTo>
                  <a:cubicBezTo>
                    <a:pt x="483" y="513"/>
                    <a:pt x="618" y="399"/>
                    <a:pt x="610" y="238"/>
                  </a:cubicBezTo>
                  <a:cubicBezTo>
                    <a:pt x="589" y="99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"/>
            <p:cNvSpPr/>
            <p:nvPr/>
          </p:nvSpPr>
          <p:spPr>
            <a:xfrm>
              <a:off x="5780325" y="3533250"/>
              <a:ext cx="13600" cy="12850"/>
            </a:xfrm>
            <a:custGeom>
              <a:avLst/>
              <a:gdLst/>
              <a:ahLst/>
              <a:cxnLst/>
              <a:rect l="l" t="t" r="r" b="b"/>
              <a:pathLst>
                <a:path w="544" h="514" extrusionOk="0">
                  <a:moveTo>
                    <a:pt x="275" y="0"/>
                  </a:moveTo>
                  <a:cubicBezTo>
                    <a:pt x="138" y="0"/>
                    <a:pt x="1" y="94"/>
                    <a:pt x="13" y="272"/>
                  </a:cubicBezTo>
                  <a:cubicBezTo>
                    <a:pt x="29" y="436"/>
                    <a:pt x="150" y="514"/>
                    <a:pt x="271" y="514"/>
                  </a:cubicBezTo>
                  <a:cubicBezTo>
                    <a:pt x="408" y="514"/>
                    <a:pt x="544" y="417"/>
                    <a:pt x="532" y="238"/>
                  </a:cubicBezTo>
                  <a:cubicBezTo>
                    <a:pt x="521" y="77"/>
                    <a:pt x="398" y="0"/>
                    <a:pt x="275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"/>
            <p:cNvSpPr/>
            <p:nvPr/>
          </p:nvSpPr>
          <p:spPr>
            <a:xfrm>
              <a:off x="5943400" y="3545075"/>
              <a:ext cx="15475" cy="13150"/>
            </a:xfrm>
            <a:custGeom>
              <a:avLst/>
              <a:gdLst/>
              <a:ahLst/>
              <a:cxnLst/>
              <a:rect l="l" t="t" r="r" b="b"/>
              <a:pathLst>
                <a:path w="619" h="526" extrusionOk="0">
                  <a:moveTo>
                    <a:pt x="347" y="1"/>
                  </a:moveTo>
                  <a:cubicBezTo>
                    <a:pt x="341" y="1"/>
                    <a:pt x="334" y="1"/>
                    <a:pt x="328" y="2"/>
                  </a:cubicBezTo>
                  <a:cubicBezTo>
                    <a:pt x="91" y="24"/>
                    <a:pt x="1" y="318"/>
                    <a:pt x="181" y="464"/>
                  </a:cubicBezTo>
                  <a:cubicBezTo>
                    <a:pt x="233" y="506"/>
                    <a:pt x="291" y="525"/>
                    <a:pt x="348" y="525"/>
                  </a:cubicBezTo>
                  <a:cubicBezTo>
                    <a:pt x="488" y="525"/>
                    <a:pt x="618" y="408"/>
                    <a:pt x="610" y="239"/>
                  </a:cubicBezTo>
                  <a:cubicBezTo>
                    <a:pt x="599" y="109"/>
                    <a:pt x="476" y="1"/>
                    <a:pt x="347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"/>
            <p:cNvSpPr/>
            <p:nvPr/>
          </p:nvSpPr>
          <p:spPr>
            <a:xfrm>
              <a:off x="6113700" y="3630550"/>
              <a:ext cx="15925" cy="13050"/>
            </a:xfrm>
            <a:custGeom>
              <a:avLst/>
              <a:gdLst/>
              <a:ahLst/>
              <a:cxnLst/>
              <a:rect l="l" t="t" r="r" b="b"/>
              <a:pathLst>
                <a:path w="637" h="522" extrusionOk="0">
                  <a:moveTo>
                    <a:pt x="364" y="1"/>
                  </a:moveTo>
                  <a:cubicBezTo>
                    <a:pt x="357" y="1"/>
                    <a:pt x="350" y="1"/>
                    <a:pt x="343" y="2"/>
                  </a:cubicBezTo>
                  <a:cubicBezTo>
                    <a:pt x="1" y="24"/>
                    <a:pt x="37" y="522"/>
                    <a:pt x="356" y="522"/>
                  </a:cubicBezTo>
                  <a:cubicBezTo>
                    <a:pt x="363" y="522"/>
                    <a:pt x="370" y="521"/>
                    <a:pt x="377" y="521"/>
                  </a:cubicBezTo>
                  <a:cubicBezTo>
                    <a:pt x="524" y="510"/>
                    <a:pt x="636" y="374"/>
                    <a:pt x="614" y="239"/>
                  </a:cubicBezTo>
                  <a:cubicBezTo>
                    <a:pt x="603" y="99"/>
                    <a:pt x="491" y="1"/>
                    <a:pt x="364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"/>
            <p:cNvSpPr/>
            <p:nvPr/>
          </p:nvSpPr>
          <p:spPr>
            <a:xfrm>
              <a:off x="6136075" y="3595850"/>
              <a:ext cx="15400" cy="13150"/>
            </a:xfrm>
            <a:custGeom>
              <a:avLst/>
              <a:gdLst/>
              <a:ahLst/>
              <a:cxnLst/>
              <a:rect l="l" t="t" r="r" b="b"/>
              <a:pathLst>
                <a:path w="616" h="526" extrusionOk="0">
                  <a:moveTo>
                    <a:pt x="339" y="1"/>
                  </a:moveTo>
                  <a:cubicBezTo>
                    <a:pt x="332" y="1"/>
                    <a:pt x="324" y="1"/>
                    <a:pt x="317" y="2"/>
                  </a:cubicBezTo>
                  <a:cubicBezTo>
                    <a:pt x="91" y="24"/>
                    <a:pt x="1" y="318"/>
                    <a:pt x="170" y="464"/>
                  </a:cubicBezTo>
                  <a:cubicBezTo>
                    <a:pt x="222" y="506"/>
                    <a:pt x="281" y="525"/>
                    <a:pt x="338" y="525"/>
                  </a:cubicBezTo>
                  <a:cubicBezTo>
                    <a:pt x="482" y="525"/>
                    <a:pt x="615" y="408"/>
                    <a:pt x="599" y="239"/>
                  </a:cubicBezTo>
                  <a:cubicBezTo>
                    <a:pt x="588" y="99"/>
                    <a:pt x="476" y="1"/>
                    <a:pt x="339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"/>
            <p:cNvSpPr/>
            <p:nvPr/>
          </p:nvSpPr>
          <p:spPr>
            <a:xfrm>
              <a:off x="5784875" y="3213075"/>
              <a:ext cx="399750" cy="197775"/>
            </a:xfrm>
            <a:custGeom>
              <a:avLst/>
              <a:gdLst/>
              <a:ahLst/>
              <a:cxnLst/>
              <a:rect l="l" t="t" r="r" b="b"/>
              <a:pathLst>
                <a:path w="15990" h="7911" extrusionOk="0">
                  <a:moveTo>
                    <a:pt x="7709" y="1"/>
                  </a:moveTo>
                  <a:cubicBezTo>
                    <a:pt x="7195" y="1"/>
                    <a:pt x="6680" y="51"/>
                    <a:pt x="6173" y="158"/>
                  </a:cubicBezTo>
                  <a:cubicBezTo>
                    <a:pt x="5281" y="339"/>
                    <a:pt x="4615" y="1050"/>
                    <a:pt x="3690" y="1208"/>
                  </a:cubicBezTo>
                  <a:cubicBezTo>
                    <a:pt x="2505" y="1411"/>
                    <a:pt x="1490" y="1162"/>
                    <a:pt x="688" y="2189"/>
                  </a:cubicBezTo>
                  <a:cubicBezTo>
                    <a:pt x="643" y="2268"/>
                    <a:pt x="587" y="2336"/>
                    <a:pt x="542" y="2404"/>
                  </a:cubicBezTo>
                  <a:cubicBezTo>
                    <a:pt x="0" y="3273"/>
                    <a:pt x="90" y="4288"/>
                    <a:pt x="587" y="5202"/>
                  </a:cubicBezTo>
                  <a:cubicBezTo>
                    <a:pt x="1208" y="6353"/>
                    <a:pt x="2223" y="7256"/>
                    <a:pt x="3352" y="7910"/>
                  </a:cubicBezTo>
                  <a:cubicBezTo>
                    <a:pt x="3306" y="7798"/>
                    <a:pt x="3261" y="7696"/>
                    <a:pt x="3216" y="7594"/>
                  </a:cubicBezTo>
                  <a:cubicBezTo>
                    <a:pt x="2099" y="5328"/>
                    <a:pt x="3600" y="4206"/>
                    <a:pt x="5504" y="4206"/>
                  </a:cubicBezTo>
                  <a:cubicBezTo>
                    <a:pt x="6255" y="4206"/>
                    <a:pt x="7068" y="4380"/>
                    <a:pt x="7809" y="4728"/>
                  </a:cubicBezTo>
                  <a:cubicBezTo>
                    <a:pt x="8751" y="5199"/>
                    <a:pt x="10213" y="6395"/>
                    <a:pt x="11465" y="6395"/>
                  </a:cubicBezTo>
                  <a:cubicBezTo>
                    <a:pt x="11712" y="6395"/>
                    <a:pt x="11951" y="6348"/>
                    <a:pt x="12176" y="6240"/>
                  </a:cubicBezTo>
                  <a:cubicBezTo>
                    <a:pt x="13225" y="5721"/>
                    <a:pt x="13236" y="4412"/>
                    <a:pt x="14399" y="3882"/>
                  </a:cubicBezTo>
                  <a:cubicBezTo>
                    <a:pt x="14818" y="3691"/>
                    <a:pt x="15277" y="3589"/>
                    <a:pt x="15736" y="3589"/>
                  </a:cubicBezTo>
                  <a:cubicBezTo>
                    <a:pt x="15821" y="3589"/>
                    <a:pt x="15905" y="3593"/>
                    <a:pt x="15990" y="3600"/>
                  </a:cubicBezTo>
                  <a:cubicBezTo>
                    <a:pt x="15651" y="2979"/>
                    <a:pt x="14963" y="2517"/>
                    <a:pt x="14342" y="2189"/>
                  </a:cubicBezTo>
                  <a:cubicBezTo>
                    <a:pt x="13394" y="1670"/>
                    <a:pt x="12266" y="1219"/>
                    <a:pt x="11262" y="779"/>
                  </a:cubicBezTo>
                  <a:cubicBezTo>
                    <a:pt x="10150" y="286"/>
                    <a:pt x="8931" y="1"/>
                    <a:pt x="77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"/>
            <p:cNvSpPr/>
            <p:nvPr/>
          </p:nvSpPr>
          <p:spPr>
            <a:xfrm>
              <a:off x="4117350" y="3379275"/>
              <a:ext cx="446025" cy="172400"/>
            </a:xfrm>
            <a:custGeom>
              <a:avLst/>
              <a:gdLst/>
              <a:ahLst/>
              <a:cxnLst/>
              <a:rect l="l" t="t" r="r" b="b"/>
              <a:pathLst>
                <a:path w="17841" h="6896" extrusionOk="0">
                  <a:moveTo>
                    <a:pt x="10233" y="0"/>
                  </a:moveTo>
                  <a:cubicBezTo>
                    <a:pt x="6343" y="0"/>
                    <a:pt x="2283" y="1270"/>
                    <a:pt x="0" y="4399"/>
                  </a:cubicBezTo>
                  <a:cubicBezTo>
                    <a:pt x="2373" y="6101"/>
                    <a:pt x="4940" y="6896"/>
                    <a:pt x="7468" y="6896"/>
                  </a:cubicBezTo>
                  <a:cubicBezTo>
                    <a:pt x="11277" y="6896"/>
                    <a:pt x="14999" y="5093"/>
                    <a:pt x="17840" y="1872"/>
                  </a:cubicBezTo>
                  <a:cubicBezTo>
                    <a:pt x="15937" y="706"/>
                    <a:pt x="13133" y="0"/>
                    <a:pt x="10233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"/>
            <p:cNvSpPr/>
            <p:nvPr/>
          </p:nvSpPr>
          <p:spPr>
            <a:xfrm>
              <a:off x="4030725" y="3411675"/>
              <a:ext cx="519675" cy="122175"/>
            </a:xfrm>
            <a:custGeom>
              <a:avLst/>
              <a:gdLst/>
              <a:ahLst/>
              <a:cxnLst/>
              <a:rect l="l" t="t" r="r" b="b"/>
              <a:pathLst>
                <a:path w="20787" h="4887" extrusionOk="0">
                  <a:moveTo>
                    <a:pt x="17198" y="0"/>
                  </a:moveTo>
                  <a:cubicBezTo>
                    <a:pt x="16747" y="440"/>
                    <a:pt x="16329" y="914"/>
                    <a:pt x="15945" y="1399"/>
                  </a:cubicBezTo>
                  <a:lnTo>
                    <a:pt x="14253" y="1659"/>
                  </a:lnTo>
                  <a:cubicBezTo>
                    <a:pt x="14038" y="1704"/>
                    <a:pt x="13824" y="1738"/>
                    <a:pt x="13610" y="1761"/>
                  </a:cubicBezTo>
                  <a:lnTo>
                    <a:pt x="13531" y="1682"/>
                  </a:lnTo>
                  <a:cubicBezTo>
                    <a:pt x="14027" y="1162"/>
                    <a:pt x="14479" y="610"/>
                    <a:pt x="14907" y="34"/>
                  </a:cubicBezTo>
                  <a:lnTo>
                    <a:pt x="14907" y="34"/>
                  </a:lnTo>
                  <a:cubicBezTo>
                    <a:pt x="14321" y="519"/>
                    <a:pt x="13768" y="1038"/>
                    <a:pt x="13249" y="1580"/>
                  </a:cubicBezTo>
                  <a:cubicBezTo>
                    <a:pt x="13203" y="1636"/>
                    <a:pt x="13203" y="1704"/>
                    <a:pt x="13249" y="1761"/>
                  </a:cubicBezTo>
                  <a:lnTo>
                    <a:pt x="13294" y="1817"/>
                  </a:lnTo>
                  <a:cubicBezTo>
                    <a:pt x="12989" y="1862"/>
                    <a:pt x="12684" y="1907"/>
                    <a:pt x="12380" y="1941"/>
                  </a:cubicBezTo>
                  <a:lnTo>
                    <a:pt x="11251" y="2099"/>
                  </a:lnTo>
                  <a:cubicBezTo>
                    <a:pt x="11353" y="1975"/>
                    <a:pt x="11443" y="1862"/>
                    <a:pt x="11545" y="1738"/>
                  </a:cubicBezTo>
                  <a:cubicBezTo>
                    <a:pt x="11691" y="1580"/>
                    <a:pt x="11838" y="1411"/>
                    <a:pt x="11973" y="1230"/>
                  </a:cubicBezTo>
                  <a:cubicBezTo>
                    <a:pt x="12109" y="1061"/>
                    <a:pt x="12244" y="880"/>
                    <a:pt x="12357" y="689"/>
                  </a:cubicBezTo>
                  <a:cubicBezTo>
                    <a:pt x="12414" y="587"/>
                    <a:pt x="12470" y="485"/>
                    <a:pt x="12515" y="384"/>
                  </a:cubicBezTo>
                  <a:cubicBezTo>
                    <a:pt x="12572" y="282"/>
                    <a:pt x="12594" y="181"/>
                    <a:pt x="12628" y="68"/>
                  </a:cubicBezTo>
                  <a:lnTo>
                    <a:pt x="12628" y="68"/>
                  </a:lnTo>
                  <a:lnTo>
                    <a:pt x="12459" y="350"/>
                  </a:lnTo>
                  <a:cubicBezTo>
                    <a:pt x="12391" y="440"/>
                    <a:pt x="12323" y="531"/>
                    <a:pt x="12256" y="610"/>
                  </a:cubicBezTo>
                  <a:cubicBezTo>
                    <a:pt x="12188" y="700"/>
                    <a:pt x="12120" y="779"/>
                    <a:pt x="12041" y="858"/>
                  </a:cubicBezTo>
                  <a:lnTo>
                    <a:pt x="11815" y="1095"/>
                  </a:lnTo>
                  <a:cubicBezTo>
                    <a:pt x="11669" y="1253"/>
                    <a:pt x="11511" y="1411"/>
                    <a:pt x="11353" y="1569"/>
                  </a:cubicBezTo>
                  <a:cubicBezTo>
                    <a:pt x="11195" y="1727"/>
                    <a:pt x="11048" y="1896"/>
                    <a:pt x="10913" y="2077"/>
                  </a:cubicBezTo>
                  <a:cubicBezTo>
                    <a:pt x="10901" y="2099"/>
                    <a:pt x="10890" y="2122"/>
                    <a:pt x="10890" y="2144"/>
                  </a:cubicBezTo>
                  <a:lnTo>
                    <a:pt x="10439" y="2201"/>
                  </a:lnTo>
                  <a:lnTo>
                    <a:pt x="9378" y="2347"/>
                  </a:lnTo>
                  <a:cubicBezTo>
                    <a:pt x="9762" y="1772"/>
                    <a:pt x="10123" y="1185"/>
                    <a:pt x="10450" y="576"/>
                  </a:cubicBezTo>
                  <a:lnTo>
                    <a:pt x="10450" y="576"/>
                  </a:lnTo>
                  <a:cubicBezTo>
                    <a:pt x="9942" y="1151"/>
                    <a:pt x="9457" y="1761"/>
                    <a:pt x="9017" y="2392"/>
                  </a:cubicBezTo>
                  <a:cubicBezTo>
                    <a:pt x="8193" y="2494"/>
                    <a:pt x="7381" y="2607"/>
                    <a:pt x="6602" y="2686"/>
                  </a:cubicBezTo>
                  <a:lnTo>
                    <a:pt x="6580" y="2686"/>
                  </a:lnTo>
                  <a:cubicBezTo>
                    <a:pt x="6839" y="2449"/>
                    <a:pt x="7110" y="2212"/>
                    <a:pt x="7358" y="1975"/>
                  </a:cubicBezTo>
                  <a:cubicBezTo>
                    <a:pt x="7640" y="1659"/>
                    <a:pt x="7922" y="1332"/>
                    <a:pt x="8193" y="982"/>
                  </a:cubicBezTo>
                  <a:lnTo>
                    <a:pt x="8193" y="982"/>
                  </a:lnTo>
                  <a:cubicBezTo>
                    <a:pt x="7855" y="1253"/>
                    <a:pt x="7527" y="1524"/>
                    <a:pt x="7212" y="1817"/>
                  </a:cubicBezTo>
                  <a:cubicBezTo>
                    <a:pt x="6873" y="2077"/>
                    <a:pt x="6546" y="2347"/>
                    <a:pt x="6230" y="2629"/>
                  </a:cubicBezTo>
                  <a:cubicBezTo>
                    <a:pt x="6207" y="2652"/>
                    <a:pt x="6185" y="2686"/>
                    <a:pt x="6185" y="2731"/>
                  </a:cubicBezTo>
                  <a:lnTo>
                    <a:pt x="3262" y="3081"/>
                  </a:lnTo>
                  <a:cubicBezTo>
                    <a:pt x="1310" y="3329"/>
                    <a:pt x="1" y="3510"/>
                    <a:pt x="1" y="3510"/>
                  </a:cubicBezTo>
                  <a:cubicBezTo>
                    <a:pt x="1" y="3510"/>
                    <a:pt x="1321" y="3419"/>
                    <a:pt x="3285" y="3239"/>
                  </a:cubicBezTo>
                  <a:cubicBezTo>
                    <a:pt x="4187" y="3160"/>
                    <a:pt x="5225" y="3070"/>
                    <a:pt x="6343" y="2957"/>
                  </a:cubicBezTo>
                  <a:cubicBezTo>
                    <a:pt x="6647" y="3273"/>
                    <a:pt x="6952" y="3600"/>
                    <a:pt x="7257" y="3916"/>
                  </a:cubicBezTo>
                  <a:cubicBezTo>
                    <a:pt x="7437" y="4085"/>
                    <a:pt x="7629" y="4266"/>
                    <a:pt x="7810" y="4435"/>
                  </a:cubicBezTo>
                  <a:cubicBezTo>
                    <a:pt x="8013" y="4582"/>
                    <a:pt x="8216" y="4740"/>
                    <a:pt x="8419" y="4886"/>
                  </a:cubicBezTo>
                  <a:cubicBezTo>
                    <a:pt x="8261" y="4683"/>
                    <a:pt x="8080" y="4514"/>
                    <a:pt x="7922" y="4322"/>
                  </a:cubicBezTo>
                  <a:cubicBezTo>
                    <a:pt x="7753" y="4142"/>
                    <a:pt x="7595" y="3950"/>
                    <a:pt x="7426" y="3758"/>
                  </a:cubicBezTo>
                  <a:cubicBezTo>
                    <a:pt x="7189" y="3476"/>
                    <a:pt x="6941" y="3194"/>
                    <a:pt x="6681" y="2912"/>
                  </a:cubicBezTo>
                  <a:cubicBezTo>
                    <a:pt x="7381" y="2844"/>
                    <a:pt x="8114" y="2754"/>
                    <a:pt x="8848" y="2663"/>
                  </a:cubicBezTo>
                  <a:cubicBezTo>
                    <a:pt x="8848" y="2708"/>
                    <a:pt x="8859" y="2742"/>
                    <a:pt x="8893" y="2765"/>
                  </a:cubicBezTo>
                  <a:lnTo>
                    <a:pt x="9423" y="3250"/>
                  </a:lnTo>
                  <a:cubicBezTo>
                    <a:pt x="9604" y="3397"/>
                    <a:pt x="9796" y="3543"/>
                    <a:pt x="9987" y="3679"/>
                  </a:cubicBezTo>
                  <a:cubicBezTo>
                    <a:pt x="10168" y="3803"/>
                    <a:pt x="10360" y="3961"/>
                    <a:pt x="10552" y="4085"/>
                  </a:cubicBezTo>
                  <a:cubicBezTo>
                    <a:pt x="10732" y="4209"/>
                    <a:pt x="10924" y="4367"/>
                    <a:pt x="11116" y="4514"/>
                  </a:cubicBezTo>
                  <a:cubicBezTo>
                    <a:pt x="10958" y="4322"/>
                    <a:pt x="10800" y="4153"/>
                    <a:pt x="10642" y="3984"/>
                  </a:cubicBezTo>
                  <a:cubicBezTo>
                    <a:pt x="10484" y="3803"/>
                    <a:pt x="10292" y="3656"/>
                    <a:pt x="10112" y="3498"/>
                  </a:cubicBezTo>
                  <a:cubicBezTo>
                    <a:pt x="9931" y="3340"/>
                    <a:pt x="9762" y="3194"/>
                    <a:pt x="9581" y="3036"/>
                  </a:cubicBezTo>
                  <a:cubicBezTo>
                    <a:pt x="9446" y="2912"/>
                    <a:pt x="9299" y="2776"/>
                    <a:pt x="9164" y="2641"/>
                  </a:cubicBezTo>
                  <a:cubicBezTo>
                    <a:pt x="9164" y="2629"/>
                    <a:pt x="9175" y="2629"/>
                    <a:pt x="9175" y="2618"/>
                  </a:cubicBezTo>
                  <a:lnTo>
                    <a:pt x="10473" y="2460"/>
                  </a:lnTo>
                  <a:lnTo>
                    <a:pt x="11071" y="2381"/>
                  </a:lnTo>
                  <a:lnTo>
                    <a:pt x="11500" y="2787"/>
                  </a:lnTo>
                  <a:cubicBezTo>
                    <a:pt x="11703" y="2957"/>
                    <a:pt x="11928" y="3115"/>
                    <a:pt x="12131" y="3284"/>
                  </a:cubicBezTo>
                  <a:cubicBezTo>
                    <a:pt x="12560" y="3577"/>
                    <a:pt x="12989" y="3893"/>
                    <a:pt x="13429" y="4175"/>
                  </a:cubicBezTo>
                  <a:cubicBezTo>
                    <a:pt x="13249" y="3984"/>
                    <a:pt x="13057" y="3803"/>
                    <a:pt x="12865" y="3622"/>
                  </a:cubicBezTo>
                  <a:lnTo>
                    <a:pt x="12278" y="3103"/>
                  </a:lnTo>
                  <a:cubicBezTo>
                    <a:pt x="12075" y="2923"/>
                    <a:pt x="11883" y="2754"/>
                    <a:pt x="11680" y="2584"/>
                  </a:cubicBezTo>
                  <a:lnTo>
                    <a:pt x="11409" y="2325"/>
                  </a:lnTo>
                  <a:lnTo>
                    <a:pt x="12414" y="2189"/>
                  </a:lnTo>
                  <a:cubicBezTo>
                    <a:pt x="12775" y="2133"/>
                    <a:pt x="13136" y="2088"/>
                    <a:pt x="13486" y="2020"/>
                  </a:cubicBezTo>
                  <a:cubicBezTo>
                    <a:pt x="13553" y="2110"/>
                    <a:pt x="13621" y="2189"/>
                    <a:pt x="13689" y="2268"/>
                  </a:cubicBezTo>
                  <a:cubicBezTo>
                    <a:pt x="13858" y="2438"/>
                    <a:pt x="14016" y="2596"/>
                    <a:pt x="14185" y="2754"/>
                  </a:cubicBezTo>
                  <a:cubicBezTo>
                    <a:pt x="14354" y="2900"/>
                    <a:pt x="14558" y="3036"/>
                    <a:pt x="14738" y="3171"/>
                  </a:cubicBezTo>
                  <a:cubicBezTo>
                    <a:pt x="14941" y="3284"/>
                    <a:pt x="15133" y="3397"/>
                    <a:pt x="15336" y="3498"/>
                  </a:cubicBezTo>
                  <a:cubicBezTo>
                    <a:pt x="15167" y="3340"/>
                    <a:pt x="14998" y="3205"/>
                    <a:pt x="14828" y="3058"/>
                  </a:cubicBezTo>
                  <a:cubicBezTo>
                    <a:pt x="14659" y="2912"/>
                    <a:pt x="14512" y="2742"/>
                    <a:pt x="14343" y="2584"/>
                  </a:cubicBezTo>
                  <a:cubicBezTo>
                    <a:pt x="14185" y="2438"/>
                    <a:pt x="14050" y="2257"/>
                    <a:pt x="13892" y="2099"/>
                  </a:cubicBezTo>
                  <a:lnTo>
                    <a:pt x="13790" y="1986"/>
                  </a:lnTo>
                  <a:cubicBezTo>
                    <a:pt x="13959" y="1952"/>
                    <a:pt x="14129" y="1930"/>
                    <a:pt x="14298" y="1896"/>
                  </a:cubicBezTo>
                  <a:cubicBezTo>
                    <a:pt x="14794" y="1828"/>
                    <a:pt x="15280" y="1738"/>
                    <a:pt x="15754" y="1659"/>
                  </a:cubicBezTo>
                  <a:lnTo>
                    <a:pt x="15754" y="1659"/>
                  </a:lnTo>
                  <a:cubicBezTo>
                    <a:pt x="15742" y="1670"/>
                    <a:pt x="15742" y="1670"/>
                    <a:pt x="15731" y="1682"/>
                  </a:cubicBezTo>
                  <a:lnTo>
                    <a:pt x="15720" y="1693"/>
                  </a:lnTo>
                  <a:cubicBezTo>
                    <a:pt x="15686" y="1761"/>
                    <a:pt x="15709" y="1840"/>
                    <a:pt x="15776" y="1873"/>
                  </a:cubicBezTo>
                  <a:lnTo>
                    <a:pt x="15799" y="1885"/>
                  </a:lnTo>
                  <a:cubicBezTo>
                    <a:pt x="16103" y="2054"/>
                    <a:pt x="16419" y="2212"/>
                    <a:pt x="16747" y="2370"/>
                  </a:cubicBezTo>
                  <a:cubicBezTo>
                    <a:pt x="17051" y="2550"/>
                    <a:pt x="17367" y="2731"/>
                    <a:pt x="17695" y="2889"/>
                  </a:cubicBezTo>
                  <a:cubicBezTo>
                    <a:pt x="17424" y="2641"/>
                    <a:pt x="17142" y="2404"/>
                    <a:pt x="16860" y="2178"/>
                  </a:cubicBezTo>
                  <a:cubicBezTo>
                    <a:pt x="16600" y="2009"/>
                    <a:pt x="16329" y="1862"/>
                    <a:pt x="16058" y="1704"/>
                  </a:cubicBezTo>
                  <a:cubicBezTo>
                    <a:pt x="16092" y="1659"/>
                    <a:pt x="16126" y="1614"/>
                    <a:pt x="16160" y="1569"/>
                  </a:cubicBezTo>
                  <a:lnTo>
                    <a:pt x="17604" y="1264"/>
                  </a:lnTo>
                  <a:cubicBezTo>
                    <a:pt x="18089" y="1162"/>
                    <a:pt x="18541" y="1072"/>
                    <a:pt x="18925" y="959"/>
                  </a:cubicBezTo>
                  <a:cubicBezTo>
                    <a:pt x="19308" y="847"/>
                    <a:pt x="19647" y="756"/>
                    <a:pt x="19918" y="677"/>
                  </a:cubicBezTo>
                  <a:lnTo>
                    <a:pt x="20786" y="429"/>
                  </a:lnTo>
                  <a:lnTo>
                    <a:pt x="19906" y="621"/>
                  </a:lnTo>
                  <a:lnTo>
                    <a:pt x="18891" y="847"/>
                  </a:lnTo>
                  <a:cubicBezTo>
                    <a:pt x="18507" y="948"/>
                    <a:pt x="18056" y="1016"/>
                    <a:pt x="17570" y="1106"/>
                  </a:cubicBezTo>
                  <a:lnTo>
                    <a:pt x="16329" y="1332"/>
                  </a:lnTo>
                  <a:cubicBezTo>
                    <a:pt x="16645" y="903"/>
                    <a:pt x="16938" y="463"/>
                    <a:pt x="17198" y="0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"/>
            <p:cNvSpPr/>
            <p:nvPr/>
          </p:nvSpPr>
          <p:spPr>
            <a:xfrm>
              <a:off x="4150625" y="3160600"/>
              <a:ext cx="255325" cy="336850"/>
            </a:xfrm>
            <a:custGeom>
              <a:avLst/>
              <a:gdLst/>
              <a:ahLst/>
              <a:cxnLst/>
              <a:rect l="l" t="t" r="r" b="b"/>
              <a:pathLst>
                <a:path w="10213" h="13474" extrusionOk="0">
                  <a:moveTo>
                    <a:pt x="9920" y="0"/>
                  </a:moveTo>
                  <a:lnTo>
                    <a:pt x="9446" y="418"/>
                  </a:lnTo>
                  <a:cubicBezTo>
                    <a:pt x="7381" y="2099"/>
                    <a:pt x="4187" y="2415"/>
                    <a:pt x="2438" y="4322"/>
                  </a:cubicBezTo>
                  <a:cubicBezTo>
                    <a:pt x="1" y="6793"/>
                    <a:pt x="554" y="10449"/>
                    <a:pt x="1163" y="13474"/>
                  </a:cubicBezTo>
                  <a:cubicBezTo>
                    <a:pt x="4029" y="12548"/>
                    <a:pt x="7234" y="12627"/>
                    <a:pt x="8712" y="9479"/>
                  </a:cubicBezTo>
                  <a:cubicBezTo>
                    <a:pt x="10213" y="6714"/>
                    <a:pt x="9039" y="3397"/>
                    <a:pt x="9829" y="407"/>
                  </a:cubicBezTo>
                  <a:lnTo>
                    <a:pt x="9920" y="0"/>
                  </a:ln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"/>
            <p:cNvSpPr/>
            <p:nvPr/>
          </p:nvSpPr>
          <p:spPr>
            <a:xfrm>
              <a:off x="4181650" y="3222650"/>
              <a:ext cx="175225" cy="268875"/>
            </a:xfrm>
            <a:custGeom>
              <a:avLst/>
              <a:gdLst/>
              <a:ahLst/>
              <a:cxnLst/>
              <a:rect l="l" t="t" r="r" b="b"/>
              <a:pathLst>
                <a:path w="7009" h="10755" extrusionOk="0">
                  <a:moveTo>
                    <a:pt x="6535" y="1"/>
                  </a:moveTo>
                  <a:lnTo>
                    <a:pt x="6219" y="441"/>
                  </a:lnTo>
                  <a:cubicBezTo>
                    <a:pt x="6027" y="723"/>
                    <a:pt x="5733" y="1118"/>
                    <a:pt x="5406" y="1614"/>
                  </a:cubicBezTo>
                  <a:cubicBezTo>
                    <a:pt x="5079" y="2100"/>
                    <a:pt x="4684" y="2664"/>
                    <a:pt x="4289" y="3285"/>
                  </a:cubicBezTo>
                  <a:cubicBezTo>
                    <a:pt x="4120" y="3544"/>
                    <a:pt x="3950" y="3804"/>
                    <a:pt x="3781" y="4063"/>
                  </a:cubicBezTo>
                  <a:lnTo>
                    <a:pt x="3747" y="3781"/>
                  </a:lnTo>
                  <a:lnTo>
                    <a:pt x="3713" y="3409"/>
                  </a:lnTo>
                  <a:cubicBezTo>
                    <a:pt x="3702" y="3285"/>
                    <a:pt x="3680" y="3160"/>
                    <a:pt x="3680" y="3036"/>
                  </a:cubicBezTo>
                  <a:lnTo>
                    <a:pt x="3646" y="2675"/>
                  </a:lnTo>
                  <a:cubicBezTo>
                    <a:pt x="3646" y="2551"/>
                    <a:pt x="3623" y="2427"/>
                    <a:pt x="3623" y="2303"/>
                  </a:cubicBezTo>
                  <a:cubicBezTo>
                    <a:pt x="3623" y="2043"/>
                    <a:pt x="3623" y="1795"/>
                    <a:pt x="3601" y="1547"/>
                  </a:cubicBezTo>
                  <a:cubicBezTo>
                    <a:pt x="3555" y="1795"/>
                    <a:pt x="3510" y="2043"/>
                    <a:pt x="3465" y="2292"/>
                  </a:cubicBezTo>
                  <a:cubicBezTo>
                    <a:pt x="3443" y="2416"/>
                    <a:pt x="3431" y="2540"/>
                    <a:pt x="3431" y="2664"/>
                  </a:cubicBezTo>
                  <a:cubicBezTo>
                    <a:pt x="3420" y="2799"/>
                    <a:pt x="3420" y="2923"/>
                    <a:pt x="3409" y="3048"/>
                  </a:cubicBezTo>
                  <a:cubicBezTo>
                    <a:pt x="3409" y="3183"/>
                    <a:pt x="3409" y="3307"/>
                    <a:pt x="3409" y="3431"/>
                  </a:cubicBezTo>
                  <a:lnTo>
                    <a:pt x="3431" y="3815"/>
                  </a:lnTo>
                  <a:cubicBezTo>
                    <a:pt x="3443" y="4052"/>
                    <a:pt x="3465" y="4278"/>
                    <a:pt x="3488" y="4515"/>
                  </a:cubicBezTo>
                  <a:lnTo>
                    <a:pt x="3036" y="5237"/>
                  </a:lnTo>
                  <a:lnTo>
                    <a:pt x="2404" y="6320"/>
                  </a:lnTo>
                  <a:cubicBezTo>
                    <a:pt x="2404" y="6297"/>
                    <a:pt x="2393" y="6275"/>
                    <a:pt x="2382" y="6264"/>
                  </a:cubicBezTo>
                  <a:cubicBezTo>
                    <a:pt x="2348" y="6117"/>
                    <a:pt x="2325" y="5970"/>
                    <a:pt x="2292" y="5823"/>
                  </a:cubicBezTo>
                  <a:cubicBezTo>
                    <a:pt x="2269" y="5677"/>
                    <a:pt x="2269" y="5519"/>
                    <a:pt x="2258" y="5372"/>
                  </a:cubicBezTo>
                  <a:cubicBezTo>
                    <a:pt x="2247" y="5214"/>
                    <a:pt x="2258" y="5067"/>
                    <a:pt x="2258" y="4909"/>
                  </a:cubicBezTo>
                  <a:lnTo>
                    <a:pt x="2269" y="3973"/>
                  </a:lnTo>
                  <a:cubicBezTo>
                    <a:pt x="2269" y="3657"/>
                    <a:pt x="2258" y="3352"/>
                    <a:pt x="2224" y="3036"/>
                  </a:cubicBezTo>
                  <a:cubicBezTo>
                    <a:pt x="2201" y="3194"/>
                    <a:pt x="2179" y="3352"/>
                    <a:pt x="2168" y="3499"/>
                  </a:cubicBezTo>
                  <a:cubicBezTo>
                    <a:pt x="2145" y="3657"/>
                    <a:pt x="2122" y="3815"/>
                    <a:pt x="2100" y="3962"/>
                  </a:cubicBezTo>
                  <a:cubicBezTo>
                    <a:pt x="2055" y="4278"/>
                    <a:pt x="2010" y="4582"/>
                    <a:pt x="1976" y="4898"/>
                  </a:cubicBezTo>
                  <a:cubicBezTo>
                    <a:pt x="1953" y="5056"/>
                    <a:pt x="1953" y="5214"/>
                    <a:pt x="1942" y="5372"/>
                  </a:cubicBezTo>
                  <a:cubicBezTo>
                    <a:pt x="1942" y="5530"/>
                    <a:pt x="1953" y="5699"/>
                    <a:pt x="1976" y="5857"/>
                  </a:cubicBezTo>
                  <a:cubicBezTo>
                    <a:pt x="1987" y="6027"/>
                    <a:pt x="2021" y="6185"/>
                    <a:pt x="2055" y="6343"/>
                  </a:cubicBezTo>
                  <a:cubicBezTo>
                    <a:pt x="2100" y="6467"/>
                    <a:pt x="2134" y="6602"/>
                    <a:pt x="2179" y="6726"/>
                  </a:cubicBezTo>
                  <a:cubicBezTo>
                    <a:pt x="2077" y="6895"/>
                    <a:pt x="1976" y="7076"/>
                    <a:pt x="1885" y="7234"/>
                  </a:cubicBezTo>
                  <a:cubicBezTo>
                    <a:pt x="1536" y="7843"/>
                    <a:pt x="1231" y="8419"/>
                    <a:pt x="949" y="8927"/>
                  </a:cubicBezTo>
                  <a:cubicBezTo>
                    <a:pt x="926" y="8408"/>
                    <a:pt x="892" y="7888"/>
                    <a:pt x="859" y="7381"/>
                  </a:cubicBezTo>
                  <a:cubicBezTo>
                    <a:pt x="847" y="7053"/>
                    <a:pt x="836" y="6726"/>
                    <a:pt x="813" y="6410"/>
                  </a:cubicBezTo>
                  <a:cubicBezTo>
                    <a:pt x="791" y="6083"/>
                    <a:pt x="768" y="5756"/>
                    <a:pt x="734" y="5429"/>
                  </a:cubicBezTo>
                  <a:cubicBezTo>
                    <a:pt x="689" y="5756"/>
                    <a:pt x="655" y="6083"/>
                    <a:pt x="622" y="6399"/>
                  </a:cubicBezTo>
                  <a:cubicBezTo>
                    <a:pt x="599" y="6726"/>
                    <a:pt x="576" y="7053"/>
                    <a:pt x="565" y="7381"/>
                  </a:cubicBezTo>
                  <a:cubicBezTo>
                    <a:pt x="565" y="8024"/>
                    <a:pt x="588" y="8690"/>
                    <a:pt x="633" y="9344"/>
                  </a:cubicBezTo>
                  <a:lnTo>
                    <a:pt x="633" y="9355"/>
                  </a:lnTo>
                  <a:lnTo>
                    <a:pt x="633" y="9367"/>
                  </a:lnTo>
                  <a:cubicBezTo>
                    <a:pt x="633" y="9401"/>
                    <a:pt x="644" y="9423"/>
                    <a:pt x="667" y="9434"/>
                  </a:cubicBezTo>
                  <a:cubicBezTo>
                    <a:pt x="497" y="9762"/>
                    <a:pt x="351" y="10055"/>
                    <a:pt x="238" y="10269"/>
                  </a:cubicBezTo>
                  <a:lnTo>
                    <a:pt x="1" y="10755"/>
                  </a:lnTo>
                  <a:cubicBezTo>
                    <a:pt x="1" y="10755"/>
                    <a:pt x="103" y="10597"/>
                    <a:pt x="306" y="10315"/>
                  </a:cubicBezTo>
                  <a:cubicBezTo>
                    <a:pt x="441" y="10100"/>
                    <a:pt x="622" y="9818"/>
                    <a:pt x="836" y="9502"/>
                  </a:cubicBezTo>
                  <a:cubicBezTo>
                    <a:pt x="960" y="9468"/>
                    <a:pt x="1096" y="9446"/>
                    <a:pt x="1220" y="9412"/>
                  </a:cubicBezTo>
                  <a:cubicBezTo>
                    <a:pt x="1344" y="9378"/>
                    <a:pt x="1479" y="9310"/>
                    <a:pt x="1592" y="9254"/>
                  </a:cubicBezTo>
                  <a:cubicBezTo>
                    <a:pt x="1705" y="9197"/>
                    <a:pt x="1818" y="9130"/>
                    <a:pt x="1931" y="9062"/>
                  </a:cubicBezTo>
                  <a:lnTo>
                    <a:pt x="2247" y="8836"/>
                  </a:lnTo>
                  <a:cubicBezTo>
                    <a:pt x="2450" y="8678"/>
                    <a:pt x="2641" y="8509"/>
                    <a:pt x="2822" y="8340"/>
                  </a:cubicBezTo>
                  <a:cubicBezTo>
                    <a:pt x="3003" y="8159"/>
                    <a:pt x="3183" y="7979"/>
                    <a:pt x="3364" y="7798"/>
                  </a:cubicBezTo>
                  <a:lnTo>
                    <a:pt x="3364" y="7798"/>
                  </a:lnTo>
                  <a:cubicBezTo>
                    <a:pt x="3138" y="7934"/>
                    <a:pt x="2935" y="8080"/>
                    <a:pt x="2732" y="8216"/>
                  </a:cubicBezTo>
                  <a:cubicBezTo>
                    <a:pt x="2619" y="8283"/>
                    <a:pt x="2517" y="8362"/>
                    <a:pt x="2416" y="8430"/>
                  </a:cubicBezTo>
                  <a:lnTo>
                    <a:pt x="2100" y="8633"/>
                  </a:lnTo>
                  <a:lnTo>
                    <a:pt x="1784" y="8814"/>
                  </a:lnTo>
                  <a:lnTo>
                    <a:pt x="1457" y="8972"/>
                  </a:lnTo>
                  <a:cubicBezTo>
                    <a:pt x="1344" y="9017"/>
                    <a:pt x="1231" y="9051"/>
                    <a:pt x="1129" y="9096"/>
                  </a:cubicBezTo>
                  <a:lnTo>
                    <a:pt x="1084" y="9096"/>
                  </a:lnTo>
                  <a:cubicBezTo>
                    <a:pt x="1400" y="8599"/>
                    <a:pt x="1773" y="8024"/>
                    <a:pt x="2145" y="7403"/>
                  </a:cubicBezTo>
                  <a:cubicBezTo>
                    <a:pt x="2247" y="7245"/>
                    <a:pt x="2348" y="7065"/>
                    <a:pt x="2450" y="6907"/>
                  </a:cubicBezTo>
                  <a:cubicBezTo>
                    <a:pt x="2687" y="6783"/>
                    <a:pt x="2946" y="6658"/>
                    <a:pt x="3194" y="6534"/>
                  </a:cubicBezTo>
                  <a:cubicBezTo>
                    <a:pt x="3443" y="6410"/>
                    <a:pt x="3691" y="6286"/>
                    <a:pt x="3939" y="6151"/>
                  </a:cubicBezTo>
                  <a:cubicBezTo>
                    <a:pt x="4187" y="6027"/>
                    <a:pt x="4436" y="5880"/>
                    <a:pt x="4673" y="5733"/>
                  </a:cubicBezTo>
                  <a:cubicBezTo>
                    <a:pt x="4797" y="5665"/>
                    <a:pt x="4910" y="5575"/>
                    <a:pt x="5022" y="5485"/>
                  </a:cubicBezTo>
                  <a:cubicBezTo>
                    <a:pt x="5135" y="5406"/>
                    <a:pt x="5237" y="5304"/>
                    <a:pt x="5338" y="5203"/>
                  </a:cubicBezTo>
                  <a:lnTo>
                    <a:pt x="5338" y="5203"/>
                  </a:lnTo>
                  <a:cubicBezTo>
                    <a:pt x="5214" y="5271"/>
                    <a:pt x="5101" y="5350"/>
                    <a:pt x="4977" y="5406"/>
                  </a:cubicBezTo>
                  <a:cubicBezTo>
                    <a:pt x="4842" y="5474"/>
                    <a:pt x="4729" y="5541"/>
                    <a:pt x="4594" y="5586"/>
                  </a:cubicBezTo>
                  <a:cubicBezTo>
                    <a:pt x="4345" y="5699"/>
                    <a:pt x="4086" y="5801"/>
                    <a:pt x="3826" y="5914"/>
                  </a:cubicBezTo>
                  <a:cubicBezTo>
                    <a:pt x="3476" y="6060"/>
                    <a:pt x="3127" y="6218"/>
                    <a:pt x="2766" y="6376"/>
                  </a:cubicBezTo>
                  <a:cubicBezTo>
                    <a:pt x="2957" y="6060"/>
                    <a:pt x="3138" y="5744"/>
                    <a:pt x="3330" y="5417"/>
                  </a:cubicBezTo>
                  <a:cubicBezTo>
                    <a:pt x="3476" y="5180"/>
                    <a:pt x="3623" y="4943"/>
                    <a:pt x="3770" y="4706"/>
                  </a:cubicBezTo>
                  <a:lnTo>
                    <a:pt x="4142" y="4661"/>
                  </a:lnTo>
                  <a:cubicBezTo>
                    <a:pt x="4300" y="4627"/>
                    <a:pt x="4447" y="4593"/>
                    <a:pt x="4594" y="4560"/>
                  </a:cubicBezTo>
                  <a:cubicBezTo>
                    <a:pt x="4887" y="4469"/>
                    <a:pt x="5180" y="4368"/>
                    <a:pt x="5463" y="4232"/>
                  </a:cubicBezTo>
                  <a:cubicBezTo>
                    <a:pt x="5733" y="4108"/>
                    <a:pt x="6004" y="3962"/>
                    <a:pt x="6264" y="3792"/>
                  </a:cubicBezTo>
                  <a:cubicBezTo>
                    <a:pt x="6512" y="3634"/>
                    <a:pt x="6771" y="3476"/>
                    <a:pt x="7008" y="3296"/>
                  </a:cubicBezTo>
                  <a:lnTo>
                    <a:pt x="7008" y="3296"/>
                  </a:lnTo>
                  <a:cubicBezTo>
                    <a:pt x="6444" y="3510"/>
                    <a:pt x="5903" y="3758"/>
                    <a:pt x="5350" y="3973"/>
                  </a:cubicBezTo>
                  <a:cubicBezTo>
                    <a:pt x="5203" y="4018"/>
                    <a:pt x="5068" y="4074"/>
                    <a:pt x="4932" y="4108"/>
                  </a:cubicBezTo>
                  <a:cubicBezTo>
                    <a:pt x="4797" y="4153"/>
                    <a:pt x="4650" y="4199"/>
                    <a:pt x="4515" y="4232"/>
                  </a:cubicBezTo>
                  <a:cubicBezTo>
                    <a:pt x="4368" y="4266"/>
                    <a:pt x="4233" y="4289"/>
                    <a:pt x="4086" y="4311"/>
                  </a:cubicBezTo>
                  <a:lnTo>
                    <a:pt x="4007" y="4323"/>
                  </a:lnTo>
                  <a:cubicBezTo>
                    <a:pt x="4199" y="4029"/>
                    <a:pt x="4368" y="3736"/>
                    <a:pt x="4548" y="3454"/>
                  </a:cubicBezTo>
                  <a:cubicBezTo>
                    <a:pt x="4932" y="2822"/>
                    <a:pt x="5271" y="2224"/>
                    <a:pt x="5575" y="1716"/>
                  </a:cubicBezTo>
                  <a:cubicBezTo>
                    <a:pt x="5869" y="1208"/>
                    <a:pt x="6106" y="768"/>
                    <a:pt x="6275" y="475"/>
                  </a:cubicBezTo>
                  <a:lnTo>
                    <a:pt x="6535" y="1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"/>
            <p:cNvSpPr/>
            <p:nvPr/>
          </p:nvSpPr>
          <p:spPr>
            <a:xfrm>
              <a:off x="3989275" y="3404825"/>
              <a:ext cx="167875" cy="116275"/>
            </a:xfrm>
            <a:custGeom>
              <a:avLst/>
              <a:gdLst/>
              <a:ahLst/>
              <a:cxnLst/>
              <a:rect l="l" t="t" r="r" b="b"/>
              <a:pathLst>
                <a:path w="6715" h="4651" extrusionOk="0">
                  <a:moveTo>
                    <a:pt x="3464" y="1"/>
                  </a:moveTo>
                  <a:cubicBezTo>
                    <a:pt x="2887" y="1"/>
                    <a:pt x="2322" y="113"/>
                    <a:pt x="1794" y="331"/>
                  </a:cubicBezTo>
                  <a:cubicBezTo>
                    <a:pt x="745" y="737"/>
                    <a:pt x="102" y="1594"/>
                    <a:pt x="0" y="2633"/>
                  </a:cubicBezTo>
                  <a:cubicBezTo>
                    <a:pt x="316" y="3682"/>
                    <a:pt x="1681" y="4404"/>
                    <a:pt x="2663" y="4596"/>
                  </a:cubicBezTo>
                  <a:cubicBezTo>
                    <a:pt x="2896" y="4633"/>
                    <a:pt x="3129" y="4651"/>
                    <a:pt x="3361" y="4651"/>
                  </a:cubicBezTo>
                  <a:cubicBezTo>
                    <a:pt x="4625" y="4651"/>
                    <a:pt x="5847" y="4116"/>
                    <a:pt x="6714" y="3163"/>
                  </a:cubicBezTo>
                  <a:cubicBezTo>
                    <a:pt x="6714" y="2994"/>
                    <a:pt x="6703" y="2813"/>
                    <a:pt x="6658" y="2644"/>
                  </a:cubicBezTo>
                  <a:lnTo>
                    <a:pt x="6534" y="1651"/>
                  </a:lnTo>
                  <a:cubicBezTo>
                    <a:pt x="5687" y="872"/>
                    <a:pt x="4864" y="37"/>
                    <a:pt x="3622" y="3"/>
                  </a:cubicBezTo>
                  <a:cubicBezTo>
                    <a:pt x="3570" y="2"/>
                    <a:pt x="3517" y="1"/>
                    <a:pt x="3464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"/>
            <p:cNvSpPr/>
            <p:nvPr/>
          </p:nvSpPr>
          <p:spPr>
            <a:xfrm>
              <a:off x="4050200" y="3413825"/>
              <a:ext cx="114000" cy="110725"/>
            </a:xfrm>
            <a:custGeom>
              <a:avLst/>
              <a:gdLst/>
              <a:ahLst/>
              <a:cxnLst/>
              <a:rect l="l" t="t" r="r" b="b"/>
              <a:pathLst>
                <a:path w="4560" h="4429" extrusionOk="0">
                  <a:moveTo>
                    <a:pt x="1371" y="1"/>
                  </a:moveTo>
                  <a:cubicBezTo>
                    <a:pt x="1011" y="1"/>
                    <a:pt x="360" y="339"/>
                    <a:pt x="892" y="648"/>
                  </a:cubicBezTo>
                  <a:cubicBezTo>
                    <a:pt x="820" y="631"/>
                    <a:pt x="735" y="621"/>
                    <a:pt x="647" y="621"/>
                  </a:cubicBezTo>
                  <a:cubicBezTo>
                    <a:pt x="377" y="621"/>
                    <a:pt x="80" y="714"/>
                    <a:pt x="46" y="986"/>
                  </a:cubicBezTo>
                  <a:cubicBezTo>
                    <a:pt x="1" y="1302"/>
                    <a:pt x="373" y="1675"/>
                    <a:pt x="678" y="1697"/>
                  </a:cubicBezTo>
                  <a:cubicBezTo>
                    <a:pt x="166" y="1921"/>
                    <a:pt x="77" y="2618"/>
                    <a:pt x="678" y="2618"/>
                  </a:cubicBezTo>
                  <a:cubicBezTo>
                    <a:pt x="713" y="2618"/>
                    <a:pt x="751" y="2616"/>
                    <a:pt x="790" y="2611"/>
                  </a:cubicBezTo>
                  <a:lnTo>
                    <a:pt x="790" y="2611"/>
                  </a:lnTo>
                  <a:cubicBezTo>
                    <a:pt x="565" y="2713"/>
                    <a:pt x="170" y="2972"/>
                    <a:pt x="260" y="3277"/>
                  </a:cubicBezTo>
                  <a:cubicBezTo>
                    <a:pt x="350" y="3548"/>
                    <a:pt x="689" y="3514"/>
                    <a:pt x="915" y="3525"/>
                  </a:cubicBezTo>
                  <a:cubicBezTo>
                    <a:pt x="820" y="4207"/>
                    <a:pt x="1219" y="4429"/>
                    <a:pt x="1706" y="4429"/>
                  </a:cubicBezTo>
                  <a:cubicBezTo>
                    <a:pt x="2034" y="4429"/>
                    <a:pt x="2401" y="4329"/>
                    <a:pt x="2686" y="4202"/>
                  </a:cubicBezTo>
                  <a:cubicBezTo>
                    <a:pt x="3205" y="3977"/>
                    <a:pt x="3668" y="3638"/>
                    <a:pt x="4040" y="3198"/>
                  </a:cubicBezTo>
                  <a:cubicBezTo>
                    <a:pt x="4401" y="2758"/>
                    <a:pt x="4559" y="2239"/>
                    <a:pt x="4243" y="1708"/>
                  </a:cubicBezTo>
                  <a:cubicBezTo>
                    <a:pt x="4097" y="1460"/>
                    <a:pt x="3905" y="1246"/>
                    <a:pt x="3657" y="1076"/>
                  </a:cubicBezTo>
                  <a:cubicBezTo>
                    <a:pt x="3453" y="941"/>
                    <a:pt x="3228" y="941"/>
                    <a:pt x="3002" y="840"/>
                  </a:cubicBezTo>
                  <a:cubicBezTo>
                    <a:pt x="2449" y="591"/>
                    <a:pt x="2066" y="83"/>
                    <a:pt x="1434" y="4"/>
                  </a:cubicBezTo>
                  <a:cubicBezTo>
                    <a:pt x="1414" y="2"/>
                    <a:pt x="1393" y="1"/>
                    <a:pt x="1371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"/>
            <p:cNvSpPr/>
            <p:nvPr/>
          </p:nvSpPr>
          <p:spPr>
            <a:xfrm>
              <a:off x="3988425" y="3470625"/>
              <a:ext cx="168725" cy="66875"/>
            </a:xfrm>
            <a:custGeom>
              <a:avLst/>
              <a:gdLst/>
              <a:ahLst/>
              <a:cxnLst/>
              <a:rect l="l" t="t" r="r" b="b"/>
              <a:pathLst>
                <a:path w="6749" h="2675" extrusionOk="0">
                  <a:moveTo>
                    <a:pt x="34" y="1"/>
                  </a:moveTo>
                  <a:cubicBezTo>
                    <a:pt x="0" y="260"/>
                    <a:pt x="12" y="520"/>
                    <a:pt x="45" y="779"/>
                  </a:cubicBezTo>
                  <a:cubicBezTo>
                    <a:pt x="237" y="2111"/>
                    <a:pt x="1930" y="2652"/>
                    <a:pt x="3092" y="2675"/>
                  </a:cubicBezTo>
                  <a:cubicBezTo>
                    <a:pt x="3916" y="2652"/>
                    <a:pt x="4728" y="2415"/>
                    <a:pt x="5428" y="1975"/>
                  </a:cubicBezTo>
                  <a:cubicBezTo>
                    <a:pt x="5744" y="1817"/>
                    <a:pt x="6037" y="1614"/>
                    <a:pt x="6308" y="1377"/>
                  </a:cubicBezTo>
                  <a:cubicBezTo>
                    <a:pt x="6500" y="1163"/>
                    <a:pt x="6647" y="915"/>
                    <a:pt x="6726" y="644"/>
                  </a:cubicBezTo>
                  <a:cubicBezTo>
                    <a:pt x="6726" y="633"/>
                    <a:pt x="6737" y="610"/>
                    <a:pt x="6737" y="587"/>
                  </a:cubicBezTo>
                  <a:cubicBezTo>
                    <a:pt x="6737" y="576"/>
                    <a:pt x="6748" y="554"/>
                    <a:pt x="6748" y="531"/>
                  </a:cubicBezTo>
                  <a:lnTo>
                    <a:pt x="6748" y="531"/>
                  </a:lnTo>
                  <a:cubicBezTo>
                    <a:pt x="6173" y="1185"/>
                    <a:pt x="5405" y="1659"/>
                    <a:pt x="4559" y="1862"/>
                  </a:cubicBezTo>
                  <a:cubicBezTo>
                    <a:pt x="4178" y="1968"/>
                    <a:pt x="3789" y="2021"/>
                    <a:pt x="3398" y="2021"/>
                  </a:cubicBezTo>
                  <a:cubicBezTo>
                    <a:pt x="3164" y="2021"/>
                    <a:pt x="2930" y="2002"/>
                    <a:pt x="2697" y="1964"/>
                  </a:cubicBezTo>
                  <a:cubicBezTo>
                    <a:pt x="1715" y="1772"/>
                    <a:pt x="350" y="1050"/>
                    <a:pt x="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"/>
            <p:cNvSpPr/>
            <p:nvPr/>
          </p:nvSpPr>
          <p:spPr>
            <a:xfrm>
              <a:off x="4064300" y="3482475"/>
              <a:ext cx="89750" cy="22025"/>
            </a:xfrm>
            <a:custGeom>
              <a:avLst/>
              <a:gdLst/>
              <a:ahLst/>
              <a:cxnLst/>
              <a:rect l="l" t="t" r="r" b="b"/>
              <a:pathLst>
                <a:path w="3590" h="881" extrusionOk="0">
                  <a:moveTo>
                    <a:pt x="3589" y="1"/>
                  </a:moveTo>
                  <a:cubicBezTo>
                    <a:pt x="3589" y="1"/>
                    <a:pt x="3544" y="34"/>
                    <a:pt x="3476" y="102"/>
                  </a:cubicBezTo>
                  <a:cubicBezTo>
                    <a:pt x="3420" y="147"/>
                    <a:pt x="3375" y="181"/>
                    <a:pt x="3318" y="215"/>
                  </a:cubicBezTo>
                  <a:cubicBezTo>
                    <a:pt x="3262" y="260"/>
                    <a:pt x="3183" y="294"/>
                    <a:pt x="3115" y="328"/>
                  </a:cubicBezTo>
                  <a:cubicBezTo>
                    <a:pt x="3036" y="373"/>
                    <a:pt x="2957" y="418"/>
                    <a:pt x="2856" y="441"/>
                  </a:cubicBezTo>
                  <a:cubicBezTo>
                    <a:pt x="2765" y="474"/>
                    <a:pt x="2664" y="508"/>
                    <a:pt x="2562" y="542"/>
                  </a:cubicBezTo>
                  <a:lnTo>
                    <a:pt x="2393" y="576"/>
                  </a:lnTo>
                  <a:lnTo>
                    <a:pt x="2235" y="610"/>
                  </a:lnTo>
                  <a:cubicBezTo>
                    <a:pt x="2122" y="644"/>
                    <a:pt x="1998" y="655"/>
                    <a:pt x="1885" y="666"/>
                  </a:cubicBezTo>
                  <a:cubicBezTo>
                    <a:pt x="1772" y="678"/>
                    <a:pt x="1648" y="700"/>
                    <a:pt x="1535" y="711"/>
                  </a:cubicBezTo>
                  <a:cubicBezTo>
                    <a:pt x="1423" y="711"/>
                    <a:pt x="1310" y="723"/>
                    <a:pt x="1197" y="723"/>
                  </a:cubicBezTo>
                  <a:cubicBezTo>
                    <a:pt x="971" y="734"/>
                    <a:pt x="768" y="734"/>
                    <a:pt x="588" y="734"/>
                  </a:cubicBezTo>
                  <a:cubicBezTo>
                    <a:pt x="527" y="734"/>
                    <a:pt x="472" y="739"/>
                    <a:pt x="422" y="739"/>
                  </a:cubicBezTo>
                  <a:cubicBezTo>
                    <a:pt x="397" y="739"/>
                    <a:pt x="373" y="738"/>
                    <a:pt x="351" y="734"/>
                  </a:cubicBezTo>
                  <a:lnTo>
                    <a:pt x="159" y="734"/>
                  </a:lnTo>
                  <a:cubicBezTo>
                    <a:pt x="57" y="723"/>
                    <a:pt x="1" y="723"/>
                    <a:pt x="1" y="723"/>
                  </a:cubicBezTo>
                  <a:lnTo>
                    <a:pt x="1" y="723"/>
                  </a:lnTo>
                  <a:cubicBezTo>
                    <a:pt x="181" y="768"/>
                    <a:pt x="384" y="813"/>
                    <a:pt x="576" y="836"/>
                  </a:cubicBezTo>
                  <a:cubicBezTo>
                    <a:pt x="666" y="847"/>
                    <a:pt x="757" y="858"/>
                    <a:pt x="858" y="858"/>
                  </a:cubicBezTo>
                  <a:cubicBezTo>
                    <a:pt x="960" y="869"/>
                    <a:pt x="1073" y="881"/>
                    <a:pt x="1186" y="881"/>
                  </a:cubicBezTo>
                  <a:cubicBezTo>
                    <a:pt x="1298" y="881"/>
                    <a:pt x="1423" y="869"/>
                    <a:pt x="1535" y="869"/>
                  </a:cubicBezTo>
                  <a:cubicBezTo>
                    <a:pt x="1648" y="858"/>
                    <a:pt x="1772" y="858"/>
                    <a:pt x="1896" y="836"/>
                  </a:cubicBezTo>
                  <a:cubicBezTo>
                    <a:pt x="2009" y="813"/>
                    <a:pt x="2133" y="802"/>
                    <a:pt x="2246" y="768"/>
                  </a:cubicBezTo>
                  <a:cubicBezTo>
                    <a:pt x="2359" y="745"/>
                    <a:pt x="2472" y="711"/>
                    <a:pt x="2585" y="678"/>
                  </a:cubicBezTo>
                  <a:cubicBezTo>
                    <a:pt x="2686" y="644"/>
                    <a:pt x="2799" y="599"/>
                    <a:pt x="2889" y="553"/>
                  </a:cubicBezTo>
                  <a:cubicBezTo>
                    <a:pt x="2980" y="520"/>
                    <a:pt x="3070" y="474"/>
                    <a:pt x="3149" y="418"/>
                  </a:cubicBezTo>
                  <a:cubicBezTo>
                    <a:pt x="3217" y="373"/>
                    <a:pt x="3284" y="317"/>
                    <a:pt x="3352" y="260"/>
                  </a:cubicBezTo>
                  <a:cubicBezTo>
                    <a:pt x="3397" y="226"/>
                    <a:pt x="3442" y="181"/>
                    <a:pt x="3488" y="125"/>
                  </a:cubicBezTo>
                  <a:cubicBezTo>
                    <a:pt x="3555" y="46"/>
                    <a:pt x="3589" y="1"/>
                    <a:pt x="358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"/>
            <p:cNvSpPr/>
            <p:nvPr/>
          </p:nvSpPr>
          <p:spPr>
            <a:xfrm>
              <a:off x="4082925" y="3488125"/>
              <a:ext cx="51075" cy="9900"/>
            </a:xfrm>
            <a:custGeom>
              <a:avLst/>
              <a:gdLst/>
              <a:ahLst/>
              <a:cxnLst/>
              <a:rect l="l" t="t" r="r" b="b"/>
              <a:pathLst>
                <a:path w="2043" h="396" extrusionOk="0">
                  <a:moveTo>
                    <a:pt x="2043" y="0"/>
                  </a:moveTo>
                  <a:cubicBezTo>
                    <a:pt x="2043" y="0"/>
                    <a:pt x="1907" y="0"/>
                    <a:pt x="1716" y="23"/>
                  </a:cubicBezTo>
                  <a:cubicBezTo>
                    <a:pt x="1614" y="23"/>
                    <a:pt x="1501" y="23"/>
                    <a:pt x="1388" y="45"/>
                  </a:cubicBezTo>
                  <a:cubicBezTo>
                    <a:pt x="1264" y="57"/>
                    <a:pt x="1140" y="68"/>
                    <a:pt x="1016" y="68"/>
                  </a:cubicBezTo>
                  <a:cubicBezTo>
                    <a:pt x="933" y="68"/>
                    <a:pt x="846" y="73"/>
                    <a:pt x="763" y="73"/>
                  </a:cubicBezTo>
                  <a:cubicBezTo>
                    <a:pt x="721" y="73"/>
                    <a:pt x="681" y="72"/>
                    <a:pt x="644" y="68"/>
                  </a:cubicBezTo>
                  <a:cubicBezTo>
                    <a:pt x="606" y="68"/>
                    <a:pt x="568" y="73"/>
                    <a:pt x="531" y="73"/>
                  </a:cubicBezTo>
                  <a:cubicBezTo>
                    <a:pt x="512" y="73"/>
                    <a:pt x="493" y="72"/>
                    <a:pt x="474" y="68"/>
                  </a:cubicBezTo>
                  <a:cubicBezTo>
                    <a:pt x="418" y="57"/>
                    <a:pt x="373" y="57"/>
                    <a:pt x="328" y="57"/>
                  </a:cubicBezTo>
                  <a:cubicBezTo>
                    <a:pt x="283" y="45"/>
                    <a:pt x="237" y="45"/>
                    <a:pt x="192" y="34"/>
                  </a:cubicBezTo>
                  <a:lnTo>
                    <a:pt x="91" y="12"/>
                  </a:lnTo>
                  <a:cubicBezTo>
                    <a:pt x="34" y="12"/>
                    <a:pt x="1" y="0"/>
                    <a:pt x="0" y="0"/>
                  </a:cubicBezTo>
                  <a:lnTo>
                    <a:pt x="0" y="0"/>
                  </a:lnTo>
                  <a:cubicBezTo>
                    <a:pt x="23" y="12"/>
                    <a:pt x="57" y="34"/>
                    <a:pt x="79" y="45"/>
                  </a:cubicBezTo>
                  <a:cubicBezTo>
                    <a:pt x="113" y="57"/>
                    <a:pt x="136" y="79"/>
                    <a:pt x="170" y="102"/>
                  </a:cubicBezTo>
                  <a:cubicBezTo>
                    <a:pt x="215" y="124"/>
                    <a:pt x="249" y="147"/>
                    <a:pt x="294" y="158"/>
                  </a:cubicBezTo>
                  <a:cubicBezTo>
                    <a:pt x="350" y="169"/>
                    <a:pt x="395" y="215"/>
                    <a:pt x="452" y="226"/>
                  </a:cubicBezTo>
                  <a:cubicBezTo>
                    <a:pt x="508" y="237"/>
                    <a:pt x="565" y="294"/>
                    <a:pt x="632" y="294"/>
                  </a:cubicBezTo>
                  <a:cubicBezTo>
                    <a:pt x="689" y="305"/>
                    <a:pt x="757" y="395"/>
                    <a:pt x="824" y="395"/>
                  </a:cubicBezTo>
                  <a:lnTo>
                    <a:pt x="1016" y="395"/>
                  </a:lnTo>
                  <a:cubicBezTo>
                    <a:pt x="1084" y="395"/>
                    <a:pt x="1151" y="294"/>
                    <a:pt x="1219" y="294"/>
                  </a:cubicBezTo>
                  <a:cubicBezTo>
                    <a:pt x="1276" y="294"/>
                    <a:pt x="1343" y="192"/>
                    <a:pt x="1400" y="181"/>
                  </a:cubicBezTo>
                  <a:cubicBezTo>
                    <a:pt x="1513" y="169"/>
                    <a:pt x="1625" y="136"/>
                    <a:pt x="1727" y="113"/>
                  </a:cubicBezTo>
                  <a:cubicBezTo>
                    <a:pt x="1829" y="79"/>
                    <a:pt x="1941" y="45"/>
                    <a:pt x="2043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"/>
            <p:cNvSpPr/>
            <p:nvPr/>
          </p:nvSpPr>
          <p:spPr>
            <a:xfrm>
              <a:off x="4091400" y="3480775"/>
              <a:ext cx="42600" cy="7850"/>
            </a:xfrm>
            <a:custGeom>
              <a:avLst/>
              <a:gdLst/>
              <a:ahLst/>
              <a:cxnLst/>
              <a:rect l="l" t="t" r="r" b="b"/>
              <a:pathLst>
                <a:path w="1704" h="314" extrusionOk="0">
                  <a:moveTo>
                    <a:pt x="0" y="1"/>
                  </a:moveTo>
                  <a:cubicBezTo>
                    <a:pt x="0" y="1"/>
                    <a:pt x="23" y="23"/>
                    <a:pt x="68" y="23"/>
                  </a:cubicBezTo>
                  <a:cubicBezTo>
                    <a:pt x="113" y="69"/>
                    <a:pt x="181" y="102"/>
                    <a:pt x="237" y="125"/>
                  </a:cubicBezTo>
                  <a:cubicBezTo>
                    <a:pt x="282" y="148"/>
                    <a:pt x="316" y="170"/>
                    <a:pt x="361" y="181"/>
                  </a:cubicBezTo>
                  <a:cubicBezTo>
                    <a:pt x="406" y="204"/>
                    <a:pt x="451" y="215"/>
                    <a:pt x="508" y="238"/>
                  </a:cubicBezTo>
                  <a:cubicBezTo>
                    <a:pt x="553" y="249"/>
                    <a:pt x="609" y="260"/>
                    <a:pt x="666" y="272"/>
                  </a:cubicBezTo>
                  <a:lnTo>
                    <a:pt x="824" y="294"/>
                  </a:lnTo>
                  <a:cubicBezTo>
                    <a:pt x="880" y="306"/>
                    <a:pt x="937" y="306"/>
                    <a:pt x="993" y="306"/>
                  </a:cubicBezTo>
                  <a:cubicBezTo>
                    <a:pt x="1021" y="311"/>
                    <a:pt x="1049" y="314"/>
                    <a:pt x="1078" y="314"/>
                  </a:cubicBezTo>
                  <a:cubicBezTo>
                    <a:pt x="1106" y="314"/>
                    <a:pt x="1134" y="311"/>
                    <a:pt x="1162" y="306"/>
                  </a:cubicBezTo>
                  <a:cubicBezTo>
                    <a:pt x="1253" y="306"/>
                    <a:pt x="1343" y="283"/>
                    <a:pt x="1444" y="260"/>
                  </a:cubicBezTo>
                  <a:cubicBezTo>
                    <a:pt x="1501" y="249"/>
                    <a:pt x="1569" y="227"/>
                    <a:pt x="1636" y="204"/>
                  </a:cubicBezTo>
                  <a:lnTo>
                    <a:pt x="1704" y="181"/>
                  </a:lnTo>
                  <a:lnTo>
                    <a:pt x="1433" y="181"/>
                  </a:lnTo>
                  <a:cubicBezTo>
                    <a:pt x="1411" y="176"/>
                    <a:pt x="1388" y="173"/>
                    <a:pt x="1365" y="173"/>
                  </a:cubicBezTo>
                  <a:cubicBezTo>
                    <a:pt x="1343" y="173"/>
                    <a:pt x="1320" y="176"/>
                    <a:pt x="1298" y="181"/>
                  </a:cubicBezTo>
                  <a:lnTo>
                    <a:pt x="1162" y="181"/>
                  </a:lnTo>
                  <a:cubicBezTo>
                    <a:pt x="1061" y="181"/>
                    <a:pt x="948" y="170"/>
                    <a:pt x="846" y="159"/>
                  </a:cubicBezTo>
                  <a:cubicBezTo>
                    <a:pt x="745" y="136"/>
                    <a:pt x="632" y="136"/>
                    <a:pt x="542" y="114"/>
                  </a:cubicBezTo>
                  <a:cubicBezTo>
                    <a:pt x="485" y="102"/>
                    <a:pt x="440" y="102"/>
                    <a:pt x="395" y="91"/>
                  </a:cubicBezTo>
                  <a:cubicBezTo>
                    <a:pt x="350" y="80"/>
                    <a:pt x="316" y="69"/>
                    <a:pt x="271" y="69"/>
                  </a:cubicBezTo>
                  <a:cubicBezTo>
                    <a:pt x="192" y="46"/>
                    <a:pt x="124" y="23"/>
                    <a:pt x="79" y="2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"/>
            <p:cNvSpPr/>
            <p:nvPr/>
          </p:nvSpPr>
          <p:spPr>
            <a:xfrm>
              <a:off x="4097875" y="3300850"/>
              <a:ext cx="117100" cy="192375"/>
            </a:xfrm>
            <a:custGeom>
              <a:avLst/>
              <a:gdLst/>
              <a:ahLst/>
              <a:cxnLst/>
              <a:rect l="l" t="t" r="r" b="b"/>
              <a:pathLst>
                <a:path w="4684" h="7695" extrusionOk="0">
                  <a:moveTo>
                    <a:pt x="1736" y="1"/>
                  </a:moveTo>
                  <a:cubicBezTo>
                    <a:pt x="1625" y="1"/>
                    <a:pt x="1513" y="11"/>
                    <a:pt x="1400" y="32"/>
                  </a:cubicBezTo>
                  <a:lnTo>
                    <a:pt x="1276" y="66"/>
                  </a:lnTo>
                  <a:cubicBezTo>
                    <a:pt x="1140" y="179"/>
                    <a:pt x="1005" y="303"/>
                    <a:pt x="881" y="450"/>
                  </a:cubicBezTo>
                  <a:cubicBezTo>
                    <a:pt x="192" y="1251"/>
                    <a:pt x="1" y="2323"/>
                    <a:pt x="1" y="3373"/>
                  </a:cubicBezTo>
                  <a:cubicBezTo>
                    <a:pt x="1" y="4004"/>
                    <a:pt x="238" y="4715"/>
                    <a:pt x="474" y="5302"/>
                  </a:cubicBezTo>
                  <a:cubicBezTo>
                    <a:pt x="858" y="6216"/>
                    <a:pt x="1422" y="7288"/>
                    <a:pt x="2336" y="7694"/>
                  </a:cubicBezTo>
                  <a:lnTo>
                    <a:pt x="2404" y="7694"/>
                  </a:lnTo>
                  <a:cubicBezTo>
                    <a:pt x="2754" y="7299"/>
                    <a:pt x="3047" y="6859"/>
                    <a:pt x="3284" y="6397"/>
                  </a:cubicBezTo>
                  <a:cubicBezTo>
                    <a:pt x="4063" y="4873"/>
                    <a:pt x="4683" y="2921"/>
                    <a:pt x="3758" y="1330"/>
                  </a:cubicBezTo>
                  <a:cubicBezTo>
                    <a:pt x="3311" y="565"/>
                    <a:pt x="2557" y="1"/>
                    <a:pt x="1736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"/>
            <p:cNvSpPr/>
            <p:nvPr/>
          </p:nvSpPr>
          <p:spPr>
            <a:xfrm>
              <a:off x="4104075" y="3387125"/>
              <a:ext cx="97350" cy="107800"/>
            </a:xfrm>
            <a:custGeom>
              <a:avLst/>
              <a:gdLst/>
              <a:ahLst/>
              <a:cxnLst/>
              <a:rect l="l" t="t" r="r" b="b"/>
              <a:pathLst>
                <a:path w="3894" h="4312" extrusionOk="0">
                  <a:moveTo>
                    <a:pt x="1140" y="1"/>
                  </a:moveTo>
                  <a:cubicBezTo>
                    <a:pt x="937" y="12"/>
                    <a:pt x="915" y="215"/>
                    <a:pt x="971" y="395"/>
                  </a:cubicBezTo>
                  <a:cubicBezTo>
                    <a:pt x="915" y="256"/>
                    <a:pt x="782" y="177"/>
                    <a:pt x="645" y="177"/>
                  </a:cubicBezTo>
                  <a:cubicBezTo>
                    <a:pt x="561" y="177"/>
                    <a:pt x="476" y="207"/>
                    <a:pt x="407" y="271"/>
                  </a:cubicBezTo>
                  <a:cubicBezTo>
                    <a:pt x="1" y="576"/>
                    <a:pt x="46" y="1524"/>
                    <a:pt x="114" y="1953"/>
                  </a:cubicBezTo>
                  <a:cubicBezTo>
                    <a:pt x="272" y="2901"/>
                    <a:pt x="1298" y="3657"/>
                    <a:pt x="1863" y="4311"/>
                  </a:cubicBezTo>
                  <a:lnTo>
                    <a:pt x="2551" y="3961"/>
                  </a:lnTo>
                  <a:cubicBezTo>
                    <a:pt x="2811" y="3374"/>
                    <a:pt x="3194" y="2833"/>
                    <a:pt x="3476" y="2269"/>
                  </a:cubicBezTo>
                  <a:cubicBezTo>
                    <a:pt x="3623" y="1930"/>
                    <a:pt x="3894" y="1479"/>
                    <a:pt x="3713" y="1118"/>
                  </a:cubicBezTo>
                  <a:cubicBezTo>
                    <a:pt x="3606" y="857"/>
                    <a:pt x="3329" y="723"/>
                    <a:pt x="3052" y="723"/>
                  </a:cubicBezTo>
                  <a:cubicBezTo>
                    <a:pt x="2862" y="723"/>
                    <a:pt x="2673" y="786"/>
                    <a:pt x="2540" y="915"/>
                  </a:cubicBezTo>
                  <a:cubicBezTo>
                    <a:pt x="2596" y="700"/>
                    <a:pt x="2630" y="294"/>
                    <a:pt x="2393" y="181"/>
                  </a:cubicBezTo>
                  <a:cubicBezTo>
                    <a:pt x="2335" y="148"/>
                    <a:pt x="2277" y="133"/>
                    <a:pt x="2220" y="133"/>
                  </a:cubicBezTo>
                  <a:cubicBezTo>
                    <a:pt x="1991" y="133"/>
                    <a:pt x="1775" y="364"/>
                    <a:pt x="1603" y="463"/>
                  </a:cubicBezTo>
                  <a:cubicBezTo>
                    <a:pt x="1513" y="339"/>
                    <a:pt x="1344" y="1"/>
                    <a:pt x="1140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"/>
            <p:cNvSpPr/>
            <p:nvPr/>
          </p:nvSpPr>
          <p:spPr>
            <a:xfrm>
              <a:off x="4075300" y="3302500"/>
              <a:ext cx="80725" cy="191050"/>
            </a:xfrm>
            <a:custGeom>
              <a:avLst/>
              <a:gdLst/>
              <a:ahLst/>
              <a:cxnLst/>
              <a:rect l="l" t="t" r="r" b="b"/>
              <a:pathLst>
                <a:path w="3229" h="7642" extrusionOk="0">
                  <a:moveTo>
                    <a:pt x="2179" y="0"/>
                  </a:moveTo>
                  <a:cubicBezTo>
                    <a:pt x="1524" y="181"/>
                    <a:pt x="847" y="598"/>
                    <a:pt x="565" y="1196"/>
                  </a:cubicBezTo>
                  <a:cubicBezTo>
                    <a:pt x="125" y="2088"/>
                    <a:pt x="12" y="2675"/>
                    <a:pt x="1" y="3701"/>
                  </a:cubicBezTo>
                  <a:cubicBezTo>
                    <a:pt x="1" y="4379"/>
                    <a:pt x="430" y="5462"/>
                    <a:pt x="870" y="6037"/>
                  </a:cubicBezTo>
                  <a:cubicBezTo>
                    <a:pt x="1311" y="6645"/>
                    <a:pt x="2402" y="7641"/>
                    <a:pt x="3178" y="7641"/>
                  </a:cubicBezTo>
                  <a:cubicBezTo>
                    <a:pt x="3195" y="7641"/>
                    <a:pt x="3211" y="7641"/>
                    <a:pt x="3228" y="7640"/>
                  </a:cubicBezTo>
                  <a:cubicBezTo>
                    <a:pt x="2337" y="7222"/>
                    <a:pt x="1761" y="6150"/>
                    <a:pt x="1377" y="5236"/>
                  </a:cubicBezTo>
                  <a:cubicBezTo>
                    <a:pt x="1141" y="4661"/>
                    <a:pt x="904" y="3938"/>
                    <a:pt x="904" y="3307"/>
                  </a:cubicBezTo>
                  <a:cubicBezTo>
                    <a:pt x="904" y="2268"/>
                    <a:pt x="1095" y="1185"/>
                    <a:pt x="1784" y="384"/>
                  </a:cubicBezTo>
                  <a:cubicBezTo>
                    <a:pt x="1908" y="249"/>
                    <a:pt x="2043" y="113"/>
                    <a:pt x="2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"/>
            <p:cNvSpPr/>
            <p:nvPr/>
          </p:nvSpPr>
          <p:spPr>
            <a:xfrm>
              <a:off x="4122975" y="3434225"/>
              <a:ext cx="43750" cy="64650"/>
            </a:xfrm>
            <a:custGeom>
              <a:avLst/>
              <a:gdLst/>
              <a:ahLst/>
              <a:cxnLst/>
              <a:rect l="l" t="t" r="r" b="b"/>
              <a:pathLst>
                <a:path w="1750" h="2586" extrusionOk="0">
                  <a:moveTo>
                    <a:pt x="12" y="1"/>
                  </a:moveTo>
                  <a:cubicBezTo>
                    <a:pt x="12" y="1"/>
                    <a:pt x="1" y="57"/>
                    <a:pt x="23" y="136"/>
                  </a:cubicBezTo>
                  <a:cubicBezTo>
                    <a:pt x="23" y="193"/>
                    <a:pt x="23" y="249"/>
                    <a:pt x="35" y="294"/>
                  </a:cubicBezTo>
                  <a:cubicBezTo>
                    <a:pt x="46" y="362"/>
                    <a:pt x="69" y="430"/>
                    <a:pt x="91" y="497"/>
                  </a:cubicBezTo>
                  <a:cubicBezTo>
                    <a:pt x="102" y="576"/>
                    <a:pt x="136" y="655"/>
                    <a:pt x="170" y="734"/>
                  </a:cubicBezTo>
                  <a:cubicBezTo>
                    <a:pt x="204" y="813"/>
                    <a:pt x="249" y="892"/>
                    <a:pt x="283" y="983"/>
                  </a:cubicBezTo>
                  <a:cubicBezTo>
                    <a:pt x="328" y="1062"/>
                    <a:pt x="373" y="1152"/>
                    <a:pt x="430" y="1231"/>
                  </a:cubicBezTo>
                  <a:cubicBezTo>
                    <a:pt x="475" y="1321"/>
                    <a:pt x="542" y="1400"/>
                    <a:pt x="599" y="1479"/>
                  </a:cubicBezTo>
                  <a:cubicBezTo>
                    <a:pt x="712" y="1637"/>
                    <a:pt x="836" y="1795"/>
                    <a:pt x="971" y="1931"/>
                  </a:cubicBezTo>
                  <a:cubicBezTo>
                    <a:pt x="1095" y="2055"/>
                    <a:pt x="1220" y="2179"/>
                    <a:pt x="1344" y="2292"/>
                  </a:cubicBezTo>
                  <a:cubicBezTo>
                    <a:pt x="1479" y="2393"/>
                    <a:pt x="1614" y="2495"/>
                    <a:pt x="1750" y="2585"/>
                  </a:cubicBezTo>
                  <a:cubicBezTo>
                    <a:pt x="1727" y="2551"/>
                    <a:pt x="1693" y="2517"/>
                    <a:pt x="1660" y="2483"/>
                  </a:cubicBezTo>
                  <a:cubicBezTo>
                    <a:pt x="1592" y="2427"/>
                    <a:pt x="1513" y="2325"/>
                    <a:pt x="1411" y="2224"/>
                  </a:cubicBezTo>
                  <a:cubicBezTo>
                    <a:pt x="1321" y="2122"/>
                    <a:pt x="1197" y="1976"/>
                    <a:pt x="1084" y="1840"/>
                  </a:cubicBezTo>
                  <a:cubicBezTo>
                    <a:pt x="1028" y="1773"/>
                    <a:pt x="971" y="1694"/>
                    <a:pt x="904" y="1615"/>
                  </a:cubicBezTo>
                  <a:cubicBezTo>
                    <a:pt x="847" y="1547"/>
                    <a:pt x="791" y="1468"/>
                    <a:pt x="723" y="1389"/>
                  </a:cubicBezTo>
                  <a:cubicBezTo>
                    <a:pt x="667" y="1299"/>
                    <a:pt x="610" y="1220"/>
                    <a:pt x="565" y="1141"/>
                  </a:cubicBezTo>
                  <a:cubicBezTo>
                    <a:pt x="509" y="1062"/>
                    <a:pt x="463" y="983"/>
                    <a:pt x="407" y="904"/>
                  </a:cubicBezTo>
                  <a:cubicBezTo>
                    <a:pt x="351" y="836"/>
                    <a:pt x="294" y="757"/>
                    <a:pt x="260" y="678"/>
                  </a:cubicBezTo>
                  <a:cubicBezTo>
                    <a:pt x="238" y="610"/>
                    <a:pt x="193" y="531"/>
                    <a:pt x="159" y="464"/>
                  </a:cubicBezTo>
                  <a:cubicBezTo>
                    <a:pt x="136" y="407"/>
                    <a:pt x="114" y="351"/>
                    <a:pt x="91" y="283"/>
                  </a:cubicBezTo>
                  <a:cubicBezTo>
                    <a:pt x="69" y="238"/>
                    <a:pt x="57" y="182"/>
                    <a:pt x="46" y="136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"/>
            <p:cNvSpPr/>
            <p:nvPr/>
          </p:nvSpPr>
          <p:spPr>
            <a:xfrm>
              <a:off x="4137650" y="3438750"/>
              <a:ext cx="24300" cy="54200"/>
            </a:xfrm>
            <a:custGeom>
              <a:avLst/>
              <a:gdLst/>
              <a:ahLst/>
              <a:cxnLst/>
              <a:rect l="l" t="t" r="r" b="b"/>
              <a:pathLst>
                <a:path w="972" h="2168" extrusionOk="0">
                  <a:moveTo>
                    <a:pt x="1" y="1"/>
                  </a:moveTo>
                  <a:cubicBezTo>
                    <a:pt x="1" y="1"/>
                    <a:pt x="1" y="34"/>
                    <a:pt x="1" y="91"/>
                  </a:cubicBezTo>
                  <a:cubicBezTo>
                    <a:pt x="12" y="192"/>
                    <a:pt x="23" y="283"/>
                    <a:pt x="46" y="373"/>
                  </a:cubicBezTo>
                  <a:cubicBezTo>
                    <a:pt x="68" y="474"/>
                    <a:pt x="102" y="610"/>
                    <a:pt x="136" y="745"/>
                  </a:cubicBezTo>
                  <a:cubicBezTo>
                    <a:pt x="181" y="892"/>
                    <a:pt x="226" y="1027"/>
                    <a:pt x="283" y="1174"/>
                  </a:cubicBezTo>
                  <a:cubicBezTo>
                    <a:pt x="317" y="1230"/>
                    <a:pt x="350" y="1309"/>
                    <a:pt x="384" y="1377"/>
                  </a:cubicBezTo>
                  <a:cubicBezTo>
                    <a:pt x="418" y="1445"/>
                    <a:pt x="452" y="1513"/>
                    <a:pt x="497" y="1569"/>
                  </a:cubicBezTo>
                  <a:cubicBezTo>
                    <a:pt x="531" y="1625"/>
                    <a:pt x="565" y="1693"/>
                    <a:pt x="599" y="1738"/>
                  </a:cubicBezTo>
                  <a:lnTo>
                    <a:pt x="712" y="1896"/>
                  </a:lnTo>
                  <a:cubicBezTo>
                    <a:pt x="768" y="1964"/>
                    <a:pt x="836" y="2032"/>
                    <a:pt x="892" y="2099"/>
                  </a:cubicBezTo>
                  <a:lnTo>
                    <a:pt x="971" y="2167"/>
                  </a:lnTo>
                  <a:cubicBezTo>
                    <a:pt x="971" y="2167"/>
                    <a:pt x="948" y="2133"/>
                    <a:pt x="926" y="2077"/>
                  </a:cubicBezTo>
                  <a:cubicBezTo>
                    <a:pt x="892" y="2020"/>
                    <a:pt x="836" y="1941"/>
                    <a:pt x="791" y="1840"/>
                  </a:cubicBezTo>
                  <a:cubicBezTo>
                    <a:pt x="768" y="1783"/>
                    <a:pt x="734" y="1738"/>
                    <a:pt x="700" y="1682"/>
                  </a:cubicBezTo>
                  <a:cubicBezTo>
                    <a:pt x="678" y="1625"/>
                    <a:pt x="655" y="1558"/>
                    <a:pt x="621" y="1501"/>
                  </a:cubicBezTo>
                  <a:cubicBezTo>
                    <a:pt x="554" y="1377"/>
                    <a:pt x="497" y="1242"/>
                    <a:pt x="441" y="1106"/>
                  </a:cubicBezTo>
                  <a:cubicBezTo>
                    <a:pt x="384" y="971"/>
                    <a:pt x="328" y="836"/>
                    <a:pt x="283" y="700"/>
                  </a:cubicBezTo>
                  <a:cubicBezTo>
                    <a:pt x="226" y="576"/>
                    <a:pt x="181" y="452"/>
                    <a:pt x="136" y="350"/>
                  </a:cubicBezTo>
                  <a:cubicBezTo>
                    <a:pt x="91" y="237"/>
                    <a:pt x="57" y="158"/>
                    <a:pt x="34" y="91"/>
                  </a:cubicBezTo>
                  <a:cubicBezTo>
                    <a:pt x="12" y="3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"/>
            <p:cNvSpPr/>
            <p:nvPr/>
          </p:nvSpPr>
          <p:spPr>
            <a:xfrm>
              <a:off x="4150900" y="3446375"/>
              <a:ext cx="13025" cy="50800"/>
            </a:xfrm>
            <a:custGeom>
              <a:avLst/>
              <a:gdLst/>
              <a:ahLst/>
              <a:cxnLst/>
              <a:rect l="l" t="t" r="r" b="b"/>
              <a:pathLst>
                <a:path w="521" h="2032" extrusionOk="0">
                  <a:moveTo>
                    <a:pt x="12" y="0"/>
                  </a:moveTo>
                  <a:cubicBezTo>
                    <a:pt x="1" y="113"/>
                    <a:pt x="1" y="226"/>
                    <a:pt x="12" y="327"/>
                  </a:cubicBezTo>
                  <a:cubicBezTo>
                    <a:pt x="12" y="384"/>
                    <a:pt x="12" y="440"/>
                    <a:pt x="12" y="497"/>
                  </a:cubicBezTo>
                  <a:cubicBezTo>
                    <a:pt x="24" y="553"/>
                    <a:pt x="35" y="610"/>
                    <a:pt x="35" y="666"/>
                  </a:cubicBezTo>
                  <a:cubicBezTo>
                    <a:pt x="57" y="790"/>
                    <a:pt x="80" y="925"/>
                    <a:pt x="114" y="1050"/>
                  </a:cubicBezTo>
                  <a:cubicBezTo>
                    <a:pt x="159" y="1185"/>
                    <a:pt x="193" y="1309"/>
                    <a:pt x="238" y="1422"/>
                  </a:cubicBezTo>
                  <a:cubicBezTo>
                    <a:pt x="272" y="1524"/>
                    <a:pt x="317" y="1636"/>
                    <a:pt x="362" y="1738"/>
                  </a:cubicBezTo>
                  <a:cubicBezTo>
                    <a:pt x="418" y="1839"/>
                    <a:pt x="464" y="1930"/>
                    <a:pt x="520" y="2031"/>
                  </a:cubicBezTo>
                  <a:cubicBezTo>
                    <a:pt x="520" y="2031"/>
                    <a:pt x="497" y="1896"/>
                    <a:pt x="452" y="1704"/>
                  </a:cubicBezTo>
                  <a:cubicBezTo>
                    <a:pt x="441" y="1659"/>
                    <a:pt x="430" y="1603"/>
                    <a:pt x="418" y="1546"/>
                  </a:cubicBezTo>
                  <a:cubicBezTo>
                    <a:pt x="396" y="1501"/>
                    <a:pt x="396" y="1445"/>
                    <a:pt x="373" y="1377"/>
                  </a:cubicBezTo>
                  <a:cubicBezTo>
                    <a:pt x="351" y="1264"/>
                    <a:pt x="306" y="1140"/>
                    <a:pt x="272" y="1016"/>
                  </a:cubicBezTo>
                  <a:cubicBezTo>
                    <a:pt x="249" y="892"/>
                    <a:pt x="215" y="756"/>
                    <a:pt x="182" y="643"/>
                  </a:cubicBezTo>
                  <a:cubicBezTo>
                    <a:pt x="170" y="587"/>
                    <a:pt x="148" y="531"/>
                    <a:pt x="136" y="474"/>
                  </a:cubicBezTo>
                  <a:cubicBezTo>
                    <a:pt x="125" y="418"/>
                    <a:pt x="114" y="373"/>
                    <a:pt x="103" y="316"/>
                  </a:cubicBezTo>
                  <a:cubicBezTo>
                    <a:pt x="57" y="124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"/>
            <p:cNvSpPr/>
            <p:nvPr/>
          </p:nvSpPr>
          <p:spPr>
            <a:xfrm>
              <a:off x="4154575" y="3406050"/>
              <a:ext cx="162525" cy="95925"/>
            </a:xfrm>
            <a:custGeom>
              <a:avLst/>
              <a:gdLst/>
              <a:ahLst/>
              <a:cxnLst/>
              <a:rect l="l" t="t" r="r" b="b"/>
              <a:pathLst>
                <a:path w="6501" h="3837" extrusionOk="0">
                  <a:moveTo>
                    <a:pt x="4121" y="1"/>
                  </a:moveTo>
                  <a:cubicBezTo>
                    <a:pt x="3976" y="1"/>
                    <a:pt x="3828" y="8"/>
                    <a:pt x="3679" y="22"/>
                  </a:cubicBezTo>
                  <a:cubicBezTo>
                    <a:pt x="2709" y="101"/>
                    <a:pt x="1851" y="620"/>
                    <a:pt x="1197" y="1320"/>
                  </a:cubicBezTo>
                  <a:cubicBezTo>
                    <a:pt x="937" y="1613"/>
                    <a:pt x="700" y="1929"/>
                    <a:pt x="497" y="2268"/>
                  </a:cubicBezTo>
                  <a:cubicBezTo>
                    <a:pt x="260" y="2651"/>
                    <a:pt x="102" y="3080"/>
                    <a:pt x="1" y="3520"/>
                  </a:cubicBezTo>
                  <a:lnTo>
                    <a:pt x="396" y="3610"/>
                  </a:lnTo>
                  <a:cubicBezTo>
                    <a:pt x="881" y="3723"/>
                    <a:pt x="1377" y="3802"/>
                    <a:pt x="1874" y="3825"/>
                  </a:cubicBezTo>
                  <a:cubicBezTo>
                    <a:pt x="2017" y="3832"/>
                    <a:pt x="2165" y="3837"/>
                    <a:pt x="2316" y="3837"/>
                  </a:cubicBezTo>
                  <a:cubicBezTo>
                    <a:pt x="3735" y="3837"/>
                    <a:pt x="5474" y="3473"/>
                    <a:pt x="6218" y="2189"/>
                  </a:cubicBezTo>
                  <a:cubicBezTo>
                    <a:pt x="6433" y="1816"/>
                    <a:pt x="6500" y="1387"/>
                    <a:pt x="6421" y="959"/>
                  </a:cubicBezTo>
                  <a:cubicBezTo>
                    <a:pt x="6320" y="801"/>
                    <a:pt x="6184" y="654"/>
                    <a:pt x="6026" y="541"/>
                  </a:cubicBezTo>
                  <a:cubicBezTo>
                    <a:pt x="5441" y="160"/>
                    <a:pt x="4801" y="1"/>
                    <a:pt x="4121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"/>
            <p:cNvSpPr/>
            <p:nvPr/>
          </p:nvSpPr>
          <p:spPr>
            <a:xfrm>
              <a:off x="4148375" y="3430750"/>
              <a:ext cx="95925" cy="76650"/>
            </a:xfrm>
            <a:custGeom>
              <a:avLst/>
              <a:gdLst/>
              <a:ahLst/>
              <a:cxnLst/>
              <a:rect l="l" t="t" r="r" b="b"/>
              <a:pathLst>
                <a:path w="3837" h="3066" extrusionOk="0">
                  <a:moveTo>
                    <a:pt x="0" y="2668"/>
                  </a:moveTo>
                  <a:lnTo>
                    <a:pt x="0" y="2668"/>
                  </a:lnTo>
                  <a:cubicBezTo>
                    <a:pt x="0" y="2668"/>
                    <a:pt x="0" y="2668"/>
                    <a:pt x="0" y="2668"/>
                  </a:cubicBezTo>
                  <a:cubicBezTo>
                    <a:pt x="0" y="2668"/>
                    <a:pt x="0" y="2668"/>
                    <a:pt x="0" y="2668"/>
                  </a:cubicBezTo>
                  <a:close/>
                  <a:moveTo>
                    <a:pt x="2063" y="1"/>
                  </a:moveTo>
                  <a:cubicBezTo>
                    <a:pt x="1902" y="1"/>
                    <a:pt x="1746" y="27"/>
                    <a:pt x="1648" y="72"/>
                  </a:cubicBezTo>
                  <a:cubicBezTo>
                    <a:pt x="655" y="546"/>
                    <a:pt x="362" y="1720"/>
                    <a:pt x="0" y="2668"/>
                  </a:cubicBezTo>
                  <a:lnTo>
                    <a:pt x="0" y="2668"/>
                  </a:lnTo>
                  <a:cubicBezTo>
                    <a:pt x="4" y="2657"/>
                    <a:pt x="24" y="2653"/>
                    <a:pt x="57" y="2653"/>
                  </a:cubicBezTo>
                  <a:cubicBezTo>
                    <a:pt x="311" y="2653"/>
                    <a:pt x="1326" y="2928"/>
                    <a:pt x="1456" y="2938"/>
                  </a:cubicBezTo>
                  <a:cubicBezTo>
                    <a:pt x="1817" y="2984"/>
                    <a:pt x="2167" y="3065"/>
                    <a:pt x="2500" y="3065"/>
                  </a:cubicBezTo>
                  <a:cubicBezTo>
                    <a:pt x="2833" y="3065"/>
                    <a:pt x="3149" y="2984"/>
                    <a:pt x="3442" y="2701"/>
                  </a:cubicBezTo>
                  <a:cubicBezTo>
                    <a:pt x="3649" y="2495"/>
                    <a:pt x="3813" y="1943"/>
                    <a:pt x="3381" y="1943"/>
                  </a:cubicBezTo>
                  <a:cubicBezTo>
                    <a:pt x="3365" y="1943"/>
                    <a:pt x="3348" y="1944"/>
                    <a:pt x="3329" y="1945"/>
                  </a:cubicBezTo>
                  <a:cubicBezTo>
                    <a:pt x="3529" y="1757"/>
                    <a:pt x="3837" y="1177"/>
                    <a:pt x="3357" y="1177"/>
                  </a:cubicBezTo>
                  <a:cubicBezTo>
                    <a:pt x="3348" y="1177"/>
                    <a:pt x="3339" y="1178"/>
                    <a:pt x="3329" y="1178"/>
                  </a:cubicBezTo>
                  <a:cubicBezTo>
                    <a:pt x="3515" y="781"/>
                    <a:pt x="3302" y="428"/>
                    <a:pt x="2960" y="428"/>
                  </a:cubicBezTo>
                  <a:cubicBezTo>
                    <a:pt x="2846" y="428"/>
                    <a:pt x="2717" y="467"/>
                    <a:pt x="2584" y="557"/>
                  </a:cubicBezTo>
                  <a:cubicBezTo>
                    <a:pt x="2889" y="157"/>
                    <a:pt x="2459" y="1"/>
                    <a:pt x="2063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"/>
            <p:cNvSpPr/>
            <p:nvPr/>
          </p:nvSpPr>
          <p:spPr>
            <a:xfrm>
              <a:off x="4148925" y="3386050"/>
              <a:ext cx="166475" cy="108025"/>
            </a:xfrm>
            <a:custGeom>
              <a:avLst/>
              <a:gdLst/>
              <a:ahLst/>
              <a:cxnLst/>
              <a:rect l="l" t="t" r="r" b="b"/>
              <a:pathLst>
                <a:path w="6659" h="4321" extrusionOk="0">
                  <a:moveTo>
                    <a:pt x="4151" y="1"/>
                  </a:moveTo>
                  <a:cubicBezTo>
                    <a:pt x="3342" y="1"/>
                    <a:pt x="2521" y="267"/>
                    <a:pt x="1976" y="732"/>
                  </a:cubicBezTo>
                  <a:cubicBezTo>
                    <a:pt x="892" y="1601"/>
                    <a:pt x="1" y="2831"/>
                    <a:pt x="204" y="4320"/>
                  </a:cubicBezTo>
                  <a:lnTo>
                    <a:pt x="238" y="4320"/>
                  </a:lnTo>
                  <a:cubicBezTo>
                    <a:pt x="328" y="3880"/>
                    <a:pt x="497" y="3451"/>
                    <a:pt x="734" y="3068"/>
                  </a:cubicBezTo>
                  <a:cubicBezTo>
                    <a:pt x="938" y="2729"/>
                    <a:pt x="1175" y="2413"/>
                    <a:pt x="1434" y="2120"/>
                  </a:cubicBezTo>
                  <a:cubicBezTo>
                    <a:pt x="2089" y="1420"/>
                    <a:pt x="2946" y="901"/>
                    <a:pt x="3917" y="822"/>
                  </a:cubicBezTo>
                  <a:cubicBezTo>
                    <a:pt x="4066" y="808"/>
                    <a:pt x="4212" y="801"/>
                    <a:pt x="4357" y="801"/>
                  </a:cubicBezTo>
                  <a:cubicBezTo>
                    <a:pt x="5035" y="801"/>
                    <a:pt x="5667" y="960"/>
                    <a:pt x="6252" y="1341"/>
                  </a:cubicBezTo>
                  <a:cubicBezTo>
                    <a:pt x="6410" y="1454"/>
                    <a:pt x="6557" y="1601"/>
                    <a:pt x="6659" y="1770"/>
                  </a:cubicBezTo>
                  <a:cubicBezTo>
                    <a:pt x="6602" y="1409"/>
                    <a:pt x="6433" y="1082"/>
                    <a:pt x="6196" y="811"/>
                  </a:cubicBezTo>
                  <a:cubicBezTo>
                    <a:pt x="5702" y="250"/>
                    <a:pt x="4933" y="1"/>
                    <a:pt x="4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"/>
            <p:cNvSpPr/>
            <p:nvPr/>
          </p:nvSpPr>
          <p:spPr>
            <a:xfrm>
              <a:off x="4153450" y="3431700"/>
              <a:ext cx="54200" cy="63225"/>
            </a:xfrm>
            <a:custGeom>
              <a:avLst/>
              <a:gdLst/>
              <a:ahLst/>
              <a:cxnLst/>
              <a:rect l="l" t="t" r="r" b="b"/>
              <a:pathLst>
                <a:path w="2168" h="2529" extrusionOk="0">
                  <a:moveTo>
                    <a:pt x="2167" y="0"/>
                  </a:moveTo>
                  <a:cubicBezTo>
                    <a:pt x="2167" y="0"/>
                    <a:pt x="1986" y="113"/>
                    <a:pt x="1716" y="305"/>
                  </a:cubicBezTo>
                  <a:cubicBezTo>
                    <a:pt x="1592" y="395"/>
                    <a:pt x="1445" y="508"/>
                    <a:pt x="1287" y="632"/>
                  </a:cubicBezTo>
                  <a:cubicBezTo>
                    <a:pt x="1140" y="756"/>
                    <a:pt x="982" y="903"/>
                    <a:pt x="824" y="1061"/>
                  </a:cubicBezTo>
                  <a:cubicBezTo>
                    <a:pt x="757" y="1140"/>
                    <a:pt x="678" y="1219"/>
                    <a:pt x="610" y="1298"/>
                  </a:cubicBezTo>
                  <a:cubicBezTo>
                    <a:pt x="542" y="1377"/>
                    <a:pt x="486" y="1467"/>
                    <a:pt x="429" y="1546"/>
                  </a:cubicBezTo>
                  <a:cubicBezTo>
                    <a:pt x="362" y="1625"/>
                    <a:pt x="305" y="1704"/>
                    <a:pt x="260" y="1783"/>
                  </a:cubicBezTo>
                  <a:cubicBezTo>
                    <a:pt x="226" y="1874"/>
                    <a:pt x="170" y="1941"/>
                    <a:pt x="147" y="2020"/>
                  </a:cubicBezTo>
                  <a:cubicBezTo>
                    <a:pt x="113" y="2088"/>
                    <a:pt x="80" y="2156"/>
                    <a:pt x="68" y="2235"/>
                  </a:cubicBezTo>
                  <a:cubicBezTo>
                    <a:pt x="46" y="2280"/>
                    <a:pt x="34" y="2336"/>
                    <a:pt x="23" y="2393"/>
                  </a:cubicBezTo>
                  <a:cubicBezTo>
                    <a:pt x="1" y="2483"/>
                    <a:pt x="1" y="2528"/>
                    <a:pt x="1" y="2528"/>
                  </a:cubicBezTo>
                  <a:lnTo>
                    <a:pt x="46" y="2404"/>
                  </a:lnTo>
                  <a:cubicBezTo>
                    <a:pt x="68" y="2359"/>
                    <a:pt x="91" y="2314"/>
                    <a:pt x="113" y="2257"/>
                  </a:cubicBezTo>
                  <a:cubicBezTo>
                    <a:pt x="147" y="2201"/>
                    <a:pt x="181" y="2144"/>
                    <a:pt x="226" y="2065"/>
                  </a:cubicBezTo>
                  <a:cubicBezTo>
                    <a:pt x="260" y="1998"/>
                    <a:pt x="305" y="1930"/>
                    <a:pt x="362" y="1862"/>
                  </a:cubicBezTo>
                  <a:cubicBezTo>
                    <a:pt x="418" y="1783"/>
                    <a:pt x="486" y="1704"/>
                    <a:pt x="531" y="1637"/>
                  </a:cubicBezTo>
                  <a:cubicBezTo>
                    <a:pt x="587" y="1558"/>
                    <a:pt x="666" y="1490"/>
                    <a:pt x="734" y="1411"/>
                  </a:cubicBezTo>
                  <a:cubicBezTo>
                    <a:pt x="802" y="1332"/>
                    <a:pt x="869" y="1253"/>
                    <a:pt x="948" y="1174"/>
                  </a:cubicBezTo>
                  <a:cubicBezTo>
                    <a:pt x="1095" y="1027"/>
                    <a:pt x="1242" y="881"/>
                    <a:pt x="1388" y="745"/>
                  </a:cubicBezTo>
                  <a:cubicBezTo>
                    <a:pt x="1524" y="610"/>
                    <a:pt x="1659" y="486"/>
                    <a:pt x="1772" y="373"/>
                  </a:cubicBezTo>
                  <a:lnTo>
                    <a:pt x="2054" y="113"/>
                  </a:lnTo>
                  <a:cubicBezTo>
                    <a:pt x="2133" y="46"/>
                    <a:pt x="2167" y="0"/>
                    <a:pt x="216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"/>
            <p:cNvSpPr/>
            <p:nvPr/>
          </p:nvSpPr>
          <p:spPr>
            <a:xfrm>
              <a:off x="4157400" y="3441000"/>
              <a:ext cx="62375" cy="51375"/>
            </a:xfrm>
            <a:custGeom>
              <a:avLst/>
              <a:gdLst/>
              <a:ahLst/>
              <a:cxnLst/>
              <a:rect l="l" t="t" r="r" b="b"/>
              <a:pathLst>
                <a:path w="2495" h="2055" extrusionOk="0">
                  <a:moveTo>
                    <a:pt x="2494" y="1"/>
                  </a:moveTo>
                  <a:cubicBezTo>
                    <a:pt x="2494" y="1"/>
                    <a:pt x="2302" y="69"/>
                    <a:pt x="2020" y="204"/>
                  </a:cubicBezTo>
                  <a:cubicBezTo>
                    <a:pt x="1885" y="272"/>
                    <a:pt x="1727" y="351"/>
                    <a:pt x="1558" y="452"/>
                  </a:cubicBezTo>
                  <a:cubicBezTo>
                    <a:pt x="1388" y="554"/>
                    <a:pt x="1219" y="667"/>
                    <a:pt x="1050" y="779"/>
                  </a:cubicBezTo>
                  <a:cubicBezTo>
                    <a:pt x="960" y="847"/>
                    <a:pt x="881" y="915"/>
                    <a:pt x="802" y="971"/>
                  </a:cubicBezTo>
                  <a:cubicBezTo>
                    <a:pt x="723" y="1039"/>
                    <a:pt x="644" y="1107"/>
                    <a:pt x="576" y="1186"/>
                  </a:cubicBezTo>
                  <a:cubicBezTo>
                    <a:pt x="508" y="1242"/>
                    <a:pt x="441" y="1321"/>
                    <a:pt x="384" y="1389"/>
                  </a:cubicBezTo>
                  <a:cubicBezTo>
                    <a:pt x="328" y="1456"/>
                    <a:pt x="283" y="1524"/>
                    <a:pt x="226" y="1592"/>
                  </a:cubicBezTo>
                  <a:cubicBezTo>
                    <a:pt x="192" y="1648"/>
                    <a:pt x="158" y="1716"/>
                    <a:pt x="125" y="1772"/>
                  </a:cubicBezTo>
                  <a:cubicBezTo>
                    <a:pt x="91" y="1818"/>
                    <a:pt x="68" y="1874"/>
                    <a:pt x="57" y="1919"/>
                  </a:cubicBezTo>
                  <a:cubicBezTo>
                    <a:pt x="23" y="2009"/>
                    <a:pt x="1" y="2054"/>
                    <a:pt x="1" y="2054"/>
                  </a:cubicBezTo>
                  <a:cubicBezTo>
                    <a:pt x="1" y="2054"/>
                    <a:pt x="34" y="2021"/>
                    <a:pt x="79" y="1942"/>
                  </a:cubicBezTo>
                  <a:cubicBezTo>
                    <a:pt x="113" y="1897"/>
                    <a:pt x="136" y="1851"/>
                    <a:pt x="170" y="1806"/>
                  </a:cubicBezTo>
                  <a:cubicBezTo>
                    <a:pt x="215" y="1761"/>
                    <a:pt x="260" y="1705"/>
                    <a:pt x="305" y="1648"/>
                  </a:cubicBezTo>
                  <a:cubicBezTo>
                    <a:pt x="350" y="1592"/>
                    <a:pt x="418" y="1524"/>
                    <a:pt x="474" y="1468"/>
                  </a:cubicBezTo>
                  <a:cubicBezTo>
                    <a:pt x="531" y="1411"/>
                    <a:pt x="599" y="1344"/>
                    <a:pt x="678" y="1287"/>
                  </a:cubicBezTo>
                  <a:cubicBezTo>
                    <a:pt x="745" y="1219"/>
                    <a:pt x="824" y="1163"/>
                    <a:pt x="903" y="1095"/>
                  </a:cubicBezTo>
                  <a:cubicBezTo>
                    <a:pt x="982" y="1039"/>
                    <a:pt x="1061" y="971"/>
                    <a:pt x="1140" y="915"/>
                  </a:cubicBezTo>
                  <a:cubicBezTo>
                    <a:pt x="1309" y="802"/>
                    <a:pt x="1479" y="678"/>
                    <a:pt x="1637" y="576"/>
                  </a:cubicBezTo>
                  <a:cubicBezTo>
                    <a:pt x="1795" y="475"/>
                    <a:pt x="1941" y="373"/>
                    <a:pt x="2077" y="283"/>
                  </a:cubicBezTo>
                  <a:cubicBezTo>
                    <a:pt x="2201" y="204"/>
                    <a:pt x="2302" y="125"/>
                    <a:pt x="2381" y="80"/>
                  </a:cubicBezTo>
                  <a:cubicBezTo>
                    <a:pt x="2460" y="23"/>
                    <a:pt x="2494" y="1"/>
                    <a:pt x="2494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"/>
            <p:cNvSpPr/>
            <p:nvPr/>
          </p:nvSpPr>
          <p:spPr>
            <a:xfrm>
              <a:off x="4159375" y="3466125"/>
              <a:ext cx="44025" cy="24850"/>
            </a:xfrm>
            <a:custGeom>
              <a:avLst/>
              <a:gdLst/>
              <a:ahLst/>
              <a:cxnLst/>
              <a:rect l="l" t="t" r="r" b="b"/>
              <a:pathLst>
                <a:path w="1761" h="994" extrusionOk="0">
                  <a:moveTo>
                    <a:pt x="1671" y="0"/>
                  </a:moveTo>
                  <a:cubicBezTo>
                    <a:pt x="1592" y="11"/>
                    <a:pt x="1513" y="23"/>
                    <a:pt x="1434" y="34"/>
                  </a:cubicBezTo>
                  <a:cubicBezTo>
                    <a:pt x="1388" y="56"/>
                    <a:pt x="1321" y="45"/>
                    <a:pt x="1264" y="56"/>
                  </a:cubicBezTo>
                  <a:cubicBezTo>
                    <a:pt x="1254" y="59"/>
                    <a:pt x="1242" y="60"/>
                    <a:pt x="1228" y="60"/>
                  </a:cubicBezTo>
                  <a:cubicBezTo>
                    <a:pt x="1203" y="60"/>
                    <a:pt x="1173" y="57"/>
                    <a:pt x="1145" y="57"/>
                  </a:cubicBezTo>
                  <a:cubicBezTo>
                    <a:pt x="1119" y="57"/>
                    <a:pt x="1093" y="59"/>
                    <a:pt x="1072" y="68"/>
                  </a:cubicBezTo>
                  <a:cubicBezTo>
                    <a:pt x="1065" y="71"/>
                    <a:pt x="1057" y="72"/>
                    <a:pt x="1048" y="72"/>
                  </a:cubicBezTo>
                  <a:cubicBezTo>
                    <a:pt x="998" y="72"/>
                    <a:pt x="926" y="37"/>
                    <a:pt x="878" y="37"/>
                  </a:cubicBezTo>
                  <a:cubicBezTo>
                    <a:pt x="866" y="37"/>
                    <a:pt x="855" y="39"/>
                    <a:pt x="847" y="45"/>
                  </a:cubicBezTo>
                  <a:lnTo>
                    <a:pt x="678" y="135"/>
                  </a:lnTo>
                  <a:cubicBezTo>
                    <a:pt x="565" y="203"/>
                    <a:pt x="520" y="384"/>
                    <a:pt x="429" y="463"/>
                  </a:cubicBezTo>
                  <a:cubicBezTo>
                    <a:pt x="328" y="530"/>
                    <a:pt x="305" y="711"/>
                    <a:pt x="237" y="779"/>
                  </a:cubicBezTo>
                  <a:cubicBezTo>
                    <a:pt x="91" y="903"/>
                    <a:pt x="0" y="993"/>
                    <a:pt x="0" y="993"/>
                  </a:cubicBezTo>
                  <a:cubicBezTo>
                    <a:pt x="102" y="948"/>
                    <a:pt x="192" y="903"/>
                    <a:pt x="283" y="858"/>
                  </a:cubicBezTo>
                  <a:cubicBezTo>
                    <a:pt x="463" y="767"/>
                    <a:pt x="678" y="632"/>
                    <a:pt x="881" y="508"/>
                  </a:cubicBezTo>
                  <a:cubicBezTo>
                    <a:pt x="994" y="440"/>
                    <a:pt x="1095" y="372"/>
                    <a:pt x="1197" y="316"/>
                  </a:cubicBezTo>
                  <a:cubicBezTo>
                    <a:pt x="1242" y="282"/>
                    <a:pt x="1287" y="260"/>
                    <a:pt x="1343" y="226"/>
                  </a:cubicBezTo>
                  <a:cubicBezTo>
                    <a:pt x="1400" y="203"/>
                    <a:pt x="1445" y="181"/>
                    <a:pt x="1479" y="158"/>
                  </a:cubicBezTo>
                  <a:cubicBezTo>
                    <a:pt x="1558" y="102"/>
                    <a:pt x="1637" y="79"/>
                    <a:pt x="1682" y="56"/>
                  </a:cubicBezTo>
                  <a:cubicBezTo>
                    <a:pt x="1716" y="34"/>
                    <a:pt x="1738" y="23"/>
                    <a:pt x="176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"/>
            <p:cNvSpPr/>
            <p:nvPr/>
          </p:nvSpPr>
          <p:spPr>
            <a:xfrm>
              <a:off x="4170375" y="3478875"/>
              <a:ext cx="35575" cy="7850"/>
            </a:xfrm>
            <a:custGeom>
              <a:avLst/>
              <a:gdLst/>
              <a:ahLst/>
              <a:cxnLst/>
              <a:rect l="l" t="t" r="r" b="b"/>
              <a:pathLst>
                <a:path w="1423" h="314" extrusionOk="0">
                  <a:moveTo>
                    <a:pt x="1068" y="1"/>
                  </a:moveTo>
                  <a:cubicBezTo>
                    <a:pt x="1027" y="1"/>
                    <a:pt x="988" y="3"/>
                    <a:pt x="948" y="9"/>
                  </a:cubicBezTo>
                  <a:cubicBezTo>
                    <a:pt x="869" y="9"/>
                    <a:pt x="779" y="32"/>
                    <a:pt x="689" y="43"/>
                  </a:cubicBezTo>
                  <a:cubicBezTo>
                    <a:pt x="520" y="77"/>
                    <a:pt x="362" y="122"/>
                    <a:pt x="204" y="201"/>
                  </a:cubicBezTo>
                  <a:cubicBezTo>
                    <a:pt x="136" y="235"/>
                    <a:pt x="68" y="269"/>
                    <a:pt x="1" y="314"/>
                  </a:cubicBezTo>
                  <a:cubicBezTo>
                    <a:pt x="80" y="303"/>
                    <a:pt x="159" y="303"/>
                    <a:pt x="226" y="291"/>
                  </a:cubicBezTo>
                  <a:cubicBezTo>
                    <a:pt x="294" y="280"/>
                    <a:pt x="373" y="269"/>
                    <a:pt x="463" y="257"/>
                  </a:cubicBezTo>
                  <a:cubicBezTo>
                    <a:pt x="542" y="246"/>
                    <a:pt x="632" y="224"/>
                    <a:pt x="723" y="212"/>
                  </a:cubicBezTo>
                  <a:cubicBezTo>
                    <a:pt x="802" y="190"/>
                    <a:pt x="892" y="178"/>
                    <a:pt x="982" y="156"/>
                  </a:cubicBezTo>
                  <a:cubicBezTo>
                    <a:pt x="1016" y="145"/>
                    <a:pt x="1061" y="133"/>
                    <a:pt x="1095" y="122"/>
                  </a:cubicBezTo>
                  <a:cubicBezTo>
                    <a:pt x="1129" y="122"/>
                    <a:pt x="1163" y="111"/>
                    <a:pt x="1197" y="99"/>
                  </a:cubicBezTo>
                  <a:cubicBezTo>
                    <a:pt x="1276" y="77"/>
                    <a:pt x="1355" y="54"/>
                    <a:pt x="1422" y="32"/>
                  </a:cubicBezTo>
                  <a:cubicBezTo>
                    <a:pt x="1343" y="20"/>
                    <a:pt x="1264" y="9"/>
                    <a:pt x="1197" y="9"/>
                  </a:cubicBezTo>
                  <a:cubicBezTo>
                    <a:pt x="1152" y="3"/>
                    <a:pt x="1109" y="1"/>
                    <a:pt x="1068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"/>
            <p:cNvSpPr/>
            <p:nvPr/>
          </p:nvSpPr>
          <p:spPr>
            <a:xfrm>
              <a:off x="4150900" y="3492075"/>
              <a:ext cx="145875" cy="125925"/>
            </a:xfrm>
            <a:custGeom>
              <a:avLst/>
              <a:gdLst/>
              <a:ahLst/>
              <a:cxnLst/>
              <a:rect l="l" t="t" r="r" b="b"/>
              <a:pathLst>
                <a:path w="5835" h="5037" extrusionOk="0">
                  <a:moveTo>
                    <a:pt x="1" y="0"/>
                  </a:moveTo>
                  <a:lnTo>
                    <a:pt x="339" y="1546"/>
                  </a:lnTo>
                  <a:cubicBezTo>
                    <a:pt x="757" y="3160"/>
                    <a:pt x="1502" y="4288"/>
                    <a:pt x="3161" y="4886"/>
                  </a:cubicBezTo>
                  <a:cubicBezTo>
                    <a:pt x="3448" y="4988"/>
                    <a:pt x="3723" y="5037"/>
                    <a:pt x="3986" y="5037"/>
                  </a:cubicBezTo>
                  <a:cubicBezTo>
                    <a:pt x="4712" y="5037"/>
                    <a:pt x="5337" y="4664"/>
                    <a:pt x="5835" y="4017"/>
                  </a:cubicBezTo>
                  <a:cubicBezTo>
                    <a:pt x="5790" y="3329"/>
                    <a:pt x="5587" y="2675"/>
                    <a:pt x="5237" y="2088"/>
                  </a:cubicBezTo>
                  <a:cubicBezTo>
                    <a:pt x="4616" y="1117"/>
                    <a:pt x="3578" y="474"/>
                    <a:pt x="2427" y="361"/>
                  </a:cubicBezTo>
                  <a:cubicBezTo>
                    <a:pt x="2100" y="327"/>
                    <a:pt x="667" y="339"/>
                    <a:pt x="1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"/>
            <p:cNvSpPr/>
            <p:nvPr/>
          </p:nvSpPr>
          <p:spPr>
            <a:xfrm>
              <a:off x="4150900" y="3492075"/>
              <a:ext cx="94400" cy="85375"/>
            </a:xfrm>
            <a:custGeom>
              <a:avLst/>
              <a:gdLst/>
              <a:ahLst/>
              <a:cxnLst/>
              <a:rect l="l" t="t" r="r" b="b"/>
              <a:pathLst>
                <a:path w="3776" h="3415" extrusionOk="0">
                  <a:moveTo>
                    <a:pt x="1" y="0"/>
                  </a:moveTo>
                  <a:lnTo>
                    <a:pt x="170" y="474"/>
                  </a:lnTo>
                  <a:cubicBezTo>
                    <a:pt x="339" y="1208"/>
                    <a:pt x="238" y="1794"/>
                    <a:pt x="622" y="2426"/>
                  </a:cubicBezTo>
                  <a:cubicBezTo>
                    <a:pt x="802" y="2754"/>
                    <a:pt x="1310" y="3103"/>
                    <a:pt x="1637" y="3306"/>
                  </a:cubicBezTo>
                  <a:cubicBezTo>
                    <a:pt x="1750" y="3382"/>
                    <a:pt x="1846" y="3415"/>
                    <a:pt x="1924" y="3415"/>
                  </a:cubicBezTo>
                  <a:cubicBezTo>
                    <a:pt x="2151" y="3415"/>
                    <a:pt x="2238" y="3140"/>
                    <a:pt x="2213" y="2821"/>
                  </a:cubicBezTo>
                  <a:lnTo>
                    <a:pt x="2213" y="2821"/>
                  </a:lnTo>
                  <a:cubicBezTo>
                    <a:pt x="2388" y="3000"/>
                    <a:pt x="2550" y="3080"/>
                    <a:pt x="2682" y="3080"/>
                  </a:cubicBezTo>
                  <a:cubicBezTo>
                    <a:pt x="2932" y="3080"/>
                    <a:pt x="3068" y="2791"/>
                    <a:pt x="2957" y="2347"/>
                  </a:cubicBezTo>
                  <a:lnTo>
                    <a:pt x="2957" y="2347"/>
                  </a:lnTo>
                  <a:cubicBezTo>
                    <a:pt x="2965" y="2348"/>
                    <a:pt x="2972" y="2348"/>
                    <a:pt x="2980" y="2348"/>
                  </a:cubicBezTo>
                  <a:cubicBezTo>
                    <a:pt x="3775" y="2348"/>
                    <a:pt x="3460" y="1139"/>
                    <a:pt x="2845" y="1095"/>
                  </a:cubicBezTo>
                  <a:cubicBezTo>
                    <a:pt x="3375" y="892"/>
                    <a:pt x="2743" y="406"/>
                    <a:pt x="2495" y="327"/>
                  </a:cubicBezTo>
                  <a:cubicBezTo>
                    <a:pt x="2309" y="270"/>
                    <a:pt x="2117" y="252"/>
                    <a:pt x="1922" y="252"/>
                  </a:cubicBezTo>
                  <a:cubicBezTo>
                    <a:pt x="1591" y="252"/>
                    <a:pt x="1254" y="304"/>
                    <a:pt x="934" y="304"/>
                  </a:cubicBezTo>
                  <a:cubicBezTo>
                    <a:pt x="593" y="304"/>
                    <a:pt x="273" y="245"/>
                    <a:pt x="1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"/>
            <p:cNvSpPr/>
            <p:nvPr/>
          </p:nvSpPr>
          <p:spPr>
            <a:xfrm>
              <a:off x="4150625" y="3490650"/>
              <a:ext cx="166750" cy="101875"/>
            </a:xfrm>
            <a:custGeom>
              <a:avLst/>
              <a:gdLst/>
              <a:ahLst/>
              <a:cxnLst/>
              <a:rect l="l" t="t" r="r" b="b"/>
              <a:pathLst>
                <a:path w="6670" h="4075" extrusionOk="0">
                  <a:moveTo>
                    <a:pt x="1" y="1"/>
                  </a:moveTo>
                  <a:lnTo>
                    <a:pt x="12" y="57"/>
                  </a:lnTo>
                  <a:cubicBezTo>
                    <a:pt x="678" y="384"/>
                    <a:pt x="2111" y="384"/>
                    <a:pt x="2438" y="418"/>
                  </a:cubicBezTo>
                  <a:cubicBezTo>
                    <a:pt x="3578" y="542"/>
                    <a:pt x="4616" y="1174"/>
                    <a:pt x="5237" y="2145"/>
                  </a:cubicBezTo>
                  <a:cubicBezTo>
                    <a:pt x="5586" y="2732"/>
                    <a:pt x="5789" y="3397"/>
                    <a:pt x="5835" y="4074"/>
                  </a:cubicBezTo>
                  <a:cubicBezTo>
                    <a:pt x="5846" y="4052"/>
                    <a:pt x="5868" y="4041"/>
                    <a:pt x="5880" y="4018"/>
                  </a:cubicBezTo>
                  <a:cubicBezTo>
                    <a:pt x="6670" y="2969"/>
                    <a:pt x="5733" y="1163"/>
                    <a:pt x="4785" y="554"/>
                  </a:cubicBezTo>
                  <a:cubicBezTo>
                    <a:pt x="4052" y="80"/>
                    <a:pt x="3262" y="68"/>
                    <a:pt x="2427" y="35"/>
                  </a:cubicBezTo>
                  <a:cubicBezTo>
                    <a:pt x="2179" y="18"/>
                    <a:pt x="1933" y="9"/>
                    <a:pt x="1689" y="9"/>
                  </a:cubicBezTo>
                  <a:cubicBezTo>
                    <a:pt x="1445" y="9"/>
                    <a:pt x="1202" y="18"/>
                    <a:pt x="960" y="35"/>
                  </a:cubicBezTo>
                  <a:cubicBezTo>
                    <a:pt x="841" y="47"/>
                    <a:pt x="721" y="54"/>
                    <a:pt x="601" y="54"/>
                  </a:cubicBezTo>
                  <a:cubicBezTo>
                    <a:pt x="400" y="54"/>
                    <a:pt x="198" y="3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"/>
            <p:cNvSpPr/>
            <p:nvPr/>
          </p:nvSpPr>
          <p:spPr>
            <a:xfrm>
              <a:off x="4157975" y="3492075"/>
              <a:ext cx="87750" cy="57850"/>
            </a:xfrm>
            <a:custGeom>
              <a:avLst/>
              <a:gdLst/>
              <a:ahLst/>
              <a:cxnLst/>
              <a:rect l="l" t="t" r="r" b="b"/>
              <a:pathLst>
                <a:path w="3510" h="2314" extrusionOk="0">
                  <a:moveTo>
                    <a:pt x="203" y="0"/>
                  </a:moveTo>
                  <a:lnTo>
                    <a:pt x="203" y="0"/>
                  </a:lnTo>
                  <a:cubicBezTo>
                    <a:pt x="158" y="11"/>
                    <a:pt x="124" y="23"/>
                    <a:pt x="90" y="57"/>
                  </a:cubicBezTo>
                  <a:cubicBezTo>
                    <a:pt x="90" y="57"/>
                    <a:pt x="82" y="73"/>
                    <a:pt x="72" y="85"/>
                  </a:cubicBezTo>
                  <a:lnTo>
                    <a:pt x="72" y="85"/>
                  </a:lnTo>
                  <a:cubicBezTo>
                    <a:pt x="59" y="73"/>
                    <a:pt x="47" y="63"/>
                    <a:pt x="34" y="57"/>
                  </a:cubicBezTo>
                  <a:cubicBezTo>
                    <a:pt x="31" y="53"/>
                    <a:pt x="28" y="52"/>
                    <a:pt x="27" y="52"/>
                  </a:cubicBezTo>
                  <a:cubicBezTo>
                    <a:pt x="23" y="52"/>
                    <a:pt x="23" y="60"/>
                    <a:pt x="23" y="68"/>
                  </a:cubicBezTo>
                  <a:cubicBezTo>
                    <a:pt x="23" y="74"/>
                    <a:pt x="28" y="74"/>
                    <a:pt x="34" y="74"/>
                  </a:cubicBezTo>
                  <a:cubicBezTo>
                    <a:pt x="40" y="74"/>
                    <a:pt x="45" y="74"/>
                    <a:pt x="45" y="79"/>
                  </a:cubicBezTo>
                  <a:cubicBezTo>
                    <a:pt x="48" y="90"/>
                    <a:pt x="52" y="95"/>
                    <a:pt x="57" y="95"/>
                  </a:cubicBezTo>
                  <a:cubicBezTo>
                    <a:pt x="62" y="95"/>
                    <a:pt x="67" y="90"/>
                    <a:pt x="72" y="85"/>
                  </a:cubicBezTo>
                  <a:lnTo>
                    <a:pt x="72" y="85"/>
                  </a:lnTo>
                  <a:cubicBezTo>
                    <a:pt x="73" y="85"/>
                    <a:pt x="73" y="86"/>
                    <a:pt x="74" y="86"/>
                  </a:cubicBezTo>
                  <a:lnTo>
                    <a:pt x="74" y="86"/>
                  </a:lnTo>
                  <a:cubicBezTo>
                    <a:pt x="90" y="76"/>
                    <a:pt x="102" y="68"/>
                    <a:pt x="102" y="68"/>
                  </a:cubicBezTo>
                  <a:cubicBezTo>
                    <a:pt x="135" y="45"/>
                    <a:pt x="169" y="23"/>
                    <a:pt x="203" y="0"/>
                  </a:cubicBezTo>
                  <a:close/>
                  <a:moveTo>
                    <a:pt x="74" y="86"/>
                  </a:moveTo>
                  <a:cubicBezTo>
                    <a:pt x="62" y="93"/>
                    <a:pt x="49" y="102"/>
                    <a:pt x="36" y="109"/>
                  </a:cubicBezTo>
                  <a:lnTo>
                    <a:pt x="36" y="109"/>
                  </a:lnTo>
                  <a:cubicBezTo>
                    <a:pt x="31" y="104"/>
                    <a:pt x="26" y="98"/>
                    <a:pt x="23" y="90"/>
                  </a:cubicBezTo>
                  <a:cubicBezTo>
                    <a:pt x="19" y="89"/>
                    <a:pt x="17" y="88"/>
                    <a:pt x="14" y="88"/>
                  </a:cubicBezTo>
                  <a:cubicBezTo>
                    <a:pt x="0" y="88"/>
                    <a:pt x="0" y="115"/>
                    <a:pt x="0" y="124"/>
                  </a:cubicBezTo>
                  <a:cubicBezTo>
                    <a:pt x="0" y="125"/>
                    <a:pt x="1" y="126"/>
                    <a:pt x="2" y="126"/>
                  </a:cubicBezTo>
                  <a:cubicBezTo>
                    <a:pt x="6" y="126"/>
                    <a:pt x="20" y="118"/>
                    <a:pt x="36" y="109"/>
                  </a:cubicBezTo>
                  <a:lnTo>
                    <a:pt x="36" y="109"/>
                  </a:lnTo>
                  <a:cubicBezTo>
                    <a:pt x="48" y="121"/>
                    <a:pt x="64" y="131"/>
                    <a:pt x="79" y="147"/>
                  </a:cubicBezTo>
                  <a:cubicBezTo>
                    <a:pt x="124" y="192"/>
                    <a:pt x="181" y="237"/>
                    <a:pt x="237" y="282"/>
                  </a:cubicBezTo>
                  <a:cubicBezTo>
                    <a:pt x="305" y="339"/>
                    <a:pt x="384" y="395"/>
                    <a:pt x="474" y="440"/>
                  </a:cubicBezTo>
                  <a:cubicBezTo>
                    <a:pt x="677" y="553"/>
                    <a:pt x="892" y="643"/>
                    <a:pt x="1106" y="722"/>
                  </a:cubicBezTo>
                  <a:cubicBezTo>
                    <a:pt x="1354" y="813"/>
                    <a:pt x="1614" y="892"/>
                    <a:pt x="1851" y="982"/>
                  </a:cubicBezTo>
                  <a:cubicBezTo>
                    <a:pt x="1975" y="1027"/>
                    <a:pt x="2099" y="1083"/>
                    <a:pt x="2212" y="1151"/>
                  </a:cubicBezTo>
                  <a:cubicBezTo>
                    <a:pt x="2336" y="1208"/>
                    <a:pt x="2437" y="1275"/>
                    <a:pt x="2550" y="1332"/>
                  </a:cubicBezTo>
                  <a:cubicBezTo>
                    <a:pt x="2742" y="1445"/>
                    <a:pt x="2934" y="1569"/>
                    <a:pt x="3103" y="1727"/>
                  </a:cubicBezTo>
                  <a:cubicBezTo>
                    <a:pt x="3171" y="1783"/>
                    <a:pt x="3227" y="1851"/>
                    <a:pt x="3284" y="1919"/>
                  </a:cubicBezTo>
                  <a:cubicBezTo>
                    <a:pt x="3340" y="1986"/>
                    <a:pt x="3340" y="2065"/>
                    <a:pt x="3374" y="2110"/>
                  </a:cubicBezTo>
                  <a:cubicBezTo>
                    <a:pt x="3408" y="2155"/>
                    <a:pt x="3340" y="2246"/>
                    <a:pt x="3363" y="2268"/>
                  </a:cubicBezTo>
                  <a:lnTo>
                    <a:pt x="3385" y="2313"/>
                  </a:lnTo>
                  <a:cubicBezTo>
                    <a:pt x="3385" y="2313"/>
                    <a:pt x="3464" y="2257"/>
                    <a:pt x="3453" y="2223"/>
                  </a:cubicBezTo>
                  <a:cubicBezTo>
                    <a:pt x="3442" y="2178"/>
                    <a:pt x="3509" y="2099"/>
                    <a:pt x="3487" y="2043"/>
                  </a:cubicBezTo>
                  <a:cubicBezTo>
                    <a:pt x="3453" y="1975"/>
                    <a:pt x="3408" y="1919"/>
                    <a:pt x="3374" y="1862"/>
                  </a:cubicBezTo>
                  <a:cubicBezTo>
                    <a:pt x="3318" y="1783"/>
                    <a:pt x="3261" y="1704"/>
                    <a:pt x="3194" y="1636"/>
                  </a:cubicBezTo>
                  <a:cubicBezTo>
                    <a:pt x="3024" y="1478"/>
                    <a:pt x="2832" y="1332"/>
                    <a:pt x="2641" y="1208"/>
                  </a:cubicBezTo>
                  <a:cubicBezTo>
                    <a:pt x="2528" y="1129"/>
                    <a:pt x="2415" y="1072"/>
                    <a:pt x="2291" y="1004"/>
                  </a:cubicBezTo>
                  <a:cubicBezTo>
                    <a:pt x="2178" y="937"/>
                    <a:pt x="2043" y="880"/>
                    <a:pt x="1918" y="835"/>
                  </a:cubicBezTo>
                  <a:cubicBezTo>
                    <a:pt x="1659" y="734"/>
                    <a:pt x="1399" y="655"/>
                    <a:pt x="1162" y="587"/>
                  </a:cubicBezTo>
                  <a:cubicBezTo>
                    <a:pt x="1038" y="553"/>
                    <a:pt x="914" y="508"/>
                    <a:pt x="813" y="474"/>
                  </a:cubicBezTo>
                  <a:cubicBezTo>
                    <a:pt x="700" y="440"/>
                    <a:pt x="598" y="395"/>
                    <a:pt x="508" y="350"/>
                  </a:cubicBezTo>
                  <a:cubicBezTo>
                    <a:pt x="429" y="316"/>
                    <a:pt x="350" y="271"/>
                    <a:pt x="271" y="226"/>
                  </a:cubicBezTo>
                  <a:cubicBezTo>
                    <a:pt x="214" y="192"/>
                    <a:pt x="147" y="158"/>
                    <a:pt x="102" y="113"/>
                  </a:cubicBezTo>
                  <a:cubicBezTo>
                    <a:pt x="92" y="104"/>
                    <a:pt x="83" y="94"/>
                    <a:pt x="74" y="86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"/>
            <p:cNvSpPr/>
            <p:nvPr/>
          </p:nvSpPr>
          <p:spPr>
            <a:xfrm>
              <a:off x="4161625" y="3498550"/>
              <a:ext cx="43200" cy="39800"/>
            </a:xfrm>
            <a:custGeom>
              <a:avLst/>
              <a:gdLst/>
              <a:ahLst/>
              <a:cxnLst/>
              <a:rect l="l" t="t" r="r" b="b"/>
              <a:pathLst>
                <a:path w="1728" h="1592" extrusionOk="0">
                  <a:moveTo>
                    <a:pt x="1" y="1"/>
                  </a:moveTo>
                  <a:lnTo>
                    <a:pt x="57" y="80"/>
                  </a:lnTo>
                  <a:cubicBezTo>
                    <a:pt x="102" y="136"/>
                    <a:pt x="159" y="215"/>
                    <a:pt x="238" y="283"/>
                  </a:cubicBezTo>
                  <a:cubicBezTo>
                    <a:pt x="317" y="362"/>
                    <a:pt x="418" y="463"/>
                    <a:pt x="520" y="554"/>
                  </a:cubicBezTo>
                  <a:cubicBezTo>
                    <a:pt x="633" y="633"/>
                    <a:pt x="746" y="723"/>
                    <a:pt x="870" y="813"/>
                  </a:cubicBezTo>
                  <a:cubicBezTo>
                    <a:pt x="982" y="903"/>
                    <a:pt x="1107" y="994"/>
                    <a:pt x="1208" y="1084"/>
                  </a:cubicBezTo>
                  <a:cubicBezTo>
                    <a:pt x="1253" y="1118"/>
                    <a:pt x="1310" y="1163"/>
                    <a:pt x="1355" y="1208"/>
                  </a:cubicBezTo>
                  <a:lnTo>
                    <a:pt x="1490" y="1321"/>
                  </a:lnTo>
                  <a:cubicBezTo>
                    <a:pt x="1524" y="1355"/>
                    <a:pt x="1558" y="1389"/>
                    <a:pt x="1592" y="1434"/>
                  </a:cubicBezTo>
                  <a:cubicBezTo>
                    <a:pt x="1626" y="1456"/>
                    <a:pt x="1648" y="1490"/>
                    <a:pt x="1671" y="1513"/>
                  </a:cubicBezTo>
                  <a:cubicBezTo>
                    <a:pt x="1691" y="1533"/>
                    <a:pt x="1711" y="1553"/>
                    <a:pt x="1723" y="1580"/>
                  </a:cubicBezTo>
                  <a:lnTo>
                    <a:pt x="1723" y="1580"/>
                  </a:lnTo>
                  <a:cubicBezTo>
                    <a:pt x="1717" y="1566"/>
                    <a:pt x="1704" y="1538"/>
                    <a:pt x="1682" y="1502"/>
                  </a:cubicBezTo>
                  <a:cubicBezTo>
                    <a:pt x="1671" y="1468"/>
                    <a:pt x="1648" y="1434"/>
                    <a:pt x="1637" y="1400"/>
                  </a:cubicBezTo>
                  <a:cubicBezTo>
                    <a:pt x="1614" y="1344"/>
                    <a:pt x="1592" y="1298"/>
                    <a:pt x="1558" y="1253"/>
                  </a:cubicBezTo>
                  <a:cubicBezTo>
                    <a:pt x="1479" y="1152"/>
                    <a:pt x="1400" y="1061"/>
                    <a:pt x="1298" y="971"/>
                  </a:cubicBezTo>
                  <a:cubicBezTo>
                    <a:pt x="1253" y="926"/>
                    <a:pt x="1197" y="870"/>
                    <a:pt x="1140" y="824"/>
                  </a:cubicBezTo>
                  <a:lnTo>
                    <a:pt x="971" y="689"/>
                  </a:lnTo>
                  <a:cubicBezTo>
                    <a:pt x="847" y="599"/>
                    <a:pt x="723" y="509"/>
                    <a:pt x="610" y="430"/>
                  </a:cubicBezTo>
                  <a:lnTo>
                    <a:pt x="305" y="215"/>
                  </a:lnTo>
                  <a:cubicBezTo>
                    <a:pt x="215" y="147"/>
                    <a:pt x="136" y="91"/>
                    <a:pt x="80" y="57"/>
                  </a:cubicBezTo>
                  <a:lnTo>
                    <a:pt x="1" y="1"/>
                  </a:lnTo>
                  <a:close/>
                  <a:moveTo>
                    <a:pt x="1723" y="1580"/>
                  </a:moveTo>
                  <a:cubicBezTo>
                    <a:pt x="1726" y="1588"/>
                    <a:pt x="1727" y="1592"/>
                    <a:pt x="1727" y="1592"/>
                  </a:cubicBezTo>
                  <a:lnTo>
                    <a:pt x="1727" y="1592"/>
                  </a:lnTo>
                  <a:cubicBezTo>
                    <a:pt x="1726" y="1588"/>
                    <a:pt x="1724" y="1584"/>
                    <a:pt x="1723" y="158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"/>
            <p:cNvSpPr/>
            <p:nvPr/>
          </p:nvSpPr>
          <p:spPr>
            <a:xfrm>
              <a:off x="4161925" y="3501375"/>
              <a:ext cx="36975" cy="45725"/>
            </a:xfrm>
            <a:custGeom>
              <a:avLst/>
              <a:gdLst/>
              <a:ahLst/>
              <a:cxnLst/>
              <a:rect l="l" t="t" r="r" b="b"/>
              <a:pathLst>
                <a:path w="1479" h="1829" extrusionOk="0">
                  <a:moveTo>
                    <a:pt x="0" y="1"/>
                  </a:moveTo>
                  <a:cubicBezTo>
                    <a:pt x="0" y="1"/>
                    <a:pt x="79" y="125"/>
                    <a:pt x="214" y="305"/>
                  </a:cubicBezTo>
                  <a:cubicBezTo>
                    <a:pt x="248" y="350"/>
                    <a:pt x="282" y="396"/>
                    <a:pt x="327" y="452"/>
                  </a:cubicBezTo>
                  <a:cubicBezTo>
                    <a:pt x="372" y="497"/>
                    <a:pt x="406" y="554"/>
                    <a:pt x="440" y="599"/>
                  </a:cubicBezTo>
                  <a:cubicBezTo>
                    <a:pt x="530" y="711"/>
                    <a:pt x="621" y="813"/>
                    <a:pt x="711" y="937"/>
                  </a:cubicBezTo>
                  <a:cubicBezTo>
                    <a:pt x="801" y="1050"/>
                    <a:pt x="903" y="1163"/>
                    <a:pt x="982" y="1264"/>
                  </a:cubicBezTo>
                  <a:cubicBezTo>
                    <a:pt x="1072" y="1366"/>
                    <a:pt x="1151" y="1468"/>
                    <a:pt x="1230" y="1547"/>
                  </a:cubicBezTo>
                  <a:cubicBezTo>
                    <a:pt x="1365" y="1716"/>
                    <a:pt x="1478" y="1829"/>
                    <a:pt x="1478" y="1829"/>
                  </a:cubicBezTo>
                  <a:cubicBezTo>
                    <a:pt x="1478" y="1829"/>
                    <a:pt x="1411" y="1693"/>
                    <a:pt x="1309" y="1501"/>
                  </a:cubicBezTo>
                  <a:cubicBezTo>
                    <a:pt x="1162" y="1264"/>
                    <a:pt x="1016" y="1039"/>
                    <a:pt x="846" y="824"/>
                  </a:cubicBezTo>
                  <a:cubicBezTo>
                    <a:pt x="745" y="711"/>
                    <a:pt x="643" y="610"/>
                    <a:pt x="553" y="497"/>
                  </a:cubicBezTo>
                  <a:cubicBezTo>
                    <a:pt x="474" y="407"/>
                    <a:pt x="384" y="317"/>
                    <a:pt x="282" y="238"/>
                  </a:cubicBezTo>
                  <a:cubicBezTo>
                    <a:pt x="124" y="9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"/>
            <p:cNvSpPr/>
            <p:nvPr/>
          </p:nvSpPr>
          <p:spPr>
            <a:xfrm>
              <a:off x="4045400" y="3490100"/>
              <a:ext cx="118800" cy="150150"/>
            </a:xfrm>
            <a:custGeom>
              <a:avLst/>
              <a:gdLst/>
              <a:ahLst/>
              <a:cxnLst/>
              <a:rect l="l" t="t" r="r" b="b"/>
              <a:pathLst>
                <a:path w="4752" h="6006" extrusionOk="0">
                  <a:moveTo>
                    <a:pt x="4334" y="0"/>
                  </a:moveTo>
                  <a:cubicBezTo>
                    <a:pt x="3668" y="790"/>
                    <a:pt x="3386" y="880"/>
                    <a:pt x="2551" y="1354"/>
                  </a:cubicBezTo>
                  <a:cubicBezTo>
                    <a:pt x="2269" y="1512"/>
                    <a:pt x="1592" y="1659"/>
                    <a:pt x="1332" y="1828"/>
                  </a:cubicBezTo>
                  <a:cubicBezTo>
                    <a:pt x="1073" y="1964"/>
                    <a:pt x="971" y="2122"/>
                    <a:pt x="757" y="2325"/>
                  </a:cubicBezTo>
                  <a:cubicBezTo>
                    <a:pt x="1" y="3070"/>
                    <a:pt x="114" y="4424"/>
                    <a:pt x="429" y="5315"/>
                  </a:cubicBezTo>
                  <a:cubicBezTo>
                    <a:pt x="508" y="5541"/>
                    <a:pt x="610" y="5755"/>
                    <a:pt x="734" y="5958"/>
                  </a:cubicBezTo>
                  <a:cubicBezTo>
                    <a:pt x="989" y="5987"/>
                    <a:pt x="1241" y="6006"/>
                    <a:pt x="1488" y="6006"/>
                  </a:cubicBezTo>
                  <a:cubicBezTo>
                    <a:pt x="2402" y="6006"/>
                    <a:pt x="3242" y="5751"/>
                    <a:pt x="3837" y="4819"/>
                  </a:cubicBezTo>
                  <a:cubicBezTo>
                    <a:pt x="4323" y="4029"/>
                    <a:pt x="4537" y="3589"/>
                    <a:pt x="4593" y="2686"/>
                  </a:cubicBezTo>
                  <a:cubicBezTo>
                    <a:pt x="4627" y="2155"/>
                    <a:pt x="4751" y="914"/>
                    <a:pt x="4492" y="203"/>
                  </a:cubicBezTo>
                  <a:cubicBezTo>
                    <a:pt x="4435" y="136"/>
                    <a:pt x="4390" y="68"/>
                    <a:pt x="4334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"/>
            <p:cNvSpPr/>
            <p:nvPr/>
          </p:nvSpPr>
          <p:spPr>
            <a:xfrm>
              <a:off x="4150075" y="3476550"/>
              <a:ext cx="2275" cy="3700"/>
            </a:xfrm>
            <a:custGeom>
              <a:avLst/>
              <a:gdLst/>
              <a:ahLst/>
              <a:cxnLst/>
              <a:rect l="l" t="t" r="r" b="b"/>
              <a:pathLst>
                <a:path w="91" h="148" extrusionOk="0">
                  <a:moveTo>
                    <a:pt x="90" y="1"/>
                  </a:moveTo>
                  <a:lnTo>
                    <a:pt x="0" y="80"/>
                  </a:lnTo>
                  <a:cubicBezTo>
                    <a:pt x="34" y="102"/>
                    <a:pt x="57" y="125"/>
                    <a:pt x="79" y="147"/>
                  </a:cubicBezTo>
                  <a:cubicBezTo>
                    <a:pt x="79" y="102"/>
                    <a:pt x="90" y="57"/>
                    <a:pt x="90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"/>
            <p:cNvSpPr/>
            <p:nvPr/>
          </p:nvSpPr>
          <p:spPr>
            <a:xfrm>
              <a:off x="4086025" y="3490100"/>
              <a:ext cx="78175" cy="105825"/>
            </a:xfrm>
            <a:custGeom>
              <a:avLst/>
              <a:gdLst/>
              <a:ahLst/>
              <a:cxnLst/>
              <a:rect l="l" t="t" r="r" b="b"/>
              <a:pathLst>
                <a:path w="3127" h="4233" extrusionOk="0">
                  <a:moveTo>
                    <a:pt x="2709" y="0"/>
                  </a:moveTo>
                  <a:cubicBezTo>
                    <a:pt x="2043" y="790"/>
                    <a:pt x="1761" y="880"/>
                    <a:pt x="926" y="1354"/>
                  </a:cubicBezTo>
                  <a:cubicBezTo>
                    <a:pt x="757" y="1433"/>
                    <a:pt x="587" y="1501"/>
                    <a:pt x="418" y="1557"/>
                  </a:cubicBezTo>
                  <a:cubicBezTo>
                    <a:pt x="271" y="1648"/>
                    <a:pt x="170" y="1794"/>
                    <a:pt x="113" y="1964"/>
                  </a:cubicBezTo>
                  <a:cubicBezTo>
                    <a:pt x="68" y="2302"/>
                    <a:pt x="396" y="2268"/>
                    <a:pt x="655" y="2302"/>
                  </a:cubicBezTo>
                  <a:cubicBezTo>
                    <a:pt x="497" y="2539"/>
                    <a:pt x="1" y="2945"/>
                    <a:pt x="125" y="3273"/>
                  </a:cubicBezTo>
                  <a:cubicBezTo>
                    <a:pt x="171" y="3411"/>
                    <a:pt x="281" y="3455"/>
                    <a:pt x="411" y="3455"/>
                  </a:cubicBezTo>
                  <a:cubicBezTo>
                    <a:pt x="600" y="3455"/>
                    <a:pt x="831" y="3362"/>
                    <a:pt x="971" y="3329"/>
                  </a:cubicBezTo>
                  <a:lnTo>
                    <a:pt x="971" y="3329"/>
                  </a:lnTo>
                  <a:cubicBezTo>
                    <a:pt x="1016" y="3521"/>
                    <a:pt x="960" y="4017"/>
                    <a:pt x="1152" y="4153"/>
                  </a:cubicBezTo>
                  <a:cubicBezTo>
                    <a:pt x="1198" y="4182"/>
                    <a:pt x="1240" y="4195"/>
                    <a:pt x="1279" y="4195"/>
                  </a:cubicBezTo>
                  <a:cubicBezTo>
                    <a:pt x="1451" y="4195"/>
                    <a:pt x="1567" y="3954"/>
                    <a:pt x="1705" y="3826"/>
                  </a:cubicBezTo>
                  <a:cubicBezTo>
                    <a:pt x="1735" y="4074"/>
                    <a:pt x="1820" y="4233"/>
                    <a:pt x="1978" y="4233"/>
                  </a:cubicBezTo>
                  <a:cubicBezTo>
                    <a:pt x="2057" y="4233"/>
                    <a:pt x="2153" y="4194"/>
                    <a:pt x="2269" y="4108"/>
                  </a:cubicBezTo>
                  <a:cubicBezTo>
                    <a:pt x="2517" y="3916"/>
                    <a:pt x="2720" y="3668"/>
                    <a:pt x="2867" y="3374"/>
                  </a:cubicBezTo>
                  <a:cubicBezTo>
                    <a:pt x="2923" y="3148"/>
                    <a:pt x="2957" y="2923"/>
                    <a:pt x="2968" y="2686"/>
                  </a:cubicBezTo>
                  <a:cubicBezTo>
                    <a:pt x="3002" y="2155"/>
                    <a:pt x="3126" y="914"/>
                    <a:pt x="2867" y="203"/>
                  </a:cubicBezTo>
                  <a:cubicBezTo>
                    <a:pt x="2810" y="136"/>
                    <a:pt x="2765" y="68"/>
                    <a:pt x="2709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"/>
            <p:cNvSpPr/>
            <p:nvPr/>
          </p:nvSpPr>
          <p:spPr>
            <a:xfrm>
              <a:off x="4063750" y="3495175"/>
              <a:ext cx="113975" cy="165800"/>
            </a:xfrm>
            <a:custGeom>
              <a:avLst/>
              <a:gdLst/>
              <a:ahLst/>
              <a:cxnLst/>
              <a:rect l="l" t="t" r="r" b="b"/>
              <a:pathLst>
                <a:path w="4559" h="6632" extrusionOk="0">
                  <a:moveTo>
                    <a:pt x="3758" y="0"/>
                  </a:moveTo>
                  <a:lnTo>
                    <a:pt x="3758" y="0"/>
                  </a:lnTo>
                  <a:cubicBezTo>
                    <a:pt x="4017" y="711"/>
                    <a:pt x="3893" y="1952"/>
                    <a:pt x="3859" y="2483"/>
                  </a:cubicBezTo>
                  <a:cubicBezTo>
                    <a:pt x="3803" y="3386"/>
                    <a:pt x="3577" y="3826"/>
                    <a:pt x="3103" y="4616"/>
                  </a:cubicBezTo>
                  <a:cubicBezTo>
                    <a:pt x="2508" y="5548"/>
                    <a:pt x="1668" y="5803"/>
                    <a:pt x="754" y="5803"/>
                  </a:cubicBezTo>
                  <a:cubicBezTo>
                    <a:pt x="507" y="5803"/>
                    <a:pt x="255" y="5784"/>
                    <a:pt x="0" y="5755"/>
                  </a:cubicBezTo>
                  <a:lnTo>
                    <a:pt x="0" y="5755"/>
                  </a:lnTo>
                  <a:cubicBezTo>
                    <a:pt x="364" y="6336"/>
                    <a:pt x="880" y="6632"/>
                    <a:pt x="1476" y="6632"/>
                  </a:cubicBezTo>
                  <a:cubicBezTo>
                    <a:pt x="1933" y="6632"/>
                    <a:pt x="2437" y="6458"/>
                    <a:pt x="2957" y="6105"/>
                  </a:cubicBezTo>
                  <a:cubicBezTo>
                    <a:pt x="4277" y="5202"/>
                    <a:pt x="4559" y="4142"/>
                    <a:pt x="4435" y="2381"/>
                  </a:cubicBezTo>
                  <a:cubicBezTo>
                    <a:pt x="4424" y="2223"/>
                    <a:pt x="4412" y="971"/>
                    <a:pt x="3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"/>
            <p:cNvSpPr/>
            <p:nvPr/>
          </p:nvSpPr>
          <p:spPr>
            <a:xfrm>
              <a:off x="4127225" y="3503625"/>
              <a:ext cx="26525" cy="80725"/>
            </a:xfrm>
            <a:custGeom>
              <a:avLst/>
              <a:gdLst/>
              <a:ahLst/>
              <a:cxnLst/>
              <a:rect l="l" t="t" r="r" b="b"/>
              <a:pathLst>
                <a:path w="1061" h="3229" extrusionOk="0">
                  <a:moveTo>
                    <a:pt x="1038" y="1"/>
                  </a:moveTo>
                  <a:cubicBezTo>
                    <a:pt x="1038" y="1"/>
                    <a:pt x="1027" y="57"/>
                    <a:pt x="1016" y="148"/>
                  </a:cubicBezTo>
                  <a:cubicBezTo>
                    <a:pt x="1004" y="238"/>
                    <a:pt x="993" y="373"/>
                    <a:pt x="959" y="531"/>
                  </a:cubicBezTo>
                  <a:cubicBezTo>
                    <a:pt x="948" y="610"/>
                    <a:pt x="937" y="700"/>
                    <a:pt x="914" y="791"/>
                  </a:cubicBezTo>
                  <a:cubicBezTo>
                    <a:pt x="903" y="881"/>
                    <a:pt x="880" y="971"/>
                    <a:pt x="858" y="1073"/>
                  </a:cubicBezTo>
                  <a:cubicBezTo>
                    <a:pt x="835" y="1174"/>
                    <a:pt x="813" y="1276"/>
                    <a:pt x="790" y="1366"/>
                  </a:cubicBezTo>
                  <a:cubicBezTo>
                    <a:pt x="756" y="1468"/>
                    <a:pt x="734" y="1581"/>
                    <a:pt x="700" y="1682"/>
                  </a:cubicBezTo>
                  <a:cubicBezTo>
                    <a:pt x="666" y="1772"/>
                    <a:pt x="632" y="1874"/>
                    <a:pt x="598" y="1976"/>
                  </a:cubicBezTo>
                  <a:cubicBezTo>
                    <a:pt x="564" y="2077"/>
                    <a:pt x="530" y="2167"/>
                    <a:pt x="485" y="2258"/>
                  </a:cubicBezTo>
                  <a:cubicBezTo>
                    <a:pt x="451" y="2348"/>
                    <a:pt x="418" y="2438"/>
                    <a:pt x="372" y="2517"/>
                  </a:cubicBezTo>
                  <a:lnTo>
                    <a:pt x="260" y="2754"/>
                  </a:lnTo>
                  <a:cubicBezTo>
                    <a:pt x="192" y="2901"/>
                    <a:pt x="113" y="3014"/>
                    <a:pt x="68" y="3093"/>
                  </a:cubicBezTo>
                  <a:lnTo>
                    <a:pt x="0" y="3228"/>
                  </a:lnTo>
                  <a:cubicBezTo>
                    <a:pt x="0" y="3228"/>
                    <a:pt x="34" y="3183"/>
                    <a:pt x="102" y="3115"/>
                  </a:cubicBezTo>
                  <a:cubicBezTo>
                    <a:pt x="124" y="3070"/>
                    <a:pt x="169" y="3025"/>
                    <a:pt x="203" y="2980"/>
                  </a:cubicBezTo>
                  <a:cubicBezTo>
                    <a:pt x="260" y="2923"/>
                    <a:pt x="305" y="2867"/>
                    <a:pt x="339" y="2799"/>
                  </a:cubicBezTo>
                  <a:lnTo>
                    <a:pt x="485" y="2574"/>
                  </a:lnTo>
                  <a:cubicBezTo>
                    <a:pt x="530" y="2495"/>
                    <a:pt x="587" y="2404"/>
                    <a:pt x="621" y="2314"/>
                  </a:cubicBezTo>
                  <a:cubicBezTo>
                    <a:pt x="677" y="2224"/>
                    <a:pt x="722" y="2122"/>
                    <a:pt x="756" y="2032"/>
                  </a:cubicBezTo>
                  <a:cubicBezTo>
                    <a:pt x="790" y="1930"/>
                    <a:pt x="835" y="1829"/>
                    <a:pt x="869" y="1716"/>
                  </a:cubicBezTo>
                  <a:cubicBezTo>
                    <a:pt x="892" y="1614"/>
                    <a:pt x="914" y="1513"/>
                    <a:pt x="948" y="1400"/>
                  </a:cubicBezTo>
                  <a:cubicBezTo>
                    <a:pt x="971" y="1299"/>
                    <a:pt x="993" y="1197"/>
                    <a:pt x="1004" y="1095"/>
                  </a:cubicBezTo>
                  <a:cubicBezTo>
                    <a:pt x="1016" y="994"/>
                    <a:pt x="1038" y="904"/>
                    <a:pt x="1050" y="802"/>
                  </a:cubicBezTo>
                  <a:cubicBezTo>
                    <a:pt x="1050" y="712"/>
                    <a:pt x="1061" y="621"/>
                    <a:pt x="1061" y="542"/>
                  </a:cubicBezTo>
                  <a:cubicBezTo>
                    <a:pt x="1061" y="464"/>
                    <a:pt x="1061" y="385"/>
                    <a:pt x="1061" y="317"/>
                  </a:cubicBezTo>
                  <a:cubicBezTo>
                    <a:pt x="1050" y="249"/>
                    <a:pt x="1050" y="193"/>
                    <a:pt x="1050" y="148"/>
                  </a:cubicBezTo>
                  <a:cubicBezTo>
                    <a:pt x="1038" y="57"/>
                    <a:pt x="1038" y="1"/>
                    <a:pt x="1038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"/>
            <p:cNvSpPr/>
            <p:nvPr/>
          </p:nvSpPr>
          <p:spPr>
            <a:xfrm>
              <a:off x="4097600" y="3494050"/>
              <a:ext cx="57275" cy="93400"/>
            </a:xfrm>
            <a:custGeom>
              <a:avLst/>
              <a:gdLst/>
              <a:ahLst/>
              <a:cxnLst/>
              <a:rect l="l" t="t" r="r" b="b"/>
              <a:pathLst>
                <a:path w="2291" h="3736" extrusionOk="0">
                  <a:moveTo>
                    <a:pt x="2291" y="0"/>
                  </a:moveTo>
                  <a:cubicBezTo>
                    <a:pt x="2291" y="0"/>
                    <a:pt x="2246" y="68"/>
                    <a:pt x="2212" y="192"/>
                  </a:cubicBezTo>
                  <a:cubicBezTo>
                    <a:pt x="2178" y="305"/>
                    <a:pt x="2110" y="474"/>
                    <a:pt x="2043" y="666"/>
                  </a:cubicBezTo>
                  <a:cubicBezTo>
                    <a:pt x="1964" y="858"/>
                    <a:pt x="1873" y="1072"/>
                    <a:pt x="1761" y="1309"/>
                  </a:cubicBezTo>
                  <a:cubicBezTo>
                    <a:pt x="1704" y="1422"/>
                    <a:pt x="1636" y="1546"/>
                    <a:pt x="1580" y="1670"/>
                  </a:cubicBezTo>
                  <a:cubicBezTo>
                    <a:pt x="1524" y="1783"/>
                    <a:pt x="1456" y="1907"/>
                    <a:pt x="1377" y="2031"/>
                  </a:cubicBezTo>
                  <a:cubicBezTo>
                    <a:pt x="1309" y="2144"/>
                    <a:pt x="1242" y="2268"/>
                    <a:pt x="1163" y="2381"/>
                  </a:cubicBezTo>
                  <a:cubicBezTo>
                    <a:pt x="1095" y="2494"/>
                    <a:pt x="1027" y="2607"/>
                    <a:pt x="948" y="2708"/>
                  </a:cubicBezTo>
                  <a:cubicBezTo>
                    <a:pt x="858" y="2821"/>
                    <a:pt x="801" y="2923"/>
                    <a:pt x="722" y="3013"/>
                  </a:cubicBezTo>
                  <a:cubicBezTo>
                    <a:pt x="643" y="3103"/>
                    <a:pt x="564" y="3194"/>
                    <a:pt x="497" y="3261"/>
                  </a:cubicBezTo>
                  <a:cubicBezTo>
                    <a:pt x="429" y="3340"/>
                    <a:pt x="361" y="3408"/>
                    <a:pt x="305" y="3464"/>
                  </a:cubicBezTo>
                  <a:cubicBezTo>
                    <a:pt x="249" y="3521"/>
                    <a:pt x="192" y="3577"/>
                    <a:pt x="147" y="3611"/>
                  </a:cubicBezTo>
                  <a:lnTo>
                    <a:pt x="0" y="3735"/>
                  </a:lnTo>
                  <a:cubicBezTo>
                    <a:pt x="0" y="3735"/>
                    <a:pt x="68" y="3701"/>
                    <a:pt x="170" y="3634"/>
                  </a:cubicBezTo>
                  <a:cubicBezTo>
                    <a:pt x="226" y="3600"/>
                    <a:pt x="294" y="3555"/>
                    <a:pt x="350" y="3510"/>
                  </a:cubicBezTo>
                  <a:cubicBezTo>
                    <a:pt x="429" y="3453"/>
                    <a:pt x="497" y="3397"/>
                    <a:pt x="576" y="3329"/>
                  </a:cubicBezTo>
                  <a:cubicBezTo>
                    <a:pt x="655" y="3261"/>
                    <a:pt x="734" y="3182"/>
                    <a:pt x="813" y="3092"/>
                  </a:cubicBezTo>
                  <a:cubicBezTo>
                    <a:pt x="892" y="3002"/>
                    <a:pt x="982" y="2900"/>
                    <a:pt x="1061" y="2799"/>
                  </a:cubicBezTo>
                  <a:cubicBezTo>
                    <a:pt x="1140" y="2697"/>
                    <a:pt x="1219" y="2584"/>
                    <a:pt x="1309" y="2471"/>
                  </a:cubicBezTo>
                  <a:cubicBezTo>
                    <a:pt x="1388" y="2359"/>
                    <a:pt x="1467" y="2234"/>
                    <a:pt x="1535" y="2110"/>
                  </a:cubicBezTo>
                  <a:cubicBezTo>
                    <a:pt x="1591" y="1986"/>
                    <a:pt x="1659" y="1862"/>
                    <a:pt x="1727" y="1738"/>
                  </a:cubicBezTo>
                  <a:cubicBezTo>
                    <a:pt x="1794" y="1614"/>
                    <a:pt x="1840" y="1490"/>
                    <a:pt x="1896" y="1377"/>
                  </a:cubicBezTo>
                  <a:cubicBezTo>
                    <a:pt x="1952" y="1253"/>
                    <a:pt x="1998" y="1129"/>
                    <a:pt x="2031" y="1016"/>
                  </a:cubicBezTo>
                  <a:cubicBezTo>
                    <a:pt x="2077" y="903"/>
                    <a:pt x="2110" y="790"/>
                    <a:pt x="2144" y="689"/>
                  </a:cubicBezTo>
                  <a:cubicBezTo>
                    <a:pt x="2167" y="598"/>
                    <a:pt x="2189" y="508"/>
                    <a:pt x="2212" y="406"/>
                  </a:cubicBezTo>
                  <a:cubicBezTo>
                    <a:pt x="2235" y="327"/>
                    <a:pt x="2246" y="248"/>
                    <a:pt x="2257" y="192"/>
                  </a:cubicBezTo>
                  <a:cubicBezTo>
                    <a:pt x="2280" y="68"/>
                    <a:pt x="2291" y="0"/>
                    <a:pt x="229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"/>
            <p:cNvSpPr/>
            <p:nvPr/>
          </p:nvSpPr>
          <p:spPr>
            <a:xfrm>
              <a:off x="4108325" y="3494050"/>
              <a:ext cx="45725" cy="62925"/>
            </a:xfrm>
            <a:custGeom>
              <a:avLst/>
              <a:gdLst/>
              <a:ahLst/>
              <a:cxnLst/>
              <a:rect l="l" t="t" r="r" b="b"/>
              <a:pathLst>
                <a:path w="1829" h="2517" extrusionOk="0">
                  <a:moveTo>
                    <a:pt x="1828" y="0"/>
                  </a:moveTo>
                  <a:cubicBezTo>
                    <a:pt x="1828" y="0"/>
                    <a:pt x="1794" y="34"/>
                    <a:pt x="1749" y="102"/>
                  </a:cubicBezTo>
                  <a:lnTo>
                    <a:pt x="1670" y="237"/>
                  </a:lnTo>
                  <a:cubicBezTo>
                    <a:pt x="1636" y="294"/>
                    <a:pt x="1602" y="350"/>
                    <a:pt x="1557" y="406"/>
                  </a:cubicBezTo>
                  <a:cubicBezTo>
                    <a:pt x="1523" y="463"/>
                    <a:pt x="1478" y="542"/>
                    <a:pt x="1433" y="610"/>
                  </a:cubicBezTo>
                  <a:cubicBezTo>
                    <a:pt x="1388" y="677"/>
                    <a:pt x="1343" y="756"/>
                    <a:pt x="1286" y="824"/>
                  </a:cubicBezTo>
                  <a:cubicBezTo>
                    <a:pt x="1196" y="982"/>
                    <a:pt x="1083" y="1140"/>
                    <a:pt x="970" y="1309"/>
                  </a:cubicBezTo>
                  <a:cubicBezTo>
                    <a:pt x="914" y="1388"/>
                    <a:pt x="858" y="1456"/>
                    <a:pt x="801" y="1535"/>
                  </a:cubicBezTo>
                  <a:cubicBezTo>
                    <a:pt x="745" y="1614"/>
                    <a:pt x="688" y="1693"/>
                    <a:pt x="643" y="1761"/>
                  </a:cubicBezTo>
                  <a:cubicBezTo>
                    <a:pt x="587" y="1840"/>
                    <a:pt x="530" y="1919"/>
                    <a:pt x="485" y="1975"/>
                  </a:cubicBezTo>
                  <a:cubicBezTo>
                    <a:pt x="429" y="2043"/>
                    <a:pt x="384" y="2099"/>
                    <a:pt x="339" y="2155"/>
                  </a:cubicBezTo>
                  <a:cubicBezTo>
                    <a:pt x="282" y="2212"/>
                    <a:pt x="248" y="2268"/>
                    <a:pt x="203" y="2313"/>
                  </a:cubicBezTo>
                  <a:cubicBezTo>
                    <a:pt x="158" y="2347"/>
                    <a:pt x="124" y="2392"/>
                    <a:pt x="90" y="2415"/>
                  </a:cubicBezTo>
                  <a:cubicBezTo>
                    <a:pt x="34" y="2483"/>
                    <a:pt x="0" y="2517"/>
                    <a:pt x="0" y="2517"/>
                  </a:cubicBezTo>
                  <a:cubicBezTo>
                    <a:pt x="0" y="2517"/>
                    <a:pt x="45" y="2494"/>
                    <a:pt x="113" y="2449"/>
                  </a:cubicBezTo>
                  <a:lnTo>
                    <a:pt x="248" y="2359"/>
                  </a:lnTo>
                  <a:cubicBezTo>
                    <a:pt x="293" y="2313"/>
                    <a:pt x="350" y="2268"/>
                    <a:pt x="395" y="2223"/>
                  </a:cubicBezTo>
                  <a:cubicBezTo>
                    <a:pt x="451" y="2167"/>
                    <a:pt x="519" y="2122"/>
                    <a:pt x="576" y="2054"/>
                  </a:cubicBezTo>
                  <a:lnTo>
                    <a:pt x="756" y="1862"/>
                  </a:lnTo>
                  <a:cubicBezTo>
                    <a:pt x="813" y="1783"/>
                    <a:pt x="880" y="1715"/>
                    <a:pt x="937" y="1636"/>
                  </a:cubicBezTo>
                  <a:cubicBezTo>
                    <a:pt x="993" y="1557"/>
                    <a:pt x="1049" y="1478"/>
                    <a:pt x="1106" y="1399"/>
                  </a:cubicBezTo>
                  <a:cubicBezTo>
                    <a:pt x="1162" y="1309"/>
                    <a:pt x="1219" y="1230"/>
                    <a:pt x="1264" y="1151"/>
                  </a:cubicBezTo>
                  <a:cubicBezTo>
                    <a:pt x="1320" y="1072"/>
                    <a:pt x="1365" y="982"/>
                    <a:pt x="1411" y="903"/>
                  </a:cubicBezTo>
                  <a:cubicBezTo>
                    <a:pt x="1501" y="745"/>
                    <a:pt x="1580" y="598"/>
                    <a:pt x="1636" y="452"/>
                  </a:cubicBezTo>
                  <a:cubicBezTo>
                    <a:pt x="1693" y="350"/>
                    <a:pt x="1738" y="237"/>
                    <a:pt x="1783" y="124"/>
                  </a:cubicBezTo>
                  <a:cubicBezTo>
                    <a:pt x="1794" y="79"/>
                    <a:pt x="1817" y="34"/>
                    <a:pt x="1828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"/>
            <p:cNvSpPr/>
            <p:nvPr/>
          </p:nvSpPr>
          <p:spPr>
            <a:xfrm>
              <a:off x="4109150" y="3494050"/>
              <a:ext cx="44900" cy="44300"/>
            </a:xfrm>
            <a:custGeom>
              <a:avLst/>
              <a:gdLst/>
              <a:ahLst/>
              <a:cxnLst/>
              <a:rect l="l" t="t" r="r" b="b"/>
              <a:pathLst>
                <a:path w="1796" h="1772" extrusionOk="0">
                  <a:moveTo>
                    <a:pt x="1795" y="0"/>
                  </a:moveTo>
                  <a:lnTo>
                    <a:pt x="1705" y="79"/>
                  </a:lnTo>
                  <a:lnTo>
                    <a:pt x="1626" y="169"/>
                  </a:lnTo>
                  <a:cubicBezTo>
                    <a:pt x="1592" y="203"/>
                    <a:pt x="1547" y="237"/>
                    <a:pt x="1502" y="282"/>
                  </a:cubicBezTo>
                  <a:cubicBezTo>
                    <a:pt x="1423" y="373"/>
                    <a:pt x="1332" y="463"/>
                    <a:pt x="1220" y="564"/>
                  </a:cubicBezTo>
                  <a:cubicBezTo>
                    <a:pt x="1118" y="666"/>
                    <a:pt x="994" y="768"/>
                    <a:pt x="881" y="880"/>
                  </a:cubicBezTo>
                  <a:cubicBezTo>
                    <a:pt x="780" y="993"/>
                    <a:pt x="655" y="1106"/>
                    <a:pt x="554" y="1208"/>
                  </a:cubicBezTo>
                  <a:cubicBezTo>
                    <a:pt x="452" y="1309"/>
                    <a:pt x="362" y="1411"/>
                    <a:pt x="272" y="1490"/>
                  </a:cubicBezTo>
                  <a:cubicBezTo>
                    <a:pt x="193" y="1569"/>
                    <a:pt x="125" y="1648"/>
                    <a:pt x="69" y="1693"/>
                  </a:cubicBezTo>
                  <a:cubicBezTo>
                    <a:pt x="46" y="1715"/>
                    <a:pt x="23" y="1749"/>
                    <a:pt x="1" y="1772"/>
                  </a:cubicBezTo>
                  <a:lnTo>
                    <a:pt x="91" y="1715"/>
                  </a:lnTo>
                  <a:cubicBezTo>
                    <a:pt x="170" y="1670"/>
                    <a:pt x="260" y="1614"/>
                    <a:pt x="339" y="1557"/>
                  </a:cubicBezTo>
                  <a:cubicBezTo>
                    <a:pt x="430" y="1490"/>
                    <a:pt x="543" y="1411"/>
                    <a:pt x="655" y="1309"/>
                  </a:cubicBezTo>
                  <a:cubicBezTo>
                    <a:pt x="780" y="1219"/>
                    <a:pt x="892" y="1117"/>
                    <a:pt x="1005" y="993"/>
                  </a:cubicBezTo>
                  <a:cubicBezTo>
                    <a:pt x="1118" y="880"/>
                    <a:pt x="1231" y="779"/>
                    <a:pt x="1332" y="655"/>
                  </a:cubicBezTo>
                  <a:cubicBezTo>
                    <a:pt x="1389" y="598"/>
                    <a:pt x="1423" y="542"/>
                    <a:pt x="1468" y="497"/>
                  </a:cubicBezTo>
                  <a:cubicBezTo>
                    <a:pt x="1513" y="440"/>
                    <a:pt x="1558" y="384"/>
                    <a:pt x="1592" y="339"/>
                  </a:cubicBezTo>
                  <a:cubicBezTo>
                    <a:pt x="1648" y="260"/>
                    <a:pt x="1705" y="181"/>
                    <a:pt x="1750" y="90"/>
                  </a:cubicBezTo>
                  <a:cubicBezTo>
                    <a:pt x="1773" y="34"/>
                    <a:pt x="1795" y="0"/>
                    <a:pt x="1795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"/>
            <p:cNvSpPr/>
            <p:nvPr/>
          </p:nvSpPr>
          <p:spPr>
            <a:xfrm>
              <a:off x="5473975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294" y="0"/>
                  </a:moveTo>
                  <a:cubicBezTo>
                    <a:pt x="136" y="0"/>
                    <a:pt x="1" y="429"/>
                    <a:pt x="1" y="948"/>
                  </a:cubicBezTo>
                  <a:cubicBezTo>
                    <a:pt x="1" y="1467"/>
                    <a:pt x="136" y="1885"/>
                    <a:pt x="294" y="1885"/>
                  </a:cubicBezTo>
                  <a:cubicBezTo>
                    <a:pt x="452" y="1885"/>
                    <a:pt x="599" y="1456"/>
                    <a:pt x="599" y="948"/>
                  </a:cubicBezTo>
                  <a:cubicBezTo>
                    <a:pt x="599" y="429"/>
                    <a:pt x="452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"/>
            <p:cNvSpPr/>
            <p:nvPr/>
          </p:nvSpPr>
          <p:spPr>
            <a:xfrm>
              <a:off x="5618975" y="1566700"/>
              <a:ext cx="15000" cy="47150"/>
            </a:xfrm>
            <a:custGeom>
              <a:avLst/>
              <a:gdLst/>
              <a:ahLst/>
              <a:cxnLst/>
              <a:rect l="l" t="t" r="r" b="b"/>
              <a:pathLst>
                <a:path w="600" h="1886" extrusionOk="0">
                  <a:moveTo>
                    <a:pt x="294" y="1"/>
                  </a:moveTo>
                  <a:cubicBezTo>
                    <a:pt x="136" y="1"/>
                    <a:pt x="1" y="430"/>
                    <a:pt x="1" y="949"/>
                  </a:cubicBezTo>
                  <a:cubicBezTo>
                    <a:pt x="1" y="1468"/>
                    <a:pt x="136" y="1885"/>
                    <a:pt x="294" y="1885"/>
                  </a:cubicBezTo>
                  <a:cubicBezTo>
                    <a:pt x="464" y="1885"/>
                    <a:pt x="599" y="1468"/>
                    <a:pt x="599" y="949"/>
                  </a:cubicBezTo>
                  <a:cubicBezTo>
                    <a:pt x="599" y="430"/>
                    <a:pt x="464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"/>
            <p:cNvSpPr/>
            <p:nvPr/>
          </p:nvSpPr>
          <p:spPr>
            <a:xfrm>
              <a:off x="5581750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305" y="0"/>
                  </a:moveTo>
                  <a:cubicBezTo>
                    <a:pt x="136" y="0"/>
                    <a:pt x="0" y="429"/>
                    <a:pt x="0" y="948"/>
                  </a:cubicBezTo>
                  <a:cubicBezTo>
                    <a:pt x="0" y="1467"/>
                    <a:pt x="147" y="1885"/>
                    <a:pt x="305" y="1885"/>
                  </a:cubicBezTo>
                  <a:cubicBezTo>
                    <a:pt x="463" y="1885"/>
                    <a:pt x="599" y="1467"/>
                    <a:pt x="599" y="948"/>
                  </a:cubicBezTo>
                  <a:cubicBezTo>
                    <a:pt x="599" y="429"/>
                    <a:pt x="463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"/>
            <p:cNvSpPr/>
            <p:nvPr/>
          </p:nvSpPr>
          <p:spPr>
            <a:xfrm>
              <a:off x="4461500" y="2560850"/>
              <a:ext cx="488650" cy="462875"/>
            </a:xfrm>
            <a:custGeom>
              <a:avLst/>
              <a:gdLst/>
              <a:ahLst/>
              <a:cxnLst/>
              <a:rect l="l" t="t" r="r" b="b"/>
              <a:pathLst>
                <a:path w="19546" h="18515" extrusionOk="0">
                  <a:moveTo>
                    <a:pt x="5903" y="0"/>
                  </a:moveTo>
                  <a:lnTo>
                    <a:pt x="5903" y="0"/>
                  </a:lnTo>
                  <a:cubicBezTo>
                    <a:pt x="5911" y="98"/>
                    <a:pt x="5913" y="161"/>
                    <a:pt x="5908" y="161"/>
                  </a:cubicBezTo>
                  <a:cubicBezTo>
                    <a:pt x="5907" y="161"/>
                    <a:pt x="5905" y="156"/>
                    <a:pt x="5903" y="147"/>
                  </a:cubicBezTo>
                  <a:cubicBezTo>
                    <a:pt x="5901" y="142"/>
                    <a:pt x="5897" y="140"/>
                    <a:pt x="5892" y="140"/>
                  </a:cubicBezTo>
                  <a:cubicBezTo>
                    <a:pt x="5606" y="140"/>
                    <a:pt x="1" y="7417"/>
                    <a:pt x="4977" y="14444"/>
                  </a:cubicBezTo>
                  <a:cubicBezTo>
                    <a:pt x="7232" y="17631"/>
                    <a:pt x="10539" y="18514"/>
                    <a:pt x="13515" y="18514"/>
                  </a:cubicBezTo>
                  <a:cubicBezTo>
                    <a:pt x="16051" y="18514"/>
                    <a:pt x="18346" y="17873"/>
                    <a:pt x="19545" y="17468"/>
                  </a:cubicBezTo>
                  <a:cubicBezTo>
                    <a:pt x="18214" y="15775"/>
                    <a:pt x="7133" y="1636"/>
                    <a:pt x="5903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"/>
            <p:cNvSpPr/>
            <p:nvPr/>
          </p:nvSpPr>
          <p:spPr>
            <a:xfrm>
              <a:off x="4441750" y="2557750"/>
              <a:ext cx="511775" cy="597500"/>
            </a:xfrm>
            <a:custGeom>
              <a:avLst/>
              <a:gdLst/>
              <a:ahLst/>
              <a:cxnLst/>
              <a:rect l="l" t="t" r="r" b="b"/>
              <a:pathLst>
                <a:path w="20471" h="23900" extrusionOk="0">
                  <a:moveTo>
                    <a:pt x="20335" y="17592"/>
                  </a:moveTo>
                  <a:cubicBezTo>
                    <a:pt x="17728" y="18472"/>
                    <a:pt x="9942" y="20470"/>
                    <a:pt x="5767" y="14568"/>
                  </a:cubicBezTo>
                  <a:cubicBezTo>
                    <a:pt x="701" y="7414"/>
                    <a:pt x="6602" y="0"/>
                    <a:pt x="6693" y="271"/>
                  </a:cubicBezTo>
                  <a:cubicBezTo>
                    <a:pt x="6704" y="316"/>
                    <a:pt x="6704" y="248"/>
                    <a:pt x="6693" y="124"/>
                  </a:cubicBezTo>
                  <a:cubicBezTo>
                    <a:pt x="6647" y="68"/>
                    <a:pt x="6625" y="23"/>
                    <a:pt x="6602" y="0"/>
                  </a:cubicBezTo>
                  <a:cubicBezTo>
                    <a:pt x="6602" y="0"/>
                    <a:pt x="1" y="6804"/>
                    <a:pt x="4233" y="13586"/>
                  </a:cubicBezTo>
                  <a:cubicBezTo>
                    <a:pt x="10665" y="23900"/>
                    <a:pt x="20471" y="17761"/>
                    <a:pt x="20471" y="17761"/>
                  </a:cubicBezTo>
                  <a:close/>
                </a:path>
              </a:pathLst>
            </a:custGeom>
            <a:solidFill>
              <a:srgbClr val="C798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"/>
            <p:cNvSpPr/>
            <p:nvPr/>
          </p:nvSpPr>
          <p:spPr>
            <a:xfrm>
              <a:off x="4763075" y="2794425"/>
              <a:ext cx="89450" cy="108625"/>
            </a:xfrm>
            <a:custGeom>
              <a:avLst/>
              <a:gdLst/>
              <a:ahLst/>
              <a:cxnLst/>
              <a:rect l="l" t="t" r="r" b="b"/>
              <a:pathLst>
                <a:path w="3578" h="4345" extrusionOk="0">
                  <a:moveTo>
                    <a:pt x="1" y="0"/>
                  </a:moveTo>
                  <a:cubicBezTo>
                    <a:pt x="125" y="271"/>
                    <a:pt x="260" y="531"/>
                    <a:pt x="418" y="790"/>
                  </a:cubicBezTo>
                  <a:cubicBezTo>
                    <a:pt x="565" y="1050"/>
                    <a:pt x="734" y="1298"/>
                    <a:pt x="926" y="1535"/>
                  </a:cubicBezTo>
                  <a:cubicBezTo>
                    <a:pt x="1129" y="1806"/>
                    <a:pt x="1344" y="2088"/>
                    <a:pt x="1592" y="2348"/>
                  </a:cubicBezTo>
                  <a:cubicBezTo>
                    <a:pt x="1829" y="2607"/>
                    <a:pt x="2054" y="2867"/>
                    <a:pt x="2291" y="3104"/>
                  </a:cubicBezTo>
                  <a:cubicBezTo>
                    <a:pt x="2404" y="3228"/>
                    <a:pt x="2528" y="3318"/>
                    <a:pt x="2630" y="3431"/>
                  </a:cubicBezTo>
                  <a:cubicBezTo>
                    <a:pt x="2731" y="3544"/>
                    <a:pt x="2833" y="3645"/>
                    <a:pt x="2923" y="3736"/>
                  </a:cubicBezTo>
                  <a:cubicBezTo>
                    <a:pt x="3126" y="3950"/>
                    <a:pt x="3341" y="4153"/>
                    <a:pt x="3578" y="4345"/>
                  </a:cubicBezTo>
                  <a:cubicBezTo>
                    <a:pt x="3465" y="4074"/>
                    <a:pt x="3330" y="3803"/>
                    <a:pt x="3172" y="3544"/>
                  </a:cubicBezTo>
                  <a:cubicBezTo>
                    <a:pt x="3025" y="3273"/>
                    <a:pt x="2856" y="3025"/>
                    <a:pt x="2664" y="2788"/>
                  </a:cubicBezTo>
                  <a:cubicBezTo>
                    <a:pt x="2472" y="2517"/>
                    <a:pt x="2258" y="2235"/>
                    <a:pt x="2009" y="1975"/>
                  </a:cubicBezTo>
                  <a:cubicBezTo>
                    <a:pt x="1772" y="1727"/>
                    <a:pt x="1547" y="1456"/>
                    <a:pt x="1310" y="1230"/>
                  </a:cubicBezTo>
                  <a:cubicBezTo>
                    <a:pt x="1073" y="1005"/>
                    <a:pt x="858" y="768"/>
                    <a:pt x="666" y="587"/>
                  </a:cubicBezTo>
                  <a:cubicBezTo>
                    <a:pt x="452" y="384"/>
                    <a:pt x="226" y="18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"/>
            <p:cNvSpPr/>
            <p:nvPr/>
          </p:nvSpPr>
          <p:spPr>
            <a:xfrm>
              <a:off x="4828525" y="2899075"/>
              <a:ext cx="33600" cy="37000"/>
            </a:xfrm>
            <a:custGeom>
              <a:avLst/>
              <a:gdLst/>
              <a:ahLst/>
              <a:cxnLst/>
              <a:rect l="l" t="t" r="r" b="b"/>
              <a:pathLst>
                <a:path w="1344" h="1480" extrusionOk="0">
                  <a:moveTo>
                    <a:pt x="1" y="1"/>
                  </a:moveTo>
                  <a:cubicBezTo>
                    <a:pt x="1" y="114"/>
                    <a:pt x="12" y="227"/>
                    <a:pt x="57" y="339"/>
                  </a:cubicBezTo>
                  <a:cubicBezTo>
                    <a:pt x="91" y="543"/>
                    <a:pt x="260" y="757"/>
                    <a:pt x="441" y="960"/>
                  </a:cubicBezTo>
                  <a:cubicBezTo>
                    <a:pt x="610" y="1118"/>
                    <a:pt x="802" y="1253"/>
                    <a:pt x="1005" y="1355"/>
                  </a:cubicBezTo>
                  <a:cubicBezTo>
                    <a:pt x="1118" y="1411"/>
                    <a:pt x="1219" y="1445"/>
                    <a:pt x="1343" y="1479"/>
                  </a:cubicBezTo>
                  <a:cubicBezTo>
                    <a:pt x="1321" y="1355"/>
                    <a:pt x="1287" y="1242"/>
                    <a:pt x="1242" y="1141"/>
                  </a:cubicBezTo>
                  <a:cubicBezTo>
                    <a:pt x="1140" y="926"/>
                    <a:pt x="1005" y="734"/>
                    <a:pt x="836" y="565"/>
                  </a:cubicBezTo>
                  <a:cubicBezTo>
                    <a:pt x="757" y="486"/>
                    <a:pt x="666" y="407"/>
                    <a:pt x="576" y="339"/>
                  </a:cubicBezTo>
                  <a:cubicBezTo>
                    <a:pt x="486" y="283"/>
                    <a:pt x="396" y="215"/>
                    <a:pt x="305" y="159"/>
                  </a:cubicBezTo>
                  <a:cubicBezTo>
                    <a:pt x="215" y="91"/>
                    <a:pt x="102" y="35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"/>
            <p:cNvSpPr/>
            <p:nvPr/>
          </p:nvSpPr>
          <p:spPr>
            <a:xfrm>
              <a:off x="3263125" y="2635025"/>
              <a:ext cx="238400" cy="193275"/>
            </a:xfrm>
            <a:custGeom>
              <a:avLst/>
              <a:gdLst/>
              <a:ahLst/>
              <a:cxnLst/>
              <a:rect l="l" t="t" r="r" b="b"/>
              <a:pathLst>
                <a:path w="9536" h="7731" extrusionOk="0">
                  <a:moveTo>
                    <a:pt x="8193" y="1"/>
                  </a:moveTo>
                  <a:lnTo>
                    <a:pt x="711" y="3375"/>
                  </a:lnTo>
                  <a:lnTo>
                    <a:pt x="1" y="5959"/>
                  </a:lnTo>
                  <a:lnTo>
                    <a:pt x="4605" y="7731"/>
                  </a:lnTo>
                  <a:lnTo>
                    <a:pt x="5541" y="4740"/>
                  </a:lnTo>
                  <a:lnTo>
                    <a:pt x="9536" y="418"/>
                  </a:lnTo>
                  <a:lnTo>
                    <a:pt x="8193" y="1"/>
                  </a:lnTo>
                  <a:close/>
                </a:path>
              </a:pathLst>
            </a:custGeom>
            <a:solidFill>
              <a:srgbClr val="E3E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"/>
            <p:cNvSpPr/>
            <p:nvPr/>
          </p:nvSpPr>
          <p:spPr>
            <a:xfrm>
              <a:off x="3378225" y="2645475"/>
              <a:ext cx="683275" cy="439825"/>
            </a:xfrm>
            <a:custGeom>
              <a:avLst/>
              <a:gdLst/>
              <a:ahLst/>
              <a:cxnLst/>
              <a:rect l="l" t="t" r="r" b="b"/>
              <a:pathLst>
                <a:path w="27331" h="17593" extrusionOk="0">
                  <a:moveTo>
                    <a:pt x="4932" y="0"/>
                  </a:moveTo>
                  <a:lnTo>
                    <a:pt x="937" y="4322"/>
                  </a:lnTo>
                  <a:lnTo>
                    <a:pt x="1" y="7313"/>
                  </a:lnTo>
                  <a:lnTo>
                    <a:pt x="6241" y="9705"/>
                  </a:lnTo>
                  <a:lnTo>
                    <a:pt x="26834" y="17592"/>
                  </a:lnTo>
                  <a:lnTo>
                    <a:pt x="27331" y="17468"/>
                  </a:lnTo>
                  <a:lnTo>
                    <a:pt x="27274" y="16701"/>
                  </a:lnTo>
                  <a:lnTo>
                    <a:pt x="16735" y="3668"/>
                  </a:lnTo>
                  <a:lnTo>
                    <a:pt x="12368" y="2302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D939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"/>
            <p:cNvSpPr/>
            <p:nvPr/>
          </p:nvSpPr>
          <p:spPr>
            <a:xfrm>
              <a:off x="3378225" y="2645475"/>
              <a:ext cx="309225" cy="242625"/>
            </a:xfrm>
            <a:custGeom>
              <a:avLst/>
              <a:gdLst/>
              <a:ahLst/>
              <a:cxnLst/>
              <a:rect l="l" t="t" r="r" b="b"/>
              <a:pathLst>
                <a:path w="12369" h="9705" extrusionOk="0">
                  <a:moveTo>
                    <a:pt x="4932" y="0"/>
                  </a:moveTo>
                  <a:lnTo>
                    <a:pt x="937" y="4322"/>
                  </a:lnTo>
                  <a:lnTo>
                    <a:pt x="1" y="7313"/>
                  </a:lnTo>
                  <a:lnTo>
                    <a:pt x="6241" y="9705"/>
                  </a:lnTo>
                  <a:cubicBezTo>
                    <a:pt x="6636" y="8904"/>
                    <a:pt x="7222" y="8193"/>
                    <a:pt x="7798" y="7899"/>
                  </a:cubicBezTo>
                  <a:lnTo>
                    <a:pt x="12368" y="2302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"/>
            <p:cNvSpPr/>
            <p:nvPr/>
          </p:nvSpPr>
          <p:spPr>
            <a:xfrm>
              <a:off x="3396275" y="2379325"/>
              <a:ext cx="743100" cy="702875"/>
            </a:xfrm>
            <a:custGeom>
              <a:avLst/>
              <a:gdLst/>
              <a:ahLst/>
              <a:cxnLst/>
              <a:rect l="l" t="t" r="r" b="b"/>
              <a:pathLst>
                <a:path w="29724" h="28115" extrusionOk="0">
                  <a:moveTo>
                    <a:pt x="28649" y="0"/>
                  </a:moveTo>
                  <a:cubicBezTo>
                    <a:pt x="20607" y="0"/>
                    <a:pt x="12541" y="2806"/>
                    <a:pt x="5790" y="9180"/>
                  </a:cubicBezTo>
                  <a:cubicBezTo>
                    <a:pt x="3657" y="11188"/>
                    <a:pt x="1716" y="13389"/>
                    <a:pt x="1" y="15747"/>
                  </a:cubicBezTo>
                  <a:lnTo>
                    <a:pt x="6546" y="18794"/>
                  </a:lnTo>
                  <a:lnTo>
                    <a:pt x="26237" y="27945"/>
                  </a:lnTo>
                  <a:lnTo>
                    <a:pt x="26609" y="28114"/>
                  </a:lnTo>
                  <a:lnTo>
                    <a:pt x="26643" y="27776"/>
                  </a:lnTo>
                  <a:lnTo>
                    <a:pt x="28414" y="11922"/>
                  </a:lnTo>
                  <a:lnTo>
                    <a:pt x="29723" y="17"/>
                  </a:lnTo>
                  <a:cubicBezTo>
                    <a:pt x="29365" y="6"/>
                    <a:pt x="29007" y="0"/>
                    <a:pt x="28649" y="0"/>
                  </a:cubicBezTo>
                  <a:close/>
                </a:path>
              </a:pathLst>
            </a:custGeom>
            <a:solidFill>
              <a:srgbClr val="E7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"/>
            <p:cNvSpPr/>
            <p:nvPr/>
          </p:nvSpPr>
          <p:spPr>
            <a:xfrm>
              <a:off x="3280900" y="2281850"/>
              <a:ext cx="869200" cy="491150"/>
            </a:xfrm>
            <a:custGeom>
              <a:avLst/>
              <a:gdLst/>
              <a:ahLst/>
              <a:cxnLst/>
              <a:rect l="l" t="t" r="r" b="b"/>
              <a:pathLst>
                <a:path w="34768" h="19646" extrusionOk="0">
                  <a:moveTo>
                    <a:pt x="34767" y="0"/>
                  </a:moveTo>
                  <a:cubicBezTo>
                    <a:pt x="31009" y="0"/>
                    <a:pt x="27274" y="463"/>
                    <a:pt x="23630" y="1377"/>
                  </a:cubicBezTo>
                  <a:cubicBezTo>
                    <a:pt x="23630" y="1377"/>
                    <a:pt x="8035" y="5225"/>
                    <a:pt x="0" y="17502"/>
                  </a:cubicBezTo>
                  <a:lnTo>
                    <a:pt x="4616" y="19646"/>
                  </a:lnTo>
                  <a:cubicBezTo>
                    <a:pt x="6331" y="17276"/>
                    <a:pt x="8261" y="15076"/>
                    <a:pt x="10393" y="13079"/>
                  </a:cubicBezTo>
                  <a:cubicBezTo>
                    <a:pt x="17145" y="6705"/>
                    <a:pt x="25210" y="3899"/>
                    <a:pt x="33262" y="3899"/>
                  </a:cubicBezTo>
                  <a:cubicBezTo>
                    <a:pt x="33621" y="3899"/>
                    <a:pt x="33980" y="3905"/>
                    <a:pt x="34338" y="3916"/>
                  </a:cubicBezTo>
                  <a:lnTo>
                    <a:pt x="34767" y="0"/>
                  </a:lnTo>
                  <a:close/>
                </a:path>
              </a:pathLst>
            </a:custGeom>
            <a:solidFill>
              <a:srgbClr val="EFF4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"/>
            <p:cNvSpPr/>
            <p:nvPr/>
          </p:nvSpPr>
          <p:spPr>
            <a:xfrm>
              <a:off x="3396275" y="2379325"/>
              <a:ext cx="743100" cy="469850"/>
            </a:xfrm>
            <a:custGeom>
              <a:avLst/>
              <a:gdLst/>
              <a:ahLst/>
              <a:cxnLst/>
              <a:rect l="l" t="t" r="r" b="b"/>
              <a:pathLst>
                <a:path w="29724" h="18794" extrusionOk="0">
                  <a:moveTo>
                    <a:pt x="28647" y="0"/>
                  </a:moveTo>
                  <a:cubicBezTo>
                    <a:pt x="20595" y="0"/>
                    <a:pt x="12530" y="2806"/>
                    <a:pt x="5778" y="9180"/>
                  </a:cubicBezTo>
                  <a:cubicBezTo>
                    <a:pt x="3646" y="11177"/>
                    <a:pt x="1716" y="13377"/>
                    <a:pt x="1" y="15747"/>
                  </a:cubicBezTo>
                  <a:lnTo>
                    <a:pt x="6534" y="18794"/>
                  </a:lnTo>
                  <a:cubicBezTo>
                    <a:pt x="6602" y="18748"/>
                    <a:pt x="6681" y="18703"/>
                    <a:pt x="6737" y="18669"/>
                  </a:cubicBezTo>
                  <a:cubicBezTo>
                    <a:pt x="9750" y="17315"/>
                    <a:pt x="12402" y="18478"/>
                    <a:pt x="14275" y="15284"/>
                  </a:cubicBezTo>
                  <a:cubicBezTo>
                    <a:pt x="16182" y="12305"/>
                    <a:pt x="16487" y="7160"/>
                    <a:pt x="21350" y="7103"/>
                  </a:cubicBezTo>
                  <a:cubicBezTo>
                    <a:pt x="24487" y="7148"/>
                    <a:pt x="26270" y="9981"/>
                    <a:pt x="28403" y="11922"/>
                  </a:cubicBezTo>
                  <a:lnTo>
                    <a:pt x="29723" y="17"/>
                  </a:lnTo>
                  <a:cubicBezTo>
                    <a:pt x="29365" y="6"/>
                    <a:pt x="29006" y="0"/>
                    <a:pt x="28647" y="0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"/>
            <p:cNvSpPr/>
            <p:nvPr/>
          </p:nvSpPr>
          <p:spPr>
            <a:xfrm>
              <a:off x="3280625" y="2280725"/>
              <a:ext cx="869475" cy="438675"/>
            </a:xfrm>
            <a:custGeom>
              <a:avLst/>
              <a:gdLst/>
              <a:ahLst/>
              <a:cxnLst/>
              <a:rect l="l" t="t" r="r" b="b"/>
              <a:pathLst>
                <a:path w="34779" h="17547" extrusionOk="0">
                  <a:moveTo>
                    <a:pt x="33029" y="0"/>
                  </a:moveTo>
                  <a:cubicBezTo>
                    <a:pt x="32476" y="0"/>
                    <a:pt x="31799" y="11"/>
                    <a:pt x="31032" y="68"/>
                  </a:cubicBezTo>
                  <a:cubicBezTo>
                    <a:pt x="30253" y="113"/>
                    <a:pt x="29396" y="192"/>
                    <a:pt x="28448" y="305"/>
                  </a:cubicBezTo>
                  <a:cubicBezTo>
                    <a:pt x="27500" y="406"/>
                    <a:pt x="26484" y="587"/>
                    <a:pt x="25412" y="801"/>
                  </a:cubicBezTo>
                  <a:cubicBezTo>
                    <a:pt x="24284" y="1004"/>
                    <a:pt x="23167" y="1286"/>
                    <a:pt x="22072" y="1625"/>
                  </a:cubicBezTo>
                  <a:cubicBezTo>
                    <a:pt x="19702" y="2404"/>
                    <a:pt x="17400" y="3340"/>
                    <a:pt x="15177" y="4469"/>
                  </a:cubicBezTo>
                  <a:cubicBezTo>
                    <a:pt x="14049" y="5033"/>
                    <a:pt x="12932" y="5642"/>
                    <a:pt x="11860" y="6285"/>
                  </a:cubicBezTo>
                  <a:cubicBezTo>
                    <a:pt x="10777" y="6929"/>
                    <a:pt x="9761" y="7617"/>
                    <a:pt x="8802" y="8316"/>
                  </a:cubicBezTo>
                  <a:cubicBezTo>
                    <a:pt x="7843" y="9016"/>
                    <a:pt x="6940" y="9738"/>
                    <a:pt x="6128" y="10460"/>
                  </a:cubicBezTo>
                  <a:cubicBezTo>
                    <a:pt x="5315" y="11183"/>
                    <a:pt x="4559" y="11882"/>
                    <a:pt x="3905" y="12571"/>
                  </a:cubicBezTo>
                  <a:cubicBezTo>
                    <a:pt x="3239" y="13259"/>
                    <a:pt x="2675" y="13913"/>
                    <a:pt x="2178" y="14511"/>
                  </a:cubicBezTo>
                  <a:lnTo>
                    <a:pt x="1512" y="15358"/>
                  </a:lnTo>
                  <a:lnTo>
                    <a:pt x="971" y="16103"/>
                  </a:lnTo>
                  <a:cubicBezTo>
                    <a:pt x="632" y="16543"/>
                    <a:pt x="418" y="16926"/>
                    <a:pt x="248" y="17163"/>
                  </a:cubicBezTo>
                  <a:lnTo>
                    <a:pt x="0" y="17547"/>
                  </a:lnTo>
                  <a:lnTo>
                    <a:pt x="260" y="17175"/>
                  </a:lnTo>
                  <a:cubicBezTo>
                    <a:pt x="440" y="16938"/>
                    <a:pt x="677" y="16565"/>
                    <a:pt x="1027" y="16148"/>
                  </a:cubicBezTo>
                  <a:cubicBezTo>
                    <a:pt x="1196" y="15933"/>
                    <a:pt x="1388" y="15685"/>
                    <a:pt x="1591" y="15425"/>
                  </a:cubicBezTo>
                  <a:lnTo>
                    <a:pt x="2291" y="14602"/>
                  </a:lnTo>
                  <a:cubicBezTo>
                    <a:pt x="2799" y="14026"/>
                    <a:pt x="3385" y="13394"/>
                    <a:pt x="4063" y="12729"/>
                  </a:cubicBezTo>
                  <a:cubicBezTo>
                    <a:pt x="4740" y="12063"/>
                    <a:pt x="5484" y="11363"/>
                    <a:pt x="6319" y="10675"/>
                  </a:cubicBezTo>
                  <a:cubicBezTo>
                    <a:pt x="7154" y="9987"/>
                    <a:pt x="8057" y="9287"/>
                    <a:pt x="9016" y="8610"/>
                  </a:cubicBezTo>
                  <a:cubicBezTo>
                    <a:pt x="11047" y="7199"/>
                    <a:pt x="13169" y="5936"/>
                    <a:pt x="15381" y="4852"/>
                  </a:cubicBezTo>
                  <a:cubicBezTo>
                    <a:pt x="17592" y="3758"/>
                    <a:pt x="19883" y="2832"/>
                    <a:pt x="22230" y="2088"/>
                  </a:cubicBezTo>
                  <a:cubicBezTo>
                    <a:pt x="23302" y="1738"/>
                    <a:pt x="24408" y="1456"/>
                    <a:pt x="25514" y="1230"/>
                  </a:cubicBezTo>
                  <a:cubicBezTo>
                    <a:pt x="26563" y="1004"/>
                    <a:pt x="27579" y="835"/>
                    <a:pt x="28504" y="677"/>
                  </a:cubicBezTo>
                  <a:cubicBezTo>
                    <a:pt x="29441" y="519"/>
                    <a:pt x="30298" y="406"/>
                    <a:pt x="31066" y="327"/>
                  </a:cubicBezTo>
                  <a:lnTo>
                    <a:pt x="32126" y="214"/>
                  </a:lnTo>
                  <a:cubicBezTo>
                    <a:pt x="32465" y="192"/>
                    <a:pt x="32758" y="169"/>
                    <a:pt x="33040" y="147"/>
                  </a:cubicBezTo>
                  <a:cubicBezTo>
                    <a:pt x="33593" y="90"/>
                    <a:pt x="34033" y="90"/>
                    <a:pt x="34327" y="68"/>
                  </a:cubicBezTo>
                  <a:lnTo>
                    <a:pt x="34778" y="45"/>
                  </a:lnTo>
                  <a:lnTo>
                    <a:pt x="34315" y="23"/>
                  </a:lnTo>
                  <a:cubicBezTo>
                    <a:pt x="34022" y="11"/>
                    <a:pt x="33582" y="11"/>
                    <a:pt x="33029" y="0"/>
                  </a:cubicBezTo>
                  <a:close/>
                </a:path>
              </a:pathLst>
            </a:custGeom>
            <a:solidFill>
              <a:srgbClr val="BFD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"/>
            <p:cNvSpPr/>
            <p:nvPr/>
          </p:nvSpPr>
          <p:spPr>
            <a:xfrm>
              <a:off x="3780500" y="2896825"/>
              <a:ext cx="64625" cy="50525"/>
            </a:xfrm>
            <a:custGeom>
              <a:avLst/>
              <a:gdLst/>
              <a:ahLst/>
              <a:cxnLst/>
              <a:rect l="l" t="t" r="r" b="b"/>
              <a:pathLst>
                <a:path w="2585" h="2021" extrusionOk="0">
                  <a:moveTo>
                    <a:pt x="1" y="1"/>
                  </a:moveTo>
                  <a:lnTo>
                    <a:pt x="1" y="1"/>
                  </a:lnTo>
                  <a:cubicBezTo>
                    <a:pt x="91" y="147"/>
                    <a:pt x="193" y="294"/>
                    <a:pt x="317" y="418"/>
                  </a:cubicBezTo>
                  <a:cubicBezTo>
                    <a:pt x="576" y="700"/>
                    <a:pt x="858" y="960"/>
                    <a:pt x="1174" y="1174"/>
                  </a:cubicBezTo>
                  <a:cubicBezTo>
                    <a:pt x="1332" y="1298"/>
                    <a:pt x="1490" y="1411"/>
                    <a:pt x="1660" y="1513"/>
                  </a:cubicBezTo>
                  <a:cubicBezTo>
                    <a:pt x="1818" y="1603"/>
                    <a:pt x="1976" y="1693"/>
                    <a:pt x="2111" y="1772"/>
                  </a:cubicBezTo>
                  <a:cubicBezTo>
                    <a:pt x="2258" y="1874"/>
                    <a:pt x="2427" y="1953"/>
                    <a:pt x="2585" y="2021"/>
                  </a:cubicBezTo>
                  <a:cubicBezTo>
                    <a:pt x="2506" y="1863"/>
                    <a:pt x="2404" y="1716"/>
                    <a:pt x="2303" y="1569"/>
                  </a:cubicBezTo>
                  <a:cubicBezTo>
                    <a:pt x="2055" y="1276"/>
                    <a:pt x="1772" y="1005"/>
                    <a:pt x="1456" y="791"/>
                  </a:cubicBezTo>
                  <a:cubicBezTo>
                    <a:pt x="1141" y="565"/>
                    <a:pt x="825" y="373"/>
                    <a:pt x="486" y="204"/>
                  </a:cubicBezTo>
                  <a:cubicBezTo>
                    <a:pt x="328" y="125"/>
                    <a:pt x="159" y="57"/>
                    <a:pt x="1" y="1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"/>
            <p:cNvSpPr/>
            <p:nvPr/>
          </p:nvSpPr>
          <p:spPr>
            <a:xfrm>
              <a:off x="3616600" y="2844350"/>
              <a:ext cx="179725" cy="89750"/>
            </a:xfrm>
            <a:custGeom>
              <a:avLst/>
              <a:gdLst/>
              <a:ahLst/>
              <a:cxnLst/>
              <a:rect l="l" t="t" r="r" b="b"/>
              <a:pathLst>
                <a:path w="7189" h="3590" extrusionOk="0">
                  <a:moveTo>
                    <a:pt x="1" y="1"/>
                  </a:moveTo>
                  <a:cubicBezTo>
                    <a:pt x="1" y="1"/>
                    <a:pt x="102" y="80"/>
                    <a:pt x="283" y="204"/>
                  </a:cubicBezTo>
                  <a:cubicBezTo>
                    <a:pt x="463" y="328"/>
                    <a:pt x="723" y="509"/>
                    <a:pt x="1039" y="723"/>
                  </a:cubicBezTo>
                  <a:cubicBezTo>
                    <a:pt x="1197" y="825"/>
                    <a:pt x="1366" y="949"/>
                    <a:pt x="1558" y="1050"/>
                  </a:cubicBezTo>
                  <a:cubicBezTo>
                    <a:pt x="1750" y="1152"/>
                    <a:pt x="1953" y="1253"/>
                    <a:pt x="2156" y="1366"/>
                  </a:cubicBezTo>
                  <a:cubicBezTo>
                    <a:pt x="2573" y="1592"/>
                    <a:pt x="3036" y="1818"/>
                    <a:pt x="3488" y="2021"/>
                  </a:cubicBezTo>
                  <a:cubicBezTo>
                    <a:pt x="3939" y="2224"/>
                    <a:pt x="4390" y="2438"/>
                    <a:pt x="4830" y="2619"/>
                  </a:cubicBezTo>
                  <a:cubicBezTo>
                    <a:pt x="5045" y="2709"/>
                    <a:pt x="5248" y="2788"/>
                    <a:pt x="5451" y="2878"/>
                  </a:cubicBezTo>
                  <a:cubicBezTo>
                    <a:pt x="5654" y="2980"/>
                    <a:pt x="5835" y="3059"/>
                    <a:pt x="6015" y="3127"/>
                  </a:cubicBezTo>
                  <a:cubicBezTo>
                    <a:pt x="6354" y="3273"/>
                    <a:pt x="6658" y="3386"/>
                    <a:pt x="6861" y="3465"/>
                  </a:cubicBezTo>
                  <a:cubicBezTo>
                    <a:pt x="7065" y="3544"/>
                    <a:pt x="7189" y="3589"/>
                    <a:pt x="7189" y="3589"/>
                  </a:cubicBezTo>
                  <a:cubicBezTo>
                    <a:pt x="7189" y="3589"/>
                    <a:pt x="7076" y="3510"/>
                    <a:pt x="6895" y="3386"/>
                  </a:cubicBezTo>
                  <a:cubicBezTo>
                    <a:pt x="6704" y="3262"/>
                    <a:pt x="6455" y="3081"/>
                    <a:pt x="6128" y="2878"/>
                  </a:cubicBezTo>
                  <a:cubicBezTo>
                    <a:pt x="5812" y="2686"/>
                    <a:pt x="5440" y="2461"/>
                    <a:pt x="5011" y="2235"/>
                  </a:cubicBezTo>
                  <a:cubicBezTo>
                    <a:pt x="4593" y="2021"/>
                    <a:pt x="4142" y="1795"/>
                    <a:pt x="3679" y="1581"/>
                  </a:cubicBezTo>
                  <a:cubicBezTo>
                    <a:pt x="3228" y="1377"/>
                    <a:pt x="2777" y="1163"/>
                    <a:pt x="2337" y="983"/>
                  </a:cubicBezTo>
                  <a:lnTo>
                    <a:pt x="1716" y="723"/>
                  </a:lnTo>
                  <a:lnTo>
                    <a:pt x="1163" y="475"/>
                  </a:lnTo>
                  <a:cubicBezTo>
                    <a:pt x="824" y="317"/>
                    <a:pt x="531" y="204"/>
                    <a:pt x="328" y="125"/>
                  </a:cubicBezTo>
                  <a:cubicBezTo>
                    <a:pt x="125" y="3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"/>
            <p:cNvSpPr/>
            <p:nvPr/>
          </p:nvSpPr>
          <p:spPr>
            <a:xfrm>
              <a:off x="3783325" y="2726450"/>
              <a:ext cx="98200" cy="149250"/>
            </a:xfrm>
            <a:custGeom>
              <a:avLst/>
              <a:gdLst/>
              <a:ahLst/>
              <a:cxnLst/>
              <a:rect l="l" t="t" r="r" b="b"/>
              <a:pathLst>
                <a:path w="3928" h="5970" extrusionOk="0">
                  <a:moveTo>
                    <a:pt x="1" y="0"/>
                  </a:moveTo>
                  <a:cubicBezTo>
                    <a:pt x="1" y="0"/>
                    <a:pt x="170" y="418"/>
                    <a:pt x="475" y="1016"/>
                  </a:cubicBezTo>
                  <a:cubicBezTo>
                    <a:pt x="633" y="1332"/>
                    <a:pt x="813" y="1670"/>
                    <a:pt x="1028" y="2031"/>
                  </a:cubicBezTo>
                  <a:cubicBezTo>
                    <a:pt x="1231" y="2404"/>
                    <a:pt x="1456" y="2787"/>
                    <a:pt x="1716" y="3160"/>
                  </a:cubicBezTo>
                  <a:cubicBezTo>
                    <a:pt x="2212" y="3893"/>
                    <a:pt x="2754" y="4604"/>
                    <a:pt x="3183" y="5123"/>
                  </a:cubicBezTo>
                  <a:cubicBezTo>
                    <a:pt x="3600" y="5642"/>
                    <a:pt x="3928" y="5969"/>
                    <a:pt x="3928" y="5969"/>
                  </a:cubicBezTo>
                  <a:cubicBezTo>
                    <a:pt x="3928" y="5969"/>
                    <a:pt x="3724" y="5552"/>
                    <a:pt x="3397" y="4965"/>
                  </a:cubicBezTo>
                  <a:cubicBezTo>
                    <a:pt x="3070" y="4378"/>
                    <a:pt x="2596" y="3622"/>
                    <a:pt x="2100" y="2889"/>
                  </a:cubicBezTo>
                  <a:cubicBezTo>
                    <a:pt x="1840" y="2516"/>
                    <a:pt x="1614" y="2144"/>
                    <a:pt x="1377" y="1805"/>
                  </a:cubicBezTo>
                  <a:cubicBezTo>
                    <a:pt x="1140" y="1456"/>
                    <a:pt x="915" y="1140"/>
                    <a:pt x="712" y="880"/>
                  </a:cubicBezTo>
                  <a:cubicBezTo>
                    <a:pt x="317" y="35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"/>
            <p:cNvSpPr/>
            <p:nvPr/>
          </p:nvSpPr>
          <p:spPr>
            <a:xfrm>
              <a:off x="4055275" y="2597525"/>
              <a:ext cx="14125" cy="220350"/>
            </a:xfrm>
            <a:custGeom>
              <a:avLst/>
              <a:gdLst/>
              <a:ahLst/>
              <a:cxnLst/>
              <a:rect l="l" t="t" r="r" b="b"/>
              <a:pathLst>
                <a:path w="565" h="8814" extrusionOk="0">
                  <a:moveTo>
                    <a:pt x="170" y="0"/>
                  </a:moveTo>
                  <a:cubicBezTo>
                    <a:pt x="170" y="0"/>
                    <a:pt x="147" y="136"/>
                    <a:pt x="136" y="384"/>
                  </a:cubicBezTo>
                  <a:cubicBezTo>
                    <a:pt x="113" y="621"/>
                    <a:pt x="80" y="971"/>
                    <a:pt x="68" y="1377"/>
                  </a:cubicBezTo>
                  <a:cubicBezTo>
                    <a:pt x="23" y="2212"/>
                    <a:pt x="1" y="3306"/>
                    <a:pt x="46" y="4412"/>
                  </a:cubicBezTo>
                  <a:cubicBezTo>
                    <a:pt x="80" y="5518"/>
                    <a:pt x="136" y="6613"/>
                    <a:pt x="215" y="7436"/>
                  </a:cubicBezTo>
                  <a:cubicBezTo>
                    <a:pt x="260" y="7854"/>
                    <a:pt x="305" y="8192"/>
                    <a:pt x="339" y="8429"/>
                  </a:cubicBezTo>
                  <a:cubicBezTo>
                    <a:pt x="373" y="8666"/>
                    <a:pt x="396" y="8813"/>
                    <a:pt x="396" y="8813"/>
                  </a:cubicBezTo>
                  <a:cubicBezTo>
                    <a:pt x="396" y="8813"/>
                    <a:pt x="418" y="8678"/>
                    <a:pt x="429" y="8429"/>
                  </a:cubicBezTo>
                  <a:cubicBezTo>
                    <a:pt x="441" y="8192"/>
                    <a:pt x="475" y="7843"/>
                    <a:pt x="497" y="7425"/>
                  </a:cubicBezTo>
                  <a:cubicBezTo>
                    <a:pt x="531" y="6601"/>
                    <a:pt x="565" y="5507"/>
                    <a:pt x="520" y="4401"/>
                  </a:cubicBezTo>
                  <a:cubicBezTo>
                    <a:pt x="486" y="3295"/>
                    <a:pt x="418" y="2201"/>
                    <a:pt x="339" y="1377"/>
                  </a:cubicBezTo>
                  <a:cubicBezTo>
                    <a:pt x="305" y="959"/>
                    <a:pt x="260" y="621"/>
                    <a:pt x="226" y="384"/>
                  </a:cubicBezTo>
                  <a:cubicBezTo>
                    <a:pt x="192" y="136"/>
                    <a:pt x="170" y="0"/>
                    <a:pt x="170" y="0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"/>
            <p:cNvSpPr/>
            <p:nvPr/>
          </p:nvSpPr>
          <p:spPr>
            <a:xfrm>
              <a:off x="3518725" y="2652525"/>
              <a:ext cx="119625" cy="100750"/>
            </a:xfrm>
            <a:custGeom>
              <a:avLst/>
              <a:gdLst/>
              <a:ahLst/>
              <a:cxnLst/>
              <a:rect l="l" t="t" r="r" b="b"/>
              <a:pathLst>
                <a:path w="4785" h="4030" extrusionOk="0">
                  <a:moveTo>
                    <a:pt x="0" y="1"/>
                  </a:moveTo>
                  <a:cubicBezTo>
                    <a:pt x="0" y="1"/>
                    <a:pt x="248" y="317"/>
                    <a:pt x="643" y="745"/>
                  </a:cubicBezTo>
                  <a:cubicBezTo>
                    <a:pt x="1049" y="1174"/>
                    <a:pt x="1580" y="1738"/>
                    <a:pt x="2200" y="2235"/>
                  </a:cubicBezTo>
                  <a:cubicBezTo>
                    <a:pt x="2810" y="2731"/>
                    <a:pt x="3442" y="3194"/>
                    <a:pt x="3938" y="3521"/>
                  </a:cubicBezTo>
                  <a:cubicBezTo>
                    <a:pt x="4209" y="3702"/>
                    <a:pt x="4502" y="3871"/>
                    <a:pt x="4785" y="4029"/>
                  </a:cubicBezTo>
                  <a:cubicBezTo>
                    <a:pt x="4785" y="4029"/>
                    <a:pt x="4536" y="3713"/>
                    <a:pt x="4119" y="3307"/>
                  </a:cubicBezTo>
                  <a:cubicBezTo>
                    <a:pt x="3701" y="2889"/>
                    <a:pt x="3115" y="2370"/>
                    <a:pt x="2516" y="1874"/>
                  </a:cubicBezTo>
                  <a:cubicBezTo>
                    <a:pt x="2212" y="1625"/>
                    <a:pt x="1918" y="1366"/>
                    <a:pt x="1625" y="1140"/>
                  </a:cubicBezTo>
                  <a:cubicBezTo>
                    <a:pt x="1343" y="915"/>
                    <a:pt x="1061" y="711"/>
                    <a:pt x="824" y="542"/>
                  </a:cubicBezTo>
                  <a:cubicBezTo>
                    <a:pt x="339" y="19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"/>
            <p:cNvSpPr/>
            <p:nvPr/>
          </p:nvSpPr>
          <p:spPr>
            <a:xfrm>
              <a:off x="3857250" y="2462950"/>
              <a:ext cx="58125" cy="238975"/>
            </a:xfrm>
            <a:custGeom>
              <a:avLst/>
              <a:gdLst/>
              <a:ahLst/>
              <a:cxnLst/>
              <a:rect l="l" t="t" r="r" b="b"/>
              <a:pathLst>
                <a:path w="2325" h="9559" extrusionOk="0">
                  <a:moveTo>
                    <a:pt x="0" y="1"/>
                  </a:moveTo>
                  <a:cubicBezTo>
                    <a:pt x="0" y="1"/>
                    <a:pt x="11" y="170"/>
                    <a:pt x="57" y="429"/>
                  </a:cubicBezTo>
                  <a:cubicBezTo>
                    <a:pt x="102" y="689"/>
                    <a:pt x="158" y="1073"/>
                    <a:pt x="248" y="1524"/>
                  </a:cubicBezTo>
                  <a:cubicBezTo>
                    <a:pt x="418" y="2438"/>
                    <a:pt x="677" y="3634"/>
                    <a:pt x="982" y="4819"/>
                  </a:cubicBezTo>
                  <a:cubicBezTo>
                    <a:pt x="1140" y="5417"/>
                    <a:pt x="1275" y="6015"/>
                    <a:pt x="1422" y="6579"/>
                  </a:cubicBezTo>
                  <a:cubicBezTo>
                    <a:pt x="1557" y="7132"/>
                    <a:pt x="1715" y="7651"/>
                    <a:pt x="1839" y="8091"/>
                  </a:cubicBezTo>
                  <a:cubicBezTo>
                    <a:pt x="1975" y="8543"/>
                    <a:pt x="2099" y="8893"/>
                    <a:pt x="2178" y="9163"/>
                  </a:cubicBezTo>
                  <a:cubicBezTo>
                    <a:pt x="2268" y="9423"/>
                    <a:pt x="2325" y="9558"/>
                    <a:pt x="2325" y="9558"/>
                  </a:cubicBezTo>
                  <a:cubicBezTo>
                    <a:pt x="2325" y="9558"/>
                    <a:pt x="2313" y="9412"/>
                    <a:pt x="2268" y="9141"/>
                  </a:cubicBezTo>
                  <a:cubicBezTo>
                    <a:pt x="2234" y="8870"/>
                    <a:pt x="2189" y="8498"/>
                    <a:pt x="2110" y="8035"/>
                  </a:cubicBezTo>
                  <a:cubicBezTo>
                    <a:pt x="2043" y="7584"/>
                    <a:pt x="1941" y="7053"/>
                    <a:pt x="1828" y="6489"/>
                  </a:cubicBezTo>
                  <a:cubicBezTo>
                    <a:pt x="1715" y="5914"/>
                    <a:pt x="1591" y="5315"/>
                    <a:pt x="1444" y="4717"/>
                  </a:cubicBezTo>
                  <a:cubicBezTo>
                    <a:pt x="1140" y="3521"/>
                    <a:pt x="801" y="2348"/>
                    <a:pt x="519" y="1468"/>
                  </a:cubicBezTo>
                  <a:cubicBezTo>
                    <a:pt x="372" y="1016"/>
                    <a:pt x="237" y="655"/>
                    <a:pt x="147" y="407"/>
                  </a:cubicBezTo>
                  <a:cubicBezTo>
                    <a:pt x="57" y="147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"/>
            <p:cNvSpPr/>
            <p:nvPr/>
          </p:nvSpPr>
          <p:spPr>
            <a:xfrm>
              <a:off x="4065425" y="2394675"/>
              <a:ext cx="21750" cy="159975"/>
            </a:xfrm>
            <a:custGeom>
              <a:avLst/>
              <a:gdLst/>
              <a:ahLst/>
              <a:cxnLst/>
              <a:rect l="l" t="t" r="r" b="b"/>
              <a:pathLst>
                <a:path w="870" h="6399" extrusionOk="0">
                  <a:moveTo>
                    <a:pt x="689" y="1"/>
                  </a:moveTo>
                  <a:cubicBezTo>
                    <a:pt x="689" y="1"/>
                    <a:pt x="599" y="396"/>
                    <a:pt x="531" y="1005"/>
                  </a:cubicBezTo>
                  <a:cubicBezTo>
                    <a:pt x="486" y="1299"/>
                    <a:pt x="475" y="1660"/>
                    <a:pt x="430" y="2032"/>
                  </a:cubicBezTo>
                  <a:cubicBezTo>
                    <a:pt x="385" y="2404"/>
                    <a:pt x="373" y="2799"/>
                    <a:pt x="317" y="3194"/>
                  </a:cubicBezTo>
                  <a:cubicBezTo>
                    <a:pt x="272" y="3589"/>
                    <a:pt x="227" y="3984"/>
                    <a:pt x="181" y="4357"/>
                  </a:cubicBezTo>
                  <a:cubicBezTo>
                    <a:pt x="136" y="4729"/>
                    <a:pt x="80" y="5079"/>
                    <a:pt x="57" y="5383"/>
                  </a:cubicBezTo>
                  <a:cubicBezTo>
                    <a:pt x="1" y="5993"/>
                    <a:pt x="1" y="6399"/>
                    <a:pt x="1" y="6399"/>
                  </a:cubicBezTo>
                  <a:cubicBezTo>
                    <a:pt x="1" y="6399"/>
                    <a:pt x="159" y="6015"/>
                    <a:pt x="317" y="5440"/>
                  </a:cubicBezTo>
                  <a:cubicBezTo>
                    <a:pt x="362" y="5293"/>
                    <a:pt x="418" y="5124"/>
                    <a:pt x="452" y="4966"/>
                  </a:cubicBezTo>
                  <a:cubicBezTo>
                    <a:pt x="497" y="4797"/>
                    <a:pt x="554" y="4616"/>
                    <a:pt x="588" y="4436"/>
                  </a:cubicBezTo>
                  <a:cubicBezTo>
                    <a:pt x="667" y="4052"/>
                    <a:pt x="734" y="3657"/>
                    <a:pt x="802" y="3251"/>
                  </a:cubicBezTo>
                  <a:cubicBezTo>
                    <a:pt x="825" y="2844"/>
                    <a:pt x="858" y="2427"/>
                    <a:pt x="858" y="2055"/>
                  </a:cubicBezTo>
                  <a:cubicBezTo>
                    <a:pt x="870" y="1851"/>
                    <a:pt x="847" y="1671"/>
                    <a:pt x="836" y="1502"/>
                  </a:cubicBezTo>
                  <a:cubicBezTo>
                    <a:pt x="836" y="1321"/>
                    <a:pt x="825" y="1163"/>
                    <a:pt x="802" y="1005"/>
                  </a:cubicBezTo>
                  <a:cubicBezTo>
                    <a:pt x="768" y="407"/>
                    <a:pt x="689" y="1"/>
                    <a:pt x="689" y="1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"/>
            <p:cNvSpPr/>
            <p:nvPr/>
          </p:nvSpPr>
          <p:spPr>
            <a:xfrm>
              <a:off x="3877575" y="2749600"/>
              <a:ext cx="28900" cy="25775"/>
            </a:xfrm>
            <a:custGeom>
              <a:avLst/>
              <a:gdLst/>
              <a:ahLst/>
              <a:cxnLst/>
              <a:rect l="l" t="t" r="r" b="b"/>
              <a:pathLst>
                <a:path w="1156" h="1031" extrusionOk="0">
                  <a:moveTo>
                    <a:pt x="326" y="0"/>
                  </a:moveTo>
                  <a:cubicBezTo>
                    <a:pt x="190" y="0"/>
                    <a:pt x="75" y="75"/>
                    <a:pt x="33" y="259"/>
                  </a:cubicBezTo>
                  <a:cubicBezTo>
                    <a:pt x="33" y="281"/>
                    <a:pt x="33" y="304"/>
                    <a:pt x="33" y="327"/>
                  </a:cubicBezTo>
                  <a:cubicBezTo>
                    <a:pt x="0" y="642"/>
                    <a:pt x="302" y="1030"/>
                    <a:pt x="590" y="1030"/>
                  </a:cubicBezTo>
                  <a:cubicBezTo>
                    <a:pt x="694" y="1030"/>
                    <a:pt x="796" y="980"/>
                    <a:pt x="880" y="857"/>
                  </a:cubicBezTo>
                  <a:cubicBezTo>
                    <a:pt x="1155" y="484"/>
                    <a:pt x="674" y="0"/>
                    <a:pt x="326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"/>
            <p:cNvSpPr/>
            <p:nvPr/>
          </p:nvSpPr>
          <p:spPr>
            <a:xfrm>
              <a:off x="3958950" y="2790900"/>
              <a:ext cx="28875" cy="25425"/>
            </a:xfrm>
            <a:custGeom>
              <a:avLst/>
              <a:gdLst/>
              <a:ahLst/>
              <a:cxnLst/>
              <a:rect l="l" t="t" r="r" b="b"/>
              <a:pathLst>
                <a:path w="1155" h="1017" extrusionOk="0">
                  <a:moveTo>
                    <a:pt x="322" y="1"/>
                  </a:moveTo>
                  <a:cubicBezTo>
                    <a:pt x="182" y="1"/>
                    <a:pt x="64" y="77"/>
                    <a:pt x="28" y="266"/>
                  </a:cubicBezTo>
                  <a:cubicBezTo>
                    <a:pt x="28" y="288"/>
                    <a:pt x="28" y="311"/>
                    <a:pt x="17" y="333"/>
                  </a:cubicBezTo>
                  <a:cubicBezTo>
                    <a:pt x="0" y="639"/>
                    <a:pt x="310" y="1016"/>
                    <a:pt x="601" y="1016"/>
                  </a:cubicBezTo>
                  <a:cubicBezTo>
                    <a:pt x="708" y="1016"/>
                    <a:pt x="812" y="965"/>
                    <a:pt x="897" y="841"/>
                  </a:cubicBezTo>
                  <a:cubicBezTo>
                    <a:pt x="1154" y="464"/>
                    <a:pt x="668" y="1"/>
                    <a:pt x="322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"/>
            <p:cNvSpPr/>
            <p:nvPr/>
          </p:nvSpPr>
          <p:spPr>
            <a:xfrm>
              <a:off x="4070375" y="2652425"/>
              <a:ext cx="27750" cy="27225"/>
            </a:xfrm>
            <a:custGeom>
              <a:avLst/>
              <a:gdLst/>
              <a:ahLst/>
              <a:cxnLst/>
              <a:rect l="l" t="t" r="r" b="b"/>
              <a:pathLst>
                <a:path w="1110" h="1089" extrusionOk="0">
                  <a:moveTo>
                    <a:pt x="623" y="1"/>
                  </a:moveTo>
                  <a:cubicBezTo>
                    <a:pt x="603" y="1"/>
                    <a:pt x="581" y="2"/>
                    <a:pt x="559" y="5"/>
                  </a:cubicBezTo>
                  <a:cubicBezTo>
                    <a:pt x="0" y="74"/>
                    <a:pt x="85" y="1088"/>
                    <a:pt x="510" y="1088"/>
                  </a:cubicBezTo>
                  <a:cubicBezTo>
                    <a:pt x="566" y="1088"/>
                    <a:pt x="628" y="1071"/>
                    <a:pt x="694" y="1031"/>
                  </a:cubicBezTo>
                  <a:cubicBezTo>
                    <a:pt x="717" y="1020"/>
                    <a:pt x="739" y="1009"/>
                    <a:pt x="751" y="998"/>
                  </a:cubicBezTo>
                  <a:cubicBezTo>
                    <a:pt x="1076" y="748"/>
                    <a:pt x="1109" y="1"/>
                    <a:pt x="623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"/>
            <p:cNvSpPr/>
            <p:nvPr/>
          </p:nvSpPr>
          <p:spPr>
            <a:xfrm>
              <a:off x="3964400" y="2983475"/>
              <a:ext cx="28600" cy="23200"/>
            </a:xfrm>
            <a:custGeom>
              <a:avLst/>
              <a:gdLst/>
              <a:ahLst/>
              <a:cxnLst/>
              <a:rect l="l" t="t" r="r" b="b"/>
              <a:pathLst>
                <a:path w="1144" h="928" extrusionOk="0">
                  <a:moveTo>
                    <a:pt x="456" y="0"/>
                  </a:moveTo>
                  <a:cubicBezTo>
                    <a:pt x="300" y="0"/>
                    <a:pt x="162" y="80"/>
                    <a:pt x="104" y="281"/>
                  </a:cubicBezTo>
                  <a:cubicBezTo>
                    <a:pt x="1" y="659"/>
                    <a:pt x="429" y="928"/>
                    <a:pt x="759" y="928"/>
                  </a:cubicBezTo>
                  <a:cubicBezTo>
                    <a:pt x="971" y="928"/>
                    <a:pt x="1143" y="817"/>
                    <a:pt x="1108" y="552"/>
                  </a:cubicBezTo>
                  <a:cubicBezTo>
                    <a:pt x="1097" y="529"/>
                    <a:pt x="1097" y="507"/>
                    <a:pt x="1097" y="484"/>
                  </a:cubicBezTo>
                  <a:cubicBezTo>
                    <a:pt x="1033" y="229"/>
                    <a:pt x="719" y="0"/>
                    <a:pt x="456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"/>
            <p:cNvSpPr/>
            <p:nvPr/>
          </p:nvSpPr>
          <p:spPr>
            <a:xfrm>
              <a:off x="3971200" y="2700950"/>
              <a:ext cx="35725" cy="25675"/>
            </a:xfrm>
            <a:custGeom>
              <a:avLst/>
              <a:gdLst/>
              <a:ahLst/>
              <a:cxnLst/>
              <a:rect l="l" t="t" r="r" b="b"/>
              <a:pathLst>
                <a:path w="1429" h="1027" extrusionOk="0">
                  <a:moveTo>
                    <a:pt x="872" y="1"/>
                  </a:moveTo>
                  <a:cubicBezTo>
                    <a:pt x="854" y="1"/>
                    <a:pt x="834" y="2"/>
                    <a:pt x="813" y="4"/>
                  </a:cubicBezTo>
                  <a:cubicBezTo>
                    <a:pt x="791" y="16"/>
                    <a:pt x="768" y="16"/>
                    <a:pt x="746" y="27"/>
                  </a:cubicBezTo>
                  <a:cubicBezTo>
                    <a:pt x="339" y="117"/>
                    <a:pt x="1" y="851"/>
                    <a:pt x="543" y="1009"/>
                  </a:cubicBezTo>
                  <a:cubicBezTo>
                    <a:pt x="583" y="1021"/>
                    <a:pt x="623" y="1026"/>
                    <a:pt x="661" y="1026"/>
                  </a:cubicBezTo>
                  <a:cubicBezTo>
                    <a:pt x="1175" y="1026"/>
                    <a:pt x="1428" y="1"/>
                    <a:pt x="872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"/>
            <p:cNvSpPr/>
            <p:nvPr/>
          </p:nvSpPr>
          <p:spPr>
            <a:xfrm>
              <a:off x="3716450" y="2810150"/>
              <a:ext cx="28800" cy="23025"/>
            </a:xfrm>
            <a:custGeom>
              <a:avLst/>
              <a:gdLst/>
              <a:ahLst/>
              <a:cxnLst/>
              <a:rect l="l" t="t" r="r" b="b"/>
              <a:pathLst>
                <a:path w="1152" h="921" extrusionOk="0">
                  <a:moveTo>
                    <a:pt x="410" y="1"/>
                  </a:moveTo>
                  <a:cubicBezTo>
                    <a:pt x="186" y="1"/>
                    <a:pt x="1" y="117"/>
                    <a:pt x="46" y="387"/>
                  </a:cubicBezTo>
                  <a:cubicBezTo>
                    <a:pt x="58" y="410"/>
                    <a:pt x="58" y="432"/>
                    <a:pt x="69" y="455"/>
                  </a:cubicBezTo>
                  <a:cubicBezTo>
                    <a:pt x="138" y="705"/>
                    <a:pt x="447" y="921"/>
                    <a:pt x="704" y="921"/>
                  </a:cubicBezTo>
                  <a:cubicBezTo>
                    <a:pt x="864" y="921"/>
                    <a:pt x="1003" y="837"/>
                    <a:pt x="1051" y="624"/>
                  </a:cubicBezTo>
                  <a:cubicBezTo>
                    <a:pt x="1151" y="249"/>
                    <a:pt x="738" y="1"/>
                    <a:pt x="410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"/>
            <p:cNvSpPr/>
            <p:nvPr/>
          </p:nvSpPr>
          <p:spPr>
            <a:xfrm>
              <a:off x="3972600" y="2869325"/>
              <a:ext cx="29000" cy="22275"/>
            </a:xfrm>
            <a:custGeom>
              <a:avLst/>
              <a:gdLst/>
              <a:ahLst/>
              <a:cxnLst/>
              <a:rect l="l" t="t" r="r" b="b"/>
              <a:pathLst>
                <a:path w="1160" h="891" extrusionOk="0">
                  <a:moveTo>
                    <a:pt x="423" y="1"/>
                  </a:moveTo>
                  <a:cubicBezTo>
                    <a:pt x="244" y="1"/>
                    <a:pt x="91" y="92"/>
                    <a:pt x="58" y="322"/>
                  </a:cubicBezTo>
                  <a:cubicBezTo>
                    <a:pt x="1" y="683"/>
                    <a:pt x="384" y="891"/>
                    <a:pt x="701" y="891"/>
                  </a:cubicBezTo>
                  <a:cubicBezTo>
                    <a:pt x="950" y="891"/>
                    <a:pt x="1159" y="763"/>
                    <a:pt x="1085" y="480"/>
                  </a:cubicBezTo>
                  <a:cubicBezTo>
                    <a:pt x="1085" y="457"/>
                    <a:pt x="1073" y="435"/>
                    <a:pt x="1062" y="412"/>
                  </a:cubicBezTo>
                  <a:cubicBezTo>
                    <a:pt x="976" y="182"/>
                    <a:pt x="675" y="1"/>
                    <a:pt x="423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"/>
            <p:cNvSpPr/>
            <p:nvPr/>
          </p:nvSpPr>
          <p:spPr>
            <a:xfrm>
              <a:off x="3784900" y="2664300"/>
              <a:ext cx="28975" cy="22125"/>
            </a:xfrm>
            <a:custGeom>
              <a:avLst/>
              <a:gdLst/>
              <a:ahLst/>
              <a:cxnLst/>
              <a:rect l="l" t="t" r="r" b="b"/>
              <a:pathLst>
                <a:path w="1159" h="885" extrusionOk="0">
                  <a:moveTo>
                    <a:pt x="424" y="0"/>
                  </a:moveTo>
                  <a:cubicBezTo>
                    <a:pt x="239" y="0"/>
                    <a:pt x="79" y="94"/>
                    <a:pt x="50" y="331"/>
                  </a:cubicBezTo>
                  <a:cubicBezTo>
                    <a:pt x="1" y="684"/>
                    <a:pt x="370" y="884"/>
                    <a:pt x="683" y="884"/>
                  </a:cubicBezTo>
                  <a:cubicBezTo>
                    <a:pt x="940" y="884"/>
                    <a:pt x="1159" y="750"/>
                    <a:pt x="1077" y="455"/>
                  </a:cubicBezTo>
                  <a:cubicBezTo>
                    <a:pt x="1066" y="432"/>
                    <a:pt x="1066" y="410"/>
                    <a:pt x="1055" y="387"/>
                  </a:cubicBezTo>
                  <a:cubicBezTo>
                    <a:pt x="964" y="168"/>
                    <a:pt x="671" y="0"/>
                    <a:pt x="424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"/>
            <p:cNvSpPr/>
            <p:nvPr/>
          </p:nvSpPr>
          <p:spPr>
            <a:xfrm>
              <a:off x="4044600" y="2895900"/>
              <a:ext cx="27975" cy="27325"/>
            </a:xfrm>
            <a:custGeom>
              <a:avLst/>
              <a:gdLst/>
              <a:ahLst/>
              <a:cxnLst/>
              <a:rect l="l" t="t" r="r" b="b"/>
              <a:pathLst>
                <a:path w="1119" h="1093" extrusionOk="0">
                  <a:moveTo>
                    <a:pt x="584" y="0"/>
                  </a:moveTo>
                  <a:cubicBezTo>
                    <a:pt x="526" y="0"/>
                    <a:pt x="462" y="19"/>
                    <a:pt x="394" y="60"/>
                  </a:cubicBezTo>
                  <a:cubicBezTo>
                    <a:pt x="371" y="71"/>
                    <a:pt x="360" y="83"/>
                    <a:pt x="337" y="105"/>
                  </a:cubicBezTo>
                  <a:cubicBezTo>
                    <a:pt x="25" y="342"/>
                    <a:pt x="1" y="1092"/>
                    <a:pt x="479" y="1092"/>
                  </a:cubicBezTo>
                  <a:cubicBezTo>
                    <a:pt x="502" y="1092"/>
                    <a:pt x="526" y="1091"/>
                    <a:pt x="552" y="1087"/>
                  </a:cubicBezTo>
                  <a:cubicBezTo>
                    <a:pt x="1118" y="1008"/>
                    <a:pt x="1011" y="0"/>
                    <a:pt x="584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"/>
            <p:cNvSpPr/>
            <p:nvPr/>
          </p:nvSpPr>
          <p:spPr>
            <a:xfrm>
              <a:off x="3925875" y="2901400"/>
              <a:ext cx="27700" cy="27425"/>
            </a:xfrm>
            <a:custGeom>
              <a:avLst/>
              <a:gdLst/>
              <a:ahLst/>
              <a:cxnLst/>
              <a:rect l="l" t="t" r="r" b="b"/>
              <a:pathLst>
                <a:path w="1108" h="1097" extrusionOk="0">
                  <a:moveTo>
                    <a:pt x="641" y="1"/>
                  </a:moveTo>
                  <a:cubicBezTo>
                    <a:pt x="613" y="1"/>
                    <a:pt x="582" y="4"/>
                    <a:pt x="550" y="9"/>
                  </a:cubicBezTo>
                  <a:cubicBezTo>
                    <a:pt x="0" y="117"/>
                    <a:pt x="134" y="1097"/>
                    <a:pt x="549" y="1097"/>
                  </a:cubicBezTo>
                  <a:cubicBezTo>
                    <a:pt x="612" y="1097"/>
                    <a:pt x="680" y="1075"/>
                    <a:pt x="753" y="1025"/>
                  </a:cubicBezTo>
                  <a:cubicBezTo>
                    <a:pt x="765" y="1014"/>
                    <a:pt x="787" y="1002"/>
                    <a:pt x="810" y="991"/>
                  </a:cubicBezTo>
                  <a:cubicBezTo>
                    <a:pt x="1107" y="736"/>
                    <a:pt x="1105" y="1"/>
                    <a:pt x="641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"/>
            <p:cNvSpPr/>
            <p:nvPr/>
          </p:nvSpPr>
          <p:spPr>
            <a:xfrm>
              <a:off x="3989975" y="2929200"/>
              <a:ext cx="40100" cy="23475"/>
            </a:xfrm>
            <a:custGeom>
              <a:avLst/>
              <a:gdLst/>
              <a:ahLst/>
              <a:cxnLst/>
              <a:rect l="l" t="t" r="r" b="b"/>
              <a:pathLst>
                <a:path w="1604" h="939" extrusionOk="0">
                  <a:moveTo>
                    <a:pt x="919" y="1"/>
                  </a:moveTo>
                  <a:cubicBezTo>
                    <a:pt x="517" y="1"/>
                    <a:pt x="1" y="546"/>
                    <a:pt x="446" y="861"/>
                  </a:cubicBezTo>
                  <a:cubicBezTo>
                    <a:pt x="522" y="915"/>
                    <a:pt x="601" y="938"/>
                    <a:pt x="681" y="938"/>
                  </a:cubicBezTo>
                  <a:cubicBezTo>
                    <a:pt x="1149" y="938"/>
                    <a:pt x="1603" y="130"/>
                    <a:pt x="1044" y="15"/>
                  </a:cubicBezTo>
                  <a:cubicBezTo>
                    <a:pt x="1022" y="3"/>
                    <a:pt x="999" y="3"/>
                    <a:pt x="965" y="3"/>
                  </a:cubicBezTo>
                  <a:cubicBezTo>
                    <a:pt x="950" y="2"/>
                    <a:pt x="935" y="1"/>
                    <a:pt x="919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"/>
            <p:cNvSpPr/>
            <p:nvPr/>
          </p:nvSpPr>
          <p:spPr>
            <a:xfrm>
              <a:off x="4011300" y="2997500"/>
              <a:ext cx="39975" cy="23600"/>
            </a:xfrm>
            <a:custGeom>
              <a:avLst/>
              <a:gdLst/>
              <a:ahLst/>
              <a:cxnLst/>
              <a:rect l="l" t="t" r="r" b="b"/>
              <a:pathLst>
                <a:path w="1599" h="944" extrusionOk="0">
                  <a:moveTo>
                    <a:pt x="923" y="1"/>
                  </a:moveTo>
                  <a:cubicBezTo>
                    <a:pt x="501" y="1"/>
                    <a:pt x="1" y="575"/>
                    <a:pt x="451" y="871"/>
                  </a:cubicBezTo>
                  <a:cubicBezTo>
                    <a:pt x="527" y="922"/>
                    <a:pt x="606" y="944"/>
                    <a:pt x="684" y="944"/>
                  </a:cubicBezTo>
                  <a:cubicBezTo>
                    <a:pt x="1162" y="944"/>
                    <a:pt x="1598" y="120"/>
                    <a:pt x="1026" y="13"/>
                  </a:cubicBezTo>
                  <a:lnTo>
                    <a:pt x="958" y="2"/>
                  </a:lnTo>
                  <a:cubicBezTo>
                    <a:pt x="947" y="1"/>
                    <a:pt x="935" y="1"/>
                    <a:pt x="923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"/>
            <p:cNvSpPr/>
            <p:nvPr/>
          </p:nvSpPr>
          <p:spPr>
            <a:xfrm>
              <a:off x="3461375" y="2752750"/>
              <a:ext cx="28375" cy="23425"/>
            </a:xfrm>
            <a:custGeom>
              <a:avLst/>
              <a:gdLst/>
              <a:ahLst/>
              <a:cxnLst/>
              <a:rect l="l" t="t" r="r" b="b"/>
              <a:pathLst>
                <a:path w="1135" h="937" extrusionOk="0">
                  <a:moveTo>
                    <a:pt x="359" y="0"/>
                  </a:moveTo>
                  <a:cubicBezTo>
                    <a:pt x="160" y="0"/>
                    <a:pt x="1" y="105"/>
                    <a:pt x="26" y="359"/>
                  </a:cubicBezTo>
                  <a:cubicBezTo>
                    <a:pt x="26" y="381"/>
                    <a:pt x="26" y="404"/>
                    <a:pt x="37" y="426"/>
                  </a:cubicBezTo>
                  <a:cubicBezTo>
                    <a:pt x="88" y="689"/>
                    <a:pt x="408" y="937"/>
                    <a:pt x="673" y="937"/>
                  </a:cubicBezTo>
                  <a:cubicBezTo>
                    <a:pt x="818" y="937"/>
                    <a:pt x="948" y="862"/>
                    <a:pt x="1008" y="674"/>
                  </a:cubicBezTo>
                  <a:cubicBezTo>
                    <a:pt x="1135" y="293"/>
                    <a:pt x="692" y="0"/>
                    <a:pt x="359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"/>
            <p:cNvSpPr/>
            <p:nvPr/>
          </p:nvSpPr>
          <p:spPr>
            <a:xfrm>
              <a:off x="3857350" y="2950325"/>
              <a:ext cx="35750" cy="25625"/>
            </a:xfrm>
            <a:custGeom>
              <a:avLst/>
              <a:gdLst/>
              <a:ahLst/>
              <a:cxnLst/>
              <a:rect l="l" t="t" r="r" b="b"/>
              <a:pathLst>
                <a:path w="1430" h="1025" extrusionOk="0">
                  <a:moveTo>
                    <a:pt x="774" y="0"/>
                  </a:moveTo>
                  <a:cubicBezTo>
                    <a:pt x="250" y="0"/>
                    <a:pt x="0" y="1025"/>
                    <a:pt x="540" y="1025"/>
                  </a:cubicBezTo>
                  <a:cubicBezTo>
                    <a:pt x="561" y="1025"/>
                    <a:pt x="582" y="1023"/>
                    <a:pt x="605" y="1020"/>
                  </a:cubicBezTo>
                  <a:cubicBezTo>
                    <a:pt x="628" y="1009"/>
                    <a:pt x="651" y="1009"/>
                    <a:pt x="673" y="998"/>
                  </a:cubicBezTo>
                  <a:cubicBezTo>
                    <a:pt x="1079" y="907"/>
                    <a:pt x="1429" y="174"/>
                    <a:pt x="888" y="16"/>
                  </a:cubicBezTo>
                  <a:cubicBezTo>
                    <a:pt x="849" y="5"/>
                    <a:pt x="811" y="0"/>
                    <a:pt x="774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"/>
            <p:cNvSpPr/>
            <p:nvPr/>
          </p:nvSpPr>
          <p:spPr>
            <a:xfrm>
              <a:off x="3808125" y="2871275"/>
              <a:ext cx="28575" cy="23275"/>
            </a:xfrm>
            <a:custGeom>
              <a:avLst/>
              <a:gdLst/>
              <a:ahLst/>
              <a:cxnLst/>
              <a:rect l="l" t="t" r="r" b="b"/>
              <a:pathLst>
                <a:path w="1143" h="931" extrusionOk="0">
                  <a:moveTo>
                    <a:pt x="450" y="0"/>
                  </a:moveTo>
                  <a:cubicBezTo>
                    <a:pt x="297" y="0"/>
                    <a:pt x="161" y="79"/>
                    <a:pt x="103" y="278"/>
                  </a:cubicBezTo>
                  <a:cubicBezTo>
                    <a:pt x="0" y="663"/>
                    <a:pt x="429" y="930"/>
                    <a:pt x="759" y="930"/>
                  </a:cubicBezTo>
                  <a:cubicBezTo>
                    <a:pt x="971" y="930"/>
                    <a:pt x="1143" y="820"/>
                    <a:pt x="1108" y="560"/>
                  </a:cubicBezTo>
                  <a:cubicBezTo>
                    <a:pt x="1108" y="537"/>
                    <a:pt x="1096" y="515"/>
                    <a:pt x="1096" y="492"/>
                  </a:cubicBezTo>
                  <a:cubicBezTo>
                    <a:pt x="1032" y="235"/>
                    <a:pt x="714" y="0"/>
                    <a:pt x="450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"/>
            <p:cNvSpPr/>
            <p:nvPr/>
          </p:nvSpPr>
          <p:spPr>
            <a:xfrm>
              <a:off x="3647925" y="2639900"/>
              <a:ext cx="34950" cy="25650"/>
            </a:xfrm>
            <a:custGeom>
              <a:avLst/>
              <a:gdLst/>
              <a:ahLst/>
              <a:cxnLst/>
              <a:rect l="l" t="t" r="r" b="b"/>
              <a:pathLst>
                <a:path w="1398" h="1026" extrusionOk="0">
                  <a:moveTo>
                    <a:pt x="877" y="1"/>
                  </a:moveTo>
                  <a:cubicBezTo>
                    <a:pt x="850" y="1"/>
                    <a:pt x="821" y="3"/>
                    <a:pt x="790" y="9"/>
                  </a:cubicBezTo>
                  <a:cubicBezTo>
                    <a:pt x="768" y="9"/>
                    <a:pt x="745" y="9"/>
                    <a:pt x="722" y="20"/>
                  </a:cubicBezTo>
                  <a:cubicBezTo>
                    <a:pt x="316" y="133"/>
                    <a:pt x="0" y="878"/>
                    <a:pt x="553" y="1013"/>
                  </a:cubicBezTo>
                  <a:cubicBezTo>
                    <a:pt x="587" y="1021"/>
                    <a:pt x="620" y="1025"/>
                    <a:pt x="652" y="1025"/>
                  </a:cubicBezTo>
                  <a:cubicBezTo>
                    <a:pt x="1175" y="1025"/>
                    <a:pt x="1397" y="1"/>
                    <a:pt x="877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"/>
            <p:cNvSpPr/>
            <p:nvPr/>
          </p:nvSpPr>
          <p:spPr>
            <a:xfrm>
              <a:off x="3900975" y="2857225"/>
              <a:ext cx="28975" cy="25575"/>
            </a:xfrm>
            <a:custGeom>
              <a:avLst/>
              <a:gdLst/>
              <a:ahLst/>
              <a:cxnLst/>
              <a:rect l="l" t="t" r="r" b="b"/>
              <a:pathLst>
                <a:path w="1159" h="1023" extrusionOk="0">
                  <a:moveTo>
                    <a:pt x="333" y="1"/>
                  </a:moveTo>
                  <a:cubicBezTo>
                    <a:pt x="198" y="1"/>
                    <a:pt x="84" y="76"/>
                    <a:pt x="45" y="264"/>
                  </a:cubicBezTo>
                  <a:cubicBezTo>
                    <a:pt x="45" y="276"/>
                    <a:pt x="34" y="310"/>
                    <a:pt x="34" y="332"/>
                  </a:cubicBezTo>
                  <a:cubicBezTo>
                    <a:pt x="1" y="631"/>
                    <a:pt x="305" y="1023"/>
                    <a:pt x="598" y="1023"/>
                  </a:cubicBezTo>
                  <a:cubicBezTo>
                    <a:pt x="702" y="1023"/>
                    <a:pt x="806" y="973"/>
                    <a:pt x="892" y="851"/>
                  </a:cubicBezTo>
                  <a:cubicBezTo>
                    <a:pt x="1159" y="487"/>
                    <a:pt x="677" y="1"/>
                    <a:pt x="333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"/>
            <p:cNvSpPr/>
            <p:nvPr/>
          </p:nvSpPr>
          <p:spPr>
            <a:xfrm>
              <a:off x="3914725" y="2952550"/>
              <a:ext cx="28800" cy="25475"/>
            </a:xfrm>
            <a:custGeom>
              <a:avLst/>
              <a:gdLst/>
              <a:ahLst/>
              <a:cxnLst/>
              <a:rect l="l" t="t" r="r" b="b"/>
              <a:pathLst>
                <a:path w="1152" h="1019" extrusionOk="0">
                  <a:moveTo>
                    <a:pt x="328" y="1"/>
                  </a:moveTo>
                  <a:cubicBezTo>
                    <a:pt x="189" y="1"/>
                    <a:pt x="73" y="77"/>
                    <a:pt x="37" y="265"/>
                  </a:cubicBezTo>
                  <a:cubicBezTo>
                    <a:pt x="37" y="288"/>
                    <a:pt x="37" y="311"/>
                    <a:pt x="26" y="333"/>
                  </a:cubicBezTo>
                  <a:cubicBezTo>
                    <a:pt x="1" y="646"/>
                    <a:pt x="306" y="1018"/>
                    <a:pt x="595" y="1018"/>
                  </a:cubicBezTo>
                  <a:cubicBezTo>
                    <a:pt x="703" y="1018"/>
                    <a:pt x="809" y="966"/>
                    <a:pt x="895" y="841"/>
                  </a:cubicBezTo>
                  <a:cubicBezTo>
                    <a:pt x="1151" y="464"/>
                    <a:pt x="671" y="1"/>
                    <a:pt x="328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"/>
            <p:cNvSpPr/>
            <p:nvPr/>
          </p:nvSpPr>
          <p:spPr>
            <a:xfrm>
              <a:off x="3963825" y="2470975"/>
              <a:ext cx="28600" cy="23200"/>
            </a:xfrm>
            <a:custGeom>
              <a:avLst/>
              <a:gdLst/>
              <a:ahLst/>
              <a:cxnLst/>
              <a:rect l="l" t="t" r="r" b="b"/>
              <a:pathLst>
                <a:path w="1144" h="928" extrusionOk="0">
                  <a:moveTo>
                    <a:pt x="451" y="0"/>
                  </a:moveTo>
                  <a:cubicBezTo>
                    <a:pt x="297" y="0"/>
                    <a:pt x="162" y="79"/>
                    <a:pt x="104" y="278"/>
                  </a:cubicBezTo>
                  <a:cubicBezTo>
                    <a:pt x="1" y="657"/>
                    <a:pt x="433" y="927"/>
                    <a:pt x="764" y="927"/>
                  </a:cubicBezTo>
                  <a:cubicBezTo>
                    <a:pt x="974" y="927"/>
                    <a:pt x="1143" y="818"/>
                    <a:pt x="1108" y="560"/>
                  </a:cubicBezTo>
                  <a:cubicBezTo>
                    <a:pt x="1108" y="537"/>
                    <a:pt x="1097" y="515"/>
                    <a:pt x="1097" y="492"/>
                  </a:cubicBezTo>
                  <a:cubicBezTo>
                    <a:pt x="1033" y="235"/>
                    <a:pt x="715" y="0"/>
                    <a:pt x="451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"/>
            <p:cNvSpPr/>
            <p:nvPr/>
          </p:nvSpPr>
          <p:spPr>
            <a:xfrm>
              <a:off x="4013800" y="3029025"/>
              <a:ext cx="35675" cy="25400"/>
            </a:xfrm>
            <a:custGeom>
              <a:avLst/>
              <a:gdLst/>
              <a:ahLst/>
              <a:cxnLst/>
              <a:rect l="l" t="t" r="r" b="b"/>
              <a:pathLst>
                <a:path w="1427" h="1016" extrusionOk="0">
                  <a:moveTo>
                    <a:pt x="880" y="0"/>
                  </a:moveTo>
                  <a:cubicBezTo>
                    <a:pt x="859" y="0"/>
                    <a:pt x="837" y="2"/>
                    <a:pt x="813" y="5"/>
                  </a:cubicBezTo>
                  <a:cubicBezTo>
                    <a:pt x="791" y="5"/>
                    <a:pt x="768" y="5"/>
                    <a:pt x="746" y="16"/>
                  </a:cubicBezTo>
                  <a:cubicBezTo>
                    <a:pt x="339" y="118"/>
                    <a:pt x="1" y="840"/>
                    <a:pt x="542" y="998"/>
                  </a:cubicBezTo>
                  <a:cubicBezTo>
                    <a:pt x="583" y="1010"/>
                    <a:pt x="623" y="1016"/>
                    <a:pt x="661" y="1016"/>
                  </a:cubicBezTo>
                  <a:cubicBezTo>
                    <a:pt x="1173" y="1016"/>
                    <a:pt x="1426" y="0"/>
                    <a:pt x="880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"/>
            <p:cNvSpPr/>
            <p:nvPr/>
          </p:nvSpPr>
          <p:spPr>
            <a:xfrm>
              <a:off x="4036350" y="2820325"/>
              <a:ext cx="28625" cy="22800"/>
            </a:xfrm>
            <a:custGeom>
              <a:avLst/>
              <a:gdLst/>
              <a:ahLst/>
              <a:cxnLst/>
              <a:rect l="l" t="t" r="r" b="b"/>
              <a:pathLst>
                <a:path w="1145" h="912" extrusionOk="0">
                  <a:moveTo>
                    <a:pt x="407" y="0"/>
                  </a:moveTo>
                  <a:cubicBezTo>
                    <a:pt x="184" y="0"/>
                    <a:pt x="1" y="116"/>
                    <a:pt x="47" y="386"/>
                  </a:cubicBezTo>
                  <a:cubicBezTo>
                    <a:pt x="58" y="409"/>
                    <a:pt x="58" y="431"/>
                    <a:pt x="69" y="454"/>
                  </a:cubicBezTo>
                  <a:cubicBezTo>
                    <a:pt x="139" y="698"/>
                    <a:pt x="450" y="912"/>
                    <a:pt x="707" y="912"/>
                  </a:cubicBezTo>
                  <a:cubicBezTo>
                    <a:pt x="866" y="912"/>
                    <a:pt x="1004" y="830"/>
                    <a:pt x="1051" y="623"/>
                  </a:cubicBezTo>
                  <a:cubicBezTo>
                    <a:pt x="1145" y="248"/>
                    <a:pt x="733" y="0"/>
                    <a:pt x="407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"/>
            <p:cNvSpPr/>
            <p:nvPr/>
          </p:nvSpPr>
          <p:spPr>
            <a:xfrm>
              <a:off x="6357250" y="2912675"/>
              <a:ext cx="372975" cy="258875"/>
            </a:xfrm>
            <a:custGeom>
              <a:avLst/>
              <a:gdLst/>
              <a:ahLst/>
              <a:cxnLst/>
              <a:rect l="l" t="t" r="r" b="b"/>
              <a:pathLst>
                <a:path w="14919" h="10355" extrusionOk="0">
                  <a:moveTo>
                    <a:pt x="12564" y="0"/>
                  </a:moveTo>
                  <a:cubicBezTo>
                    <a:pt x="6454" y="0"/>
                    <a:pt x="1686" y="4185"/>
                    <a:pt x="1" y="10312"/>
                  </a:cubicBezTo>
                  <a:cubicBezTo>
                    <a:pt x="294" y="10340"/>
                    <a:pt x="599" y="10354"/>
                    <a:pt x="912" y="10354"/>
                  </a:cubicBezTo>
                  <a:cubicBezTo>
                    <a:pt x="6143" y="10354"/>
                    <a:pt x="13801" y="6483"/>
                    <a:pt x="14918" y="202"/>
                  </a:cubicBezTo>
                  <a:cubicBezTo>
                    <a:pt x="14115" y="66"/>
                    <a:pt x="13329" y="0"/>
                    <a:pt x="12564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"/>
            <p:cNvSpPr/>
            <p:nvPr/>
          </p:nvSpPr>
          <p:spPr>
            <a:xfrm>
              <a:off x="6370225" y="2870025"/>
              <a:ext cx="433075" cy="297925"/>
            </a:xfrm>
            <a:custGeom>
              <a:avLst/>
              <a:gdLst/>
              <a:ahLst/>
              <a:cxnLst/>
              <a:rect l="l" t="t" r="r" b="b"/>
              <a:pathLst>
                <a:path w="17323" h="11917" extrusionOk="0">
                  <a:moveTo>
                    <a:pt x="17322" y="1"/>
                  </a:moveTo>
                  <a:cubicBezTo>
                    <a:pt x="17322" y="1"/>
                    <a:pt x="16182" y="655"/>
                    <a:pt x="14501" y="1682"/>
                  </a:cubicBezTo>
                  <a:cubicBezTo>
                    <a:pt x="13722" y="2156"/>
                    <a:pt x="12831" y="2686"/>
                    <a:pt x="11883" y="3284"/>
                  </a:cubicBezTo>
                  <a:cubicBezTo>
                    <a:pt x="11466" y="3126"/>
                    <a:pt x="11048" y="2980"/>
                    <a:pt x="10631" y="2822"/>
                  </a:cubicBezTo>
                  <a:cubicBezTo>
                    <a:pt x="10394" y="2754"/>
                    <a:pt x="10145" y="2675"/>
                    <a:pt x="9908" y="2607"/>
                  </a:cubicBezTo>
                  <a:cubicBezTo>
                    <a:pt x="9660" y="2540"/>
                    <a:pt x="9412" y="2506"/>
                    <a:pt x="9164" y="2472"/>
                  </a:cubicBezTo>
                  <a:lnTo>
                    <a:pt x="9164" y="2472"/>
                  </a:lnTo>
                  <a:cubicBezTo>
                    <a:pt x="9389" y="2573"/>
                    <a:pt x="9626" y="2652"/>
                    <a:pt x="9863" y="2754"/>
                  </a:cubicBezTo>
                  <a:cubicBezTo>
                    <a:pt x="10100" y="2844"/>
                    <a:pt x="10326" y="2946"/>
                    <a:pt x="10552" y="3047"/>
                  </a:cubicBezTo>
                  <a:cubicBezTo>
                    <a:pt x="10901" y="3194"/>
                    <a:pt x="11251" y="3341"/>
                    <a:pt x="11601" y="3465"/>
                  </a:cubicBezTo>
                  <a:cubicBezTo>
                    <a:pt x="11003" y="3837"/>
                    <a:pt x="10382" y="4243"/>
                    <a:pt x="9750" y="4650"/>
                  </a:cubicBezTo>
                  <a:cubicBezTo>
                    <a:pt x="9739" y="4616"/>
                    <a:pt x="9717" y="4582"/>
                    <a:pt x="9683" y="4571"/>
                  </a:cubicBezTo>
                  <a:lnTo>
                    <a:pt x="8983" y="4368"/>
                  </a:lnTo>
                  <a:cubicBezTo>
                    <a:pt x="8757" y="4322"/>
                    <a:pt x="8520" y="4277"/>
                    <a:pt x="8295" y="4232"/>
                  </a:cubicBezTo>
                  <a:cubicBezTo>
                    <a:pt x="8058" y="4187"/>
                    <a:pt x="7832" y="4153"/>
                    <a:pt x="7595" y="4108"/>
                  </a:cubicBezTo>
                  <a:cubicBezTo>
                    <a:pt x="7369" y="4074"/>
                    <a:pt x="7144" y="4018"/>
                    <a:pt x="6895" y="3984"/>
                  </a:cubicBezTo>
                  <a:lnTo>
                    <a:pt x="6895" y="3984"/>
                  </a:lnTo>
                  <a:cubicBezTo>
                    <a:pt x="7121" y="4074"/>
                    <a:pt x="7336" y="4153"/>
                    <a:pt x="7561" y="4243"/>
                  </a:cubicBezTo>
                  <a:cubicBezTo>
                    <a:pt x="7787" y="4334"/>
                    <a:pt x="8013" y="4390"/>
                    <a:pt x="8250" y="4447"/>
                  </a:cubicBezTo>
                  <a:cubicBezTo>
                    <a:pt x="8475" y="4514"/>
                    <a:pt x="8701" y="4571"/>
                    <a:pt x="8927" y="4627"/>
                  </a:cubicBezTo>
                  <a:cubicBezTo>
                    <a:pt x="9107" y="4684"/>
                    <a:pt x="9288" y="4740"/>
                    <a:pt x="9480" y="4796"/>
                  </a:cubicBezTo>
                  <a:cubicBezTo>
                    <a:pt x="9480" y="4808"/>
                    <a:pt x="9480" y="4819"/>
                    <a:pt x="9480" y="4819"/>
                  </a:cubicBezTo>
                  <a:cubicBezTo>
                    <a:pt x="9118" y="5056"/>
                    <a:pt x="8746" y="5293"/>
                    <a:pt x="8385" y="5530"/>
                  </a:cubicBezTo>
                  <a:lnTo>
                    <a:pt x="7889" y="5868"/>
                  </a:lnTo>
                  <a:lnTo>
                    <a:pt x="7324" y="5688"/>
                  </a:lnTo>
                  <a:cubicBezTo>
                    <a:pt x="7065" y="5631"/>
                    <a:pt x="6805" y="5575"/>
                    <a:pt x="6546" y="5530"/>
                  </a:cubicBezTo>
                  <a:cubicBezTo>
                    <a:pt x="6015" y="5440"/>
                    <a:pt x="5508" y="5361"/>
                    <a:pt x="4977" y="5293"/>
                  </a:cubicBezTo>
                  <a:lnTo>
                    <a:pt x="4977" y="5293"/>
                  </a:lnTo>
                  <a:cubicBezTo>
                    <a:pt x="5225" y="5383"/>
                    <a:pt x="5474" y="5462"/>
                    <a:pt x="5733" y="5541"/>
                  </a:cubicBezTo>
                  <a:lnTo>
                    <a:pt x="6501" y="5756"/>
                  </a:lnTo>
                  <a:cubicBezTo>
                    <a:pt x="6749" y="5823"/>
                    <a:pt x="6997" y="5891"/>
                    <a:pt x="7257" y="5947"/>
                  </a:cubicBezTo>
                  <a:lnTo>
                    <a:pt x="7606" y="6060"/>
                  </a:lnTo>
                  <a:cubicBezTo>
                    <a:pt x="7324" y="6252"/>
                    <a:pt x="7042" y="6444"/>
                    <a:pt x="6771" y="6624"/>
                  </a:cubicBezTo>
                  <a:cubicBezTo>
                    <a:pt x="6467" y="6828"/>
                    <a:pt x="6173" y="7042"/>
                    <a:pt x="5880" y="7245"/>
                  </a:cubicBezTo>
                  <a:cubicBezTo>
                    <a:pt x="5778" y="7200"/>
                    <a:pt x="5688" y="7155"/>
                    <a:pt x="5587" y="7121"/>
                  </a:cubicBezTo>
                  <a:cubicBezTo>
                    <a:pt x="5372" y="7042"/>
                    <a:pt x="5146" y="6974"/>
                    <a:pt x="4932" y="6907"/>
                  </a:cubicBezTo>
                  <a:cubicBezTo>
                    <a:pt x="4706" y="6839"/>
                    <a:pt x="4481" y="6816"/>
                    <a:pt x="4255" y="6771"/>
                  </a:cubicBezTo>
                  <a:cubicBezTo>
                    <a:pt x="4018" y="6760"/>
                    <a:pt x="3792" y="6749"/>
                    <a:pt x="3567" y="6737"/>
                  </a:cubicBezTo>
                  <a:lnTo>
                    <a:pt x="3567" y="6737"/>
                  </a:lnTo>
                  <a:cubicBezTo>
                    <a:pt x="3792" y="6805"/>
                    <a:pt x="4007" y="6861"/>
                    <a:pt x="4221" y="6918"/>
                  </a:cubicBezTo>
                  <a:cubicBezTo>
                    <a:pt x="4436" y="6963"/>
                    <a:pt x="4650" y="7053"/>
                    <a:pt x="4864" y="7121"/>
                  </a:cubicBezTo>
                  <a:cubicBezTo>
                    <a:pt x="5079" y="7189"/>
                    <a:pt x="5282" y="7290"/>
                    <a:pt x="5485" y="7369"/>
                  </a:cubicBezTo>
                  <a:lnTo>
                    <a:pt x="5632" y="7426"/>
                  </a:lnTo>
                  <a:cubicBezTo>
                    <a:pt x="5485" y="7527"/>
                    <a:pt x="5350" y="7629"/>
                    <a:pt x="5214" y="7719"/>
                  </a:cubicBezTo>
                  <a:cubicBezTo>
                    <a:pt x="4774" y="8035"/>
                    <a:pt x="4379" y="8328"/>
                    <a:pt x="3995" y="8610"/>
                  </a:cubicBezTo>
                  <a:cubicBezTo>
                    <a:pt x="3995" y="8610"/>
                    <a:pt x="3995" y="8588"/>
                    <a:pt x="4007" y="8588"/>
                  </a:cubicBezTo>
                  <a:lnTo>
                    <a:pt x="4007" y="8565"/>
                  </a:lnTo>
                  <a:cubicBezTo>
                    <a:pt x="4007" y="8486"/>
                    <a:pt x="3950" y="8430"/>
                    <a:pt x="3883" y="8419"/>
                  </a:cubicBezTo>
                  <a:lnTo>
                    <a:pt x="3860" y="8419"/>
                  </a:lnTo>
                  <a:cubicBezTo>
                    <a:pt x="3499" y="8407"/>
                    <a:pt x="3149" y="8396"/>
                    <a:pt x="2788" y="8396"/>
                  </a:cubicBezTo>
                  <a:cubicBezTo>
                    <a:pt x="2438" y="8362"/>
                    <a:pt x="2077" y="8351"/>
                    <a:pt x="1716" y="8351"/>
                  </a:cubicBezTo>
                  <a:cubicBezTo>
                    <a:pt x="2055" y="8464"/>
                    <a:pt x="2416" y="8543"/>
                    <a:pt x="2765" y="8622"/>
                  </a:cubicBezTo>
                  <a:cubicBezTo>
                    <a:pt x="3070" y="8656"/>
                    <a:pt x="3386" y="8667"/>
                    <a:pt x="3691" y="8689"/>
                  </a:cubicBezTo>
                  <a:cubicBezTo>
                    <a:pt x="3679" y="8746"/>
                    <a:pt x="3668" y="8802"/>
                    <a:pt x="3668" y="8847"/>
                  </a:cubicBezTo>
                  <a:cubicBezTo>
                    <a:pt x="3251" y="9175"/>
                    <a:pt x="2856" y="9479"/>
                    <a:pt x="2495" y="9773"/>
                  </a:cubicBezTo>
                  <a:cubicBezTo>
                    <a:pt x="2111" y="10077"/>
                    <a:pt x="1750" y="10348"/>
                    <a:pt x="1457" y="10619"/>
                  </a:cubicBezTo>
                  <a:cubicBezTo>
                    <a:pt x="1163" y="10890"/>
                    <a:pt x="892" y="11116"/>
                    <a:pt x="678" y="11307"/>
                  </a:cubicBezTo>
                  <a:cubicBezTo>
                    <a:pt x="249" y="11691"/>
                    <a:pt x="1" y="11917"/>
                    <a:pt x="1" y="11917"/>
                  </a:cubicBezTo>
                  <a:lnTo>
                    <a:pt x="712" y="11353"/>
                  </a:lnTo>
                  <a:cubicBezTo>
                    <a:pt x="937" y="11172"/>
                    <a:pt x="1208" y="10946"/>
                    <a:pt x="1513" y="10698"/>
                  </a:cubicBezTo>
                  <a:cubicBezTo>
                    <a:pt x="1829" y="10450"/>
                    <a:pt x="2201" y="10190"/>
                    <a:pt x="2596" y="9886"/>
                  </a:cubicBezTo>
                  <a:lnTo>
                    <a:pt x="3612" y="9141"/>
                  </a:lnTo>
                  <a:lnTo>
                    <a:pt x="3612" y="9141"/>
                  </a:lnTo>
                  <a:cubicBezTo>
                    <a:pt x="3510" y="9660"/>
                    <a:pt x="3443" y="10179"/>
                    <a:pt x="3420" y="10709"/>
                  </a:cubicBezTo>
                  <a:cubicBezTo>
                    <a:pt x="3623" y="10123"/>
                    <a:pt x="3792" y="9513"/>
                    <a:pt x="3928" y="8904"/>
                  </a:cubicBezTo>
                  <a:cubicBezTo>
                    <a:pt x="4368" y="8599"/>
                    <a:pt x="4842" y="8272"/>
                    <a:pt x="5327" y="7933"/>
                  </a:cubicBezTo>
                  <a:cubicBezTo>
                    <a:pt x="5508" y="7798"/>
                    <a:pt x="5688" y="7674"/>
                    <a:pt x="5869" y="7550"/>
                  </a:cubicBezTo>
                  <a:lnTo>
                    <a:pt x="5970" y="7595"/>
                  </a:lnTo>
                  <a:cubicBezTo>
                    <a:pt x="5756" y="8283"/>
                    <a:pt x="5587" y="8972"/>
                    <a:pt x="5451" y="9682"/>
                  </a:cubicBezTo>
                  <a:cubicBezTo>
                    <a:pt x="5767" y="8994"/>
                    <a:pt x="6038" y="8283"/>
                    <a:pt x="6264" y="7561"/>
                  </a:cubicBezTo>
                  <a:cubicBezTo>
                    <a:pt x="6286" y="7493"/>
                    <a:pt x="6252" y="7426"/>
                    <a:pt x="6185" y="7392"/>
                  </a:cubicBezTo>
                  <a:lnTo>
                    <a:pt x="6128" y="7369"/>
                  </a:lnTo>
                  <a:cubicBezTo>
                    <a:pt x="6376" y="7200"/>
                    <a:pt x="6625" y="7019"/>
                    <a:pt x="6895" y="6850"/>
                  </a:cubicBezTo>
                  <a:cubicBezTo>
                    <a:pt x="7200" y="6647"/>
                    <a:pt x="7516" y="6433"/>
                    <a:pt x="7832" y="6218"/>
                  </a:cubicBezTo>
                  <a:lnTo>
                    <a:pt x="7832" y="6218"/>
                  </a:lnTo>
                  <a:cubicBezTo>
                    <a:pt x="7798" y="6365"/>
                    <a:pt x="7764" y="6512"/>
                    <a:pt x="7731" y="6670"/>
                  </a:cubicBezTo>
                  <a:cubicBezTo>
                    <a:pt x="7674" y="6873"/>
                    <a:pt x="7618" y="7087"/>
                    <a:pt x="7573" y="7313"/>
                  </a:cubicBezTo>
                  <a:cubicBezTo>
                    <a:pt x="7516" y="7527"/>
                    <a:pt x="7482" y="7753"/>
                    <a:pt x="7460" y="7979"/>
                  </a:cubicBezTo>
                  <a:cubicBezTo>
                    <a:pt x="7460" y="8091"/>
                    <a:pt x="7460" y="8204"/>
                    <a:pt x="7448" y="8317"/>
                  </a:cubicBezTo>
                  <a:cubicBezTo>
                    <a:pt x="7437" y="8430"/>
                    <a:pt x="7471" y="8531"/>
                    <a:pt x="7482" y="8644"/>
                  </a:cubicBezTo>
                  <a:lnTo>
                    <a:pt x="7516" y="8317"/>
                  </a:lnTo>
                  <a:cubicBezTo>
                    <a:pt x="7539" y="8204"/>
                    <a:pt x="7561" y="8103"/>
                    <a:pt x="7584" y="7990"/>
                  </a:cubicBezTo>
                  <a:cubicBezTo>
                    <a:pt x="7606" y="7888"/>
                    <a:pt x="7640" y="7787"/>
                    <a:pt x="7663" y="7674"/>
                  </a:cubicBezTo>
                  <a:lnTo>
                    <a:pt x="7764" y="7358"/>
                  </a:lnTo>
                  <a:cubicBezTo>
                    <a:pt x="7832" y="7155"/>
                    <a:pt x="7900" y="6940"/>
                    <a:pt x="7967" y="6737"/>
                  </a:cubicBezTo>
                  <a:cubicBezTo>
                    <a:pt x="8046" y="6534"/>
                    <a:pt x="8103" y="6308"/>
                    <a:pt x="8148" y="6083"/>
                  </a:cubicBezTo>
                  <a:cubicBezTo>
                    <a:pt x="8159" y="6060"/>
                    <a:pt x="8148" y="6038"/>
                    <a:pt x="8137" y="6015"/>
                  </a:cubicBezTo>
                  <a:cubicBezTo>
                    <a:pt x="8272" y="5936"/>
                    <a:pt x="8396" y="5846"/>
                    <a:pt x="8520" y="5756"/>
                  </a:cubicBezTo>
                  <a:cubicBezTo>
                    <a:pt x="8814" y="5564"/>
                    <a:pt x="9118" y="5372"/>
                    <a:pt x="9412" y="5169"/>
                  </a:cubicBezTo>
                  <a:lnTo>
                    <a:pt x="9412" y="5169"/>
                  </a:lnTo>
                  <a:cubicBezTo>
                    <a:pt x="9322" y="5857"/>
                    <a:pt x="9254" y="6545"/>
                    <a:pt x="9231" y="7234"/>
                  </a:cubicBezTo>
                  <a:cubicBezTo>
                    <a:pt x="9434" y="6489"/>
                    <a:pt x="9592" y="5733"/>
                    <a:pt x="9705" y="4977"/>
                  </a:cubicBezTo>
                  <a:cubicBezTo>
                    <a:pt x="10405" y="4526"/>
                    <a:pt x="11082" y="4063"/>
                    <a:pt x="11748" y="3645"/>
                  </a:cubicBezTo>
                  <a:lnTo>
                    <a:pt x="11770" y="3634"/>
                  </a:lnTo>
                  <a:lnTo>
                    <a:pt x="11770" y="3634"/>
                  </a:lnTo>
                  <a:cubicBezTo>
                    <a:pt x="11646" y="3961"/>
                    <a:pt x="11511" y="4289"/>
                    <a:pt x="11387" y="4616"/>
                  </a:cubicBezTo>
                  <a:cubicBezTo>
                    <a:pt x="11274" y="5033"/>
                    <a:pt x="11161" y="5440"/>
                    <a:pt x="11071" y="5868"/>
                  </a:cubicBezTo>
                  <a:cubicBezTo>
                    <a:pt x="11251" y="5473"/>
                    <a:pt x="11420" y="5090"/>
                    <a:pt x="11590" y="4684"/>
                  </a:cubicBezTo>
                  <a:cubicBezTo>
                    <a:pt x="11770" y="4300"/>
                    <a:pt x="11940" y="3916"/>
                    <a:pt x="12109" y="3521"/>
                  </a:cubicBezTo>
                  <a:cubicBezTo>
                    <a:pt x="12120" y="3487"/>
                    <a:pt x="12120" y="3454"/>
                    <a:pt x="12109" y="3420"/>
                  </a:cubicBezTo>
                  <a:lnTo>
                    <a:pt x="14580" y="1817"/>
                  </a:lnTo>
                  <a:cubicBezTo>
                    <a:pt x="16227" y="734"/>
                    <a:pt x="17322" y="1"/>
                    <a:pt x="17322" y="1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"/>
            <p:cNvSpPr/>
            <p:nvPr/>
          </p:nvSpPr>
          <p:spPr>
            <a:xfrm>
              <a:off x="6541475" y="2937725"/>
              <a:ext cx="228525" cy="398925"/>
            </a:xfrm>
            <a:custGeom>
              <a:avLst/>
              <a:gdLst/>
              <a:ahLst/>
              <a:cxnLst/>
              <a:rect l="l" t="t" r="r" b="b"/>
              <a:pathLst>
                <a:path w="9141" h="15957" extrusionOk="0">
                  <a:moveTo>
                    <a:pt x="5157" y="1"/>
                  </a:moveTo>
                  <a:cubicBezTo>
                    <a:pt x="2991" y="2088"/>
                    <a:pt x="79" y="3420"/>
                    <a:pt x="136" y="6907"/>
                  </a:cubicBezTo>
                  <a:cubicBezTo>
                    <a:pt x="0" y="10055"/>
                    <a:pt x="2517" y="12526"/>
                    <a:pt x="3115" y="15550"/>
                  </a:cubicBezTo>
                  <a:lnTo>
                    <a:pt x="3228" y="15957"/>
                  </a:lnTo>
                  <a:lnTo>
                    <a:pt x="3465" y="15370"/>
                  </a:lnTo>
                  <a:cubicBezTo>
                    <a:pt x="4582" y="12944"/>
                    <a:pt x="7313" y="11262"/>
                    <a:pt x="8046" y="8780"/>
                  </a:cubicBezTo>
                  <a:cubicBezTo>
                    <a:pt x="9141" y="5485"/>
                    <a:pt x="7042" y="2450"/>
                    <a:pt x="5157" y="1"/>
                  </a:cubicBez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"/>
            <p:cNvSpPr/>
            <p:nvPr/>
          </p:nvSpPr>
          <p:spPr>
            <a:xfrm>
              <a:off x="6595925" y="2943950"/>
              <a:ext cx="117375" cy="313425"/>
            </a:xfrm>
            <a:custGeom>
              <a:avLst/>
              <a:gdLst/>
              <a:ahLst/>
              <a:cxnLst/>
              <a:rect l="l" t="t" r="r" b="b"/>
              <a:pathLst>
                <a:path w="4695" h="12537" extrusionOk="0">
                  <a:moveTo>
                    <a:pt x="3013" y="0"/>
                  </a:moveTo>
                  <a:cubicBezTo>
                    <a:pt x="3013" y="0"/>
                    <a:pt x="2991" y="192"/>
                    <a:pt x="2945" y="530"/>
                  </a:cubicBezTo>
                  <a:cubicBezTo>
                    <a:pt x="2912" y="779"/>
                    <a:pt x="2866" y="1106"/>
                    <a:pt x="2821" y="1490"/>
                  </a:cubicBezTo>
                  <a:cubicBezTo>
                    <a:pt x="2720" y="1580"/>
                    <a:pt x="2607" y="1659"/>
                    <a:pt x="2505" y="1738"/>
                  </a:cubicBezTo>
                  <a:cubicBezTo>
                    <a:pt x="2415" y="1828"/>
                    <a:pt x="2325" y="1941"/>
                    <a:pt x="2246" y="2043"/>
                  </a:cubicBezTo>
                  <a:cubicBezTo>
                    <a:pt x="2167" y="2144"/>
                    <a:pt x="2099" y="2257"/>
                    <a:pt x="2031" y="2370"/>
                  </a:cubicBezTo>
                  <a:lnTo>
                    <a:pt x="1840" y="2708"/>
                  </a:lnTo>
                  <a:cubicBezTo>
                    <a:pt x="1727" y="2945"/>
                    <a:pt x="1625" y="3171"/>
                    <a:pt x="1546" y="3419"/>
                  </a:cubicBezTo>
                  <a:cubicBezTo>
                    <a:pt x="1456" y="3656"/>
                    <a:pt x="1377" y="3893"/>
                    <a:pt x="1298" y="4130"/>
                  </a:cubicBezTo>
                  <a:cubicBezTo>
                    <a:pt x="1445" y="3916"/>
                    <a:pt x="1557" y="3701"/>
                    <a:pt x="1682" y="3476"/>
                  </a:cubicBezTo>
                  <a:cubicBezTo>
                    <a:pt x="1749" y="3374"/>
                    <a:pt x="1806" y="3261"/>
                    <a:pt x="1873" y="3148"/>
                  </a:cubicBezTo>
                  <a:lnTo>
                    <a:pt x="2065" y="2832"/>
                  </a:lnTo>
                  <a:lnTo>
                    <a:pt x="2268" y="2528"/>
                  </a:lnTo>
                  <a:lnTo>
                    <a:pt x="2494" y="2246"/>
                  </a:lnTo>
                  <a:cubicBezTo>
                    <a:pt x="2573" y="2155"/>
                    <a:pt x="2652" y="2076"/>
                    <a:pt x="2742" y="1986"/>
                  </a:cubicBezTo>
                  <a:lnTo>
                    <a:pt x="2765" y="1964"/>
                  </a:lnTo>
                  <a:lnTo>
                    <a:pt x="2765" y="1964"/>
                  </a:lnTo>
                  <a:cubicBezTo>
                    <a:pt x="2708" y="2550"/>
                    <a:pt x="2629" y="3239"/>
                    <a:pt x="2562" y="3961"/>
                  </a:cubicBezTo>
                  <a:cubicBezTo>
                    <a:pt x="2539" y="4141"/>
                    <a:pt x="2528" y="4344"/>
                    <a:pt x="2505" y="4536"/>
                  </a:cubicBezTo>
                  <a:cubicBezTo>
                    <a:pt x="2347" y="4751"/>
                    <a:pt x="2167" y="4965"/>
                    <a:pt x="2009" y="5191"/>
                  </a:cubicBezTo>
                  <a:cubicBezTo>
                    <a:pt x="1840" y="5416"/>
                    <a:pt x="1659" y="5631"/>
                    <a:pt x="1501" y="5868"/>
                  </a:cubicBezTo>
                  <a:cubicBezTo>
                    <a:pt x="1332" y="6094"/>
                    <a:pt x="1174" y="6331"/>
                    <a:pt x="1027" y="6567"/>
                  </a:cubicBezTo>
                  <a:cubicBezTo>
                    <a:pt x="948" y="6692"/>
                    <a:pt x="880" y="6816"/>
                    <a:pt x="824" y="6940"/>
                  </a:cubicBezTo>
                  <a:cubicBezTo>
                    <a:pt x="756" y="7064"/>
                    <a:pt x="700" y="7199"/>
                    <a:pt x="655" y="7335"/>
                  </a:cubicBezTo>
                  <a:cubicBezTo>
                    <a:pt x="745" y="7211"/>
                    <a:pt x="801" y="7098"/>
                    <a:pt x="903" y="6985"/>
                  </a:cubicBezTo>
                  <a:cubicBezTo>
                    <a:pt x="993" y="6883"/>
                    <a:pt x="1061" y="6759"/>
                    <a:pt x="1162" y="6658"/>
                  </a:cubicBezTo>
                  <a:cubicBezTo>
                    <a:pt x="1332" y="6455"/>
                    <a:pt x="1524" y="6240"/>
                    <a:pt x="1704" y="6026"/>
                  </a:cubicBezTo>
                  <a:cubicBezTo>
                    <a:pt x="1952" y="5744"/>
                    <a:pt x="2212" y="5450"/>
                    <a:pt x="2460" y="5146"/>
                  </a:cubicBezTo>
                  <a:lnTo>
                    <a:pt x="2460" y="5146"/>
                  </a:lnTo>
                  <a:cubicBezTo>
                    <a:pt x="2426" y="5518"/>
                    <a:pt x="2392" y="5890"/>
                    <a:pt x="2370" y="6263"/>
                  </a:cubicBezTo>
                  <a:cubicBezTo>
                    <a:pt x="2336" y="6545"/>
                    <a:pt x="2313" y="6827"/>
                    <a:pt x="2280" y="7098"/>
                  </a:cubicBezTo>
                  <a:lnTo>
                    <a:pt x="1975" y="7301"/>
                  </a:lnTo>
                  <a:cubicBezTo>
                    <a:pt x="1851" y="7391"/>
                    <a:pt x="1727" y="7493"/>
                    <a:pt x="1614" y="7594"/>
                  </a:cubicBezTo>
                  <a:cubicBezTo>
                    <a:pt x="1377" y="7797"/>
                    <a:pt x="1162" y="8023"/>
                    <a:pt x="971" y="8260"/>
                  </a:cubicBezTo>
                  <a:cubicBezTo>
                    <a:pt x="779" y="8497"/>
                    <a:pt x="610" y="8745"/>
                    <a:pt x="452" y="9005"/>
                  </a:cubicBezTo>
                  <a:cubicBezTo>
                    <a:pt x="282" y="9264"/>
                    <a:pt x="136" y="9524"/>
                    <a:pt x="0" y="9783"/>
                  </a:cubicBezTo>
                  <a:cubicBezTo>
                    <a:pt x="406" y="9343"/>
                    <a:pt x="790" y="8869"/>
                    <a:pt x="1185" y="8452"/>
                  </a:cubicBezTo>
                  <a:cubicBezTo>
                    <a:pt x="1298" y="8350"/>
                    <a:pt x="1399" y="8238"/>
                    <a:pt x="1501" y="8136"/>
                  </a:cubicBezTo>
                  <a:cubicBezTo>
                    <a:pt x="1603" y="8034"/>
                    <a:pt x="1715" y="7933"/>
                    <a:pt x="1828" y="7843"/>
                  </a:cubicBezTo>
                  <a:cubicBezTo>
                    <a:pt x="1941" y="7752"/>
                    <a:pt x="2054" y="7662"/>
                    <a:pt x="2178" y="7583"/>
                  </a:cubicBezTo>
                  <a:lnTo>
                    <a:pt x="2234" y="7538"/>
                  </a:lnTo>
                  <a:lnTo>
                    <a:pt x="2234" y="7538"/>
                  </a:lnTo>
                  <a:cubicBezTo>
                    <a:pt x="2201" y="7888"/>
                    <a:pt x="2178" y="8226"/>
                    <a:pt x="2144" y="8565"/>
                  </a:cubicBezTo>
                  <a:cubicBezTo>
                    <a:pt x="2077" y="9298"/>
                    <a:pt x="2031" y="9987"/>
                    <a:pt x="1986" y="10573"/>
                  </a:cubicBezTo>
                  <a:cubicBezTo>
                    <a:pt x="1941" y="11160"/>
                    <a:pt x="1919" y="11645"/>
                    <a:pt x="1896" y="11995"/>
                  </a:cubicBezTo>
                  <a:cubicBezTo>
                    <a:pt x="1873" y="12345"/>
                    <a:pt x="1873" y="12537"/>
                    <a:pt x="1873" y="12537"/>
                  </a:cubicBezTo>
                  <a:cubicBezTo>
                    <a:pt x="1873" y="12537"/>
                    <a:pt x="1907" y="12345"/>
                    <a:pt x="1964" y="12006"/>
                  </a:cubicBezTo>
                  <a:cubicBezTo>
                    <a:pt x="2020" y="11668"/>
                    <a:pt x="2110" y="11171"/>
                    <a:pt x="2178" y="10596"/>
                  </a:cubicBezTo>
                  <a:cubicBezTo>
                    <a:pt x="2257" y="10009"/>
                    <a:pt x="2359" y="9321"/>
                    <a:pt x="2449" y="8599"/>
                  </a:cubicBezTo>
                  <a:cubicBezTo>
                    <a:pt x="2483" y="8294"/>
                    <a:pt x="2517" y="7989"/>
                    <a:pt x="2562" y="7673"/>
                  </a:cubicBezTo>
                  <a:cubicBezTo>
                    <a:pt x="2607" y="7752"/>
                    <a:pt x="2663" y="7843"/>
                    <a:pt x="2708" y="7922"/>
                  </a:cubicBezTo>
                  <a:lnTo>
                    <a:pt x="2912" y="8226"/>
                  </a:lnTo>
                  <a:cubicBezTo>
                    <a:pt x="2979" y="8339"/>
                    <a:pt x="3047" y="8441"/>
                    <a:pt x="3103" y="8542"/>
                  </a:cubicBezTo>
                  <a:lnTo>
                    <a:pt x="3295" y="8869"/>
                  </a:lnTo>
                  <a:cubicBezTo>
                    <a:pt x="3352" y="8971"/>
                    <a:pt x="3419" y="9073"/>
                    <a:pt x="3476" y="9185"/>
                  </a:cubicBezTo>
                  <a:cubicBezTo>
                    <a:pt x="3600" y="9411"/>
                    <a:pt x="3701" y="9637"/>
                    <a:pt x="3826" y="9862"/>
                  </a:cubicBezTo>
                  <a:cubicBezTo>
                    <a:pt x="3769" y="9614"/>
                    <a:pt x="3690" y="9377"/>
                    <a:pt x="3622" y="9129"/>
                  </a:cubicBezTo>
                  <a:cubicBezTo>
                    <a:pt x="3589" y="9005"/>
                    <a:pt x="3532" y="8892"/>
                    <a:pt x="3487" y="8779"/>
                  </a:cubicBezTo>
                  <a:cubicBezTo>
                    <a:pt x="3431" y="8655"/>
                    <a:pt x="3385" y="8542"/>
                    <a:pt x="3329" y="8429"/>
                  </a:cubicBezTo>
                  <a:cubicBezTo>
                    <a:pt x="3284" y="8305"/>
                    <a:pt x="3216" y="8204"/>
                    <a:pt x="3160" y="8080"/>
                  </a:cubicBezTo>
                  <a:lnTo>
                    <a:pt x="2979" y="7752"/>
                  </a:lnTo>
                  <a:cubicBezTo>
                    <a:pt x="2866" y="7549"/>
                    <a:pt x="2742" y="7346"/>
                    <a:pt x="2618" y="7143"/>
                  </a:cubicBezTo>
                  <a:cubicBezTo>
                    <a:pt x="2641" y="6861"/>
                    <a:pt x="2675" y="6579"/>
                    <a:pt x="2708" y="6297"/>
                  </a:cubicBezTo>
                  <a:cubicBezTo>
                    <a:pt x="2742" y="5879"/>
                    <a:pt x="2765" y="5462"/>
                    <a:pt x="2799" y="5044"/>
                  </a:cubicBezTo>
                  <a:cubicBezTo>
                    <a:pt x="2810" y="5067"/>
                    <a:pt x="2821" y="5078"/>
                    <a:pt x="2844" y="5089"/>
                  </a:cubicBezTo>
                  <a:cubicBezTo>
                    <a:pt x="2934" y="5202"/>
                    <a:pt x="3024" y="5326"/>
                    <a:pt x="3115" y="5450"/>
                  </a:cubicBezTo>
                  <a:cubicBezTo>
                    <a:pt x="3205" y="5563"/>
                    <a:pt x="3273" y="5699"/>
                    <a:pt x="3352" y="5834"/>
                  </a:cubicBezTo>
                  <a:cubicBezTo>
                    <a:pt x="3419" y="5958"/>
                    <a:pt x="3487" y="6105"/>
                    <a:pt x="3555" y="6240"/>
                  </a:cubicBezTo>
                  <a:lnTo>
                    <a:pt x="3950" y="7087"/>
                  </a:lnTo>
                  <a:cubicBezTo>
                    <a:pt x="4085" y="7369"/>
                    <a:pt x="4243" y="7639"/>
                    <a:pt x="4412" y="7910"/>
                  </a:cubicBezTo>
                  <a:cubicBezTo>
                    <a:pt x="4356" y="7764"/>
                    <a:pt x="4311" y="7617"/>
                    <a:pt x="4254" y="7470"/>
                  </a:cubicBezTo>
                  <a:cubicBezTo>
                    <a:pt x="4198" y="7324"/>
                    <a:pt x="4164" y="7166"/>
                    <a:pt x="4119" y="7019"/>
                  </a:cubicBezTo>
                  <a:cubicBezTo>
                    <a:pt x="4017" y="6725"/>
                    <a:pt x="3927" y="6432"/>
                    <a:pt x="3814" y="6127"/>
                  </a:cubicBezTo>
                  <a:cubicBezTo>
                    <a:pt x="3758" y="5981"/>
                    <a:pt x="3690" y="5834"/>
                    <a:pt x="3622" y="5687"/>
                  </a:cubicBezTo>
                  <a:cubicBezTo>
                    <a:pt x="3566" y="5552"/>
                    <a:pt x="3476" y="5405"/>
                    <a:pt x="3397" y="5270"/>
                  </a:cubicBezTo>
                  <a:cubicBezTo>
                    <a:pt x="3306" y="5123"/>
                    <a:pt x="3205" y="4999"/>
                    <a:pt x="3103" y="4875"/>
                  </a:cubicBezTo>
                  <a:cubicBezTo>
                    <a:pt x="3013" y="4773"/>
                    <a:pt x="2923" y="4683"/>
                    <a:pt x="2833" y="4581"/>
                  </a:cubicBezTo>
                  <a:cubicBezTo>
                    <a:pt x="2844" y="4390"/>
                    <a:pt x="2855" y="4187"/>
                    <a:pt x="2866" y="3995"/>
                  </a:cubicBezTo>
                  <a:cubicBezTo>
                    <a:pt x="2912" y="3295"/>
                    <a:pt x="2934" y="2641"/>
                    <a:pt x="2968" y="2076"/>
                  </a:cubicBezTo>
                  <a:cubicBezTo>
                    <a:pt x="3216" y="2516"/>
                    <a:pt x="3464" y="2968"/>
                    <a:pt x="3724" y="3408"/>
                  </a:cubicBezTo>
                  <a:cubicBezTo>
                    <a:pt x="3882" y="3690"/>
                    <a:pt x="4040" y="3983"/>
                    <a:pt x="4198" y="4266"/>
                  </a:cubicBezTo>
                  <a:cubicBezTo>
                    <a:pt x="4356" y="4559"/>
                    <a:pt x="4514" y="4830"/>
                    <a:pt x="4694" y="5112"/>
                  </a:cubicBezTo>
                  <a:cubicBezTo>
                    <a:pt x="4593" y="4796"/>
                    <a:pt x="4480" y="4491"/>
                    <a:pt x="4367" y="4187"/>
                  </a:cubicBezTo>
                  <a:cubicBezTo>
                    <a:pt x="4254" y="3893"/>
                    <a:pt x="4119" y="3588"/>
                    <a:pt x="3995" y="3284"/>
                  </a:cubicBezTo>
                  <a:cubicBezTo>
                    <a:pt x="3701" y="2708"/>
                    <a:pt x="3385" y="2122"/>
                    <a:pt x="3070" y="1557"/>
                  </a:cubicBezTo>
                  <a:lnTo>
                    <a:pt x="3070" y="1546"/>
                  </a:lnTo>
                  <a:lnTo>
                    <a:pt x="3058" y="1523"/>
                  </a:lnTo>
                  <a:cubicBezTo>
                    <a:pt x="3036" y="1512"/>
                    <a:pt x="3013" y="1490"/>
                    <a:pt x="2991" y="1478"/>
                  </a:cubicBezTo>
                  <a:cubicBezTo>
                    <a:pt x="3002" y="1117"/>
                    <a:pt x="3013" y="790"/>
                    <a:pt x="3013" y="553"/>
                  </a:cubicBezTo>
                  <a:cubicBezTo>
                    <a:pt x="3013" y="192"/>
                    <a:pt x="3013" y="0"/>
                    <a:pt x="3013" y="0"/>
                  </a:cubicBez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"/>
            <p:cNvSpPr/>
            <p:nvPr/>
          </p:nvSpPr>
          <p:spPr>
            <a:xfrm>
              <a:off x="6696625" y="2859800"/>
              <a:ext cx="165900" cy="123200"/>
            </a:xfrm>
            <a:custGeom>
              <a:avLst/>
              <a:gdLst/>
              <a:ahLst/>
              <a:cxnLst/>
              <a:rect l="l" t="t" r="r" b="b"/>
              <a:pathLst>
                <a:path w="6636" h="4928" extrusionOk="0">
                  <a:moveTo>
                    <a:pt x="4161" y="1"/>
                  </a:moveTo>
                  <a:cubicBezTo>
                    <a:pt x="3746" y="1"/>
                    <a:pt x="3345" y="57"/>
                    <a:pt x="3014" y="150"/>
                  </a:cubicBezTo>
                  <a:cubicBezTo>
                    <a:pt x="1558" y="590"/>
                    <a:pt x="429" y="1741"/>
                    <a:pt x="1" y="3197"/>
                  </a:cubicBezTo>
                  <a:cubicBezTo>
                    <a:pt x="80" y="3355"/>
                    <a:pt x="170" y="3513"/>
                    <a:pt x="283" y="3648"/>
                  </a:cubicBezTo>
                  <a:cubicBezTo>
                    <a:pt x="475" y="3930"/>
                    <a:pt x="655" y="4201"/>
                    <a:pt x="836" y="4483"/>
                  </a:cubicBezTo>
                  <a:cubicBezTo>
                    <a:pt x="1554" y="4696"/>
                    <a:pt x="2273" y="4928"/>
                    <a:pt x="2998" y="4928"/>
                  </a:cubicBezTo>
                  <a:cubicBezTo>
                    <a:pt x="3388" y="4928"/>
                    <a:pt x="3781" y="4860"/>
                    <a:pt x="4176" y="4686"/>
                  </a:cubicBezTo>
                  <a:cubicBezTo>
                    <a:pt x="4751" y="4427"/>
                    <a:pt x="5259" y="4054"/>
                    <a:pt x="5677" y="3580"/>
                  </a:cubicBezTo>
                  <a:cubicBezTo>
                    <a:pt x="6433" y="2745"/>
                    <a:pt x="6636" y="1696"/>
                    <a:pt x="6275" y="726"/>
                  </a:cubicBezTo>
                  <a:cubicBezTo>
                    <a:pt x="5780" y="201"/>
                    <a:pt x="4947" y="1"/>
                    <a:pt x="4161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"/>
            <p:cNvSpPr/>
            <p:nvPr/>
          </p:nvSpPr>
          <p:spPr>
            <a:xfrm>
              <a:off x="6694375" y="2872225"/>
              <a:ext cx="120475" cy="101475"/>
            </a:xfrm>
            <a:custGeom>
              <a:avLst/>
              <a:gdLst/>
              <a:ahLst/>
              <a:cxnLst/>
              <a:rect l="l" t="t" r="r" b="b"/>
              <a:pathLst>
                <a:path w="4819" h="4059" extrusionOk="0">
                  <a:moveTo>
                    <a:pt x="2146" y="1"/>
                  </a:moveTo>
                  <a:cubicBezTo>
                    <a:pt x="1718" y="1"/>
                    <a:pt x="1214" y="389"/>
                    <a:pt x="903" y="748"/>
                  </a:cubicBezTo>
                  <a:cubicBezTo>
                    <a:pt x="542" y="1188"/>
                    <a:pt x="271" y="1696"/>
                    <a:pt x="125" y="2248"/>
                  </a:cubicBezTo>
                  <a:cubicBezTo>
                    <a:pt x="0" y="2801"/>
                    <a:pt x="91" y="3343"/>
                    <a:pt x="598" y="3682"/>
                  </a:cubicBezTo>
                  <a:cubicBezTo>
                    <a:pt x="835" y="3840"/>
                    <a:pt x="1106" y="3952"/>
                    <a:pt x="1400" y="3998"/>
                  </a:cubicBezTo>
                  <a:cubicBezTo>
                    <a:pt x="1436" y="4002"/>
                    <a:pt x="1472" y="4004"/>
                    <a:pt x="1506" y="4004"/>
                  </a:cubicBezTo>
                  <a:cubicBezTo>
                    <a:pt x="1715" y="4004"/>
                    <a:pt x="1886" y="3928"/>
                    <a:pt x="2099" y="3919"/>
                  </a:cubicBezTo>
                  <a:cubicBezTo>
                    <a:pt x="2122" y="3918"/>
                    <a:pt x="2144" y="3917"/>
                    <a:pt x="2166" y="3917"/>
                  </a:cubicBezTo>
                  <a:cubicBezTo>
                    <a:pt x="2586" y="3917"/>
                    <a:pt x="2994" y="4058"/>
                    <a:pt x="3409" y="4058"/>
                  </a:cubicBezTo>
                  <a:cubicBezTo>
                    <a:pt x="3562" y="4058"/>
                    <a:pt x="3716" y="4039"/>
                    <a:pt x="3871" y="3986"/>
                  </a:cubicBezTo>
                  <a:cubicBezTo>
                    <a:pt x="4198" y="3873"/>
                    <a:pt x="4728" y="3208"/>
                    <a:pt x="4085" y="3162"/>
                  </a:cubicBezTo>
                  <a:cubicBezTo>
                    <a:pt x="4379" y="3083"/>
                    <a:pt x="4819" y="2824"/>
                    <a:pt x="4695" y="2485"/>
                  </a:cubicBezTo>
                  <a:cubicBezTo>
                    <a:pt x="4615" y="2245"/>
                    <a:pt x="4289" y="2089"/>
                    <a:pt x="4017" y="2089"/>
                  </a:cubicBezTo>
                  <a:cubicBezTo>
                    <a:pt x="3943" y="2089"/>
                    <a:pt x="3874" y="2100"/>
                    <a:pt x="3814" y="2124"/>
                  </a:cubicBezTo>
                  <a:cubicBezTo>
                    <a:pt x="4109" y="1758"/>
                    <a:pt x="4008" y="1236"/>
                    <a:pt x="3645" y="1236"/>
                  </a:cubicBezTo>
                  <a:cubicBezTo>
                    <a:pt x="3550" y="1236"/>
                    <a:pt x="3436" y="1272"/>
                    <a:pt x="3307" y="1357"/>
                  </a:cubicBezTo>
                  <a:cubicBezTo>
                    <a:pt x="3465" y="1154"/>
                    <a:pt x="3713" y="759"/>
                    <a:pt x="3487" y="522"/>
                  </a:cubicBezTo>
                  <a:cubicBezTo>
                    <a:pt x="3423" y="454"/>
                    <a:pt x="3347" y="429"/>
                    <a:pt x="3267" y="429"/>
                  </a:cubicBezTo>
                  <a:cubicBezTo>
                    <a:pt x="3108" y="429"/>
                    <a:pt x="2934" y="526"/>
                    <a:pt x="2799" y="578"/>
                  </a:cubicBezTo>
                  <a:cubicBezTo>
                    <a:pt x="2659" y="157"/>
                    <a:pt x="2418" y="1"/>
                    <a:pt x="2146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"/>
            <p:cNvSpPr/>
            <p:nvPr/>
          </p:nvSpPr>
          <p:spPr>
            <a:xfrm>
              <a:off x="6694925" y="2841175"/>
              <a:ext cx="158575" cy="98850"/>
            </a:xfrm>
            <a:custGeom>
              <a:avLst/>
              <a:gdLst/>
              <a:ahLst/>
              <a:cxnLst/>
              <a:rect l="l" t="t" r="r" b="b"/>
              <a:pathLst>
                <a:path w="6343" h="3954" extrusionOk="0">
                  <a:moveTo>
                    <a:pt x="4237" y="0"/>
                  </a:moveTo>
                  <a:cubicBezTo>
                    <a:pt x="3593" y="0"/>
                    <a:pt x="2922" y="182"/>
                    <a:pt x="2416" y="421"/>
                  </a:cubicBezTo>
                  <a:cubicBezTo>
                    <a:pt x="1671" y="771"/>
                    <a:pt x="1062" y="1392"/>
                    <a:pt x="622" y="2080"/>
                  </a:cubicBezTo>
                  <a:cubicBezTo>
                    <a:pt x="407" y="2362"/>
                    <a:pt x="227" y="2667"/>
                    <a:pt x="91" y="3005"/>
                  </a:cubicBezTo>
                  <a:cubicBezTo>
                    <a:pt x="12" y="3276"/>
                    <a:pt x="1" y="3558"/>
                    <a:pt x="46" y="3840"/>
                  </a:cubicBezTo>
                  <a:cubicBezTo>
                    <a:pt x="46" y="3863"/>
                    <a:pt x="46" y="3874"/>
                    <a:pt x="57" y="3897"/>
                  </a:cubicBezTo>
                  <a:cubicBezTo>
                    <a:pt x="57" y="3908"/>
                    <a:pt x="69" y="3931"/>
                    <a:pt x="69" y="3953"/>
                  </a:cubicBezTo>
                  <a:cubicBezTo>
                    <a:pt x="294" y="3107"/>
                    <a:pt x="780" y="2351"/>
                    <a:pt x="1445" y="1798"/>
                  </a:cubicBezTo>
                  <a:cubicBezTo>
                    <a:pt x="1919" y="1380"/>
                    <a:pt x="2472" y="1064"/>
                    <a:pt x="3082" y="895"/>
                  </a:cubicBezTo>
                  <a:cubicBezTo>
                    <a:pt x="3412" y="802"/>
                    <a:pt x="3811" y="746"/>
                    <a:pt x="4224" y="746"/>
                  </a:cubicBezTo>
                  <a:cubicBezTo>
                    <a:pt x="5011" y="746"/>
                    <a:pt x="5847" y="949"/>
                    <a:pt x="6343" y="1482"/>
                  </a:cubicBezTo>
                  <a:cubicBezTo>
                    <a:pt x="6241" y="1234"/>
                    <a:pt x="6128" y="997"/>
                    <a:pt x="5982" y="782"/>
                  </a:cubicBezTo>
                  <a:cubicBezTo>
                    <a:pt x="5590" y="210"/>
                    <a:pt x="4929" y="0"/>
                    <a:pt x="42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"/>
            <p:cNvSpPr/>
            <p:nvPr/>
          </p:nvSpPr>
          <p:spPr>
            <a:xfrm>
              <a:off x="6700300" y="2884125"/>
              <a:ext cx="72800" cy="55900"/>
            </a:xfrm>
            <a:custGeom>
              <a:avLst/>
              <a:gdLst/>
              <a:ahLst/>
              <a:cxnLst/>
              <a:rect l="l" t="t" r="r" b="b"/>
              <a:pathLst>
                <a:path w="2912" h="2236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2709" y="46"/>
                    <a:pt x="2517" y="91"/>
                    <a:pt x="2325" y="159"/>
                  </a:cubicBezTo>
                  <a:cubicBezTo>
                    <a:pt x="2246" y="181"/>
                    <a:pt x="2156" y="215"/>
                    <a:pt x="2054" y="260"/>
                  </a:cubicBezTo>
                  <a:cubicBezTo>
                    <a:pt x="1964" y="294"/>
                    <a:pt x="1862" y="339"/>
                    <a:pt x="1761" y="385"/>
                  </a:cubicBezTo>
                  <a:cubicBezTo>
                    <a:pt x="1659" y="441"/>
                    <a:pt x="1558" y="497"/>
                    <a:pt x="1456" y="554"/>
                  </a:cubicBezTo>
                  <a:cubicBezTo>
                    <a:pt x="1343" y="610"/>
                    <a:pt x="1242" y="667"/>
                    <a:pt x="1140" y="734"/>
                  </a:cubicBezTo>
                  <a:cubicBezTo>
                    <a:pt x="1039" y="813"/>
                    <a:pt x="948" y="870"/>
                    <a:pt x="847" y="949"/>
                  </a:cubicBezTo>
                  <a:cubicBezTo>
                    <a:pt x="756" y="1016"/>
                    <a:pt x="666" y="1095"/>
                    <a:pt x="587" y="1186"/>
                  </a:cubicBezTo>
                  <a:cubicBezTo>
                    <a:pt x="508" y="1265"/>
                    <a:pt x="440" y="1344"/>
                    <a:pt x="361" y="1423"/>
                  </a:cubicBezTo>
                  <a:cubicBezTo>
                    <a:pt x="305" y="1502"/>
                    <a:pt x="249" y="1581"/>
                    <a:pt x="203" y="1671"/>
                  </a:cubicBezTo>
                  <a:cubicBezTo>
                    <a:pt x="158" y="1739"/>
                    <a:pt x="113" y="1818"/>
                    <a:pt x="91" y="1897"/>
                  </a:cubicBezTo>
                  <a:cubicBezTo>
                    <a:pt x="57" y="1953"/>
                    <a:pt x="46" y="2009"/>
                    <a:pt x="23" y="2066"/>
                  </a:cubicBezTo>
                  <a:cubicBezTo>
                    <a:pt x="0" y="2179"/>
                    <a:pt x="0" y="2235"/>
                    <a:pt x="0" y="2235"/>
                  </a:cubicBezTo>
                  <a:cubicBezTo>
                    <a:pt x="0" y="2235"/>
                    <a:pt x="23" y="2179"/>
                    <a:pt x="46" y="2088"/>
                  </a:cubicBezTo>
                  <a:cubicBezTo>
                    <a:pt x="79" y="2032"/>
                    <a:pt x="102" y="1976"/>
                    <a:pt x="136" y="1919"/>
                  </a:cubicBezTo>
                  <a:cubicBezTo>
                    <a:pt x="181" y="1851"/>
                    <a:pt x="226" y="1784"/>
                    <a:pt x="282" y="1727"/>
                  </a:cubicBezTo>
                  <a:cubicBezTo>
                    <a:pt x="328" y="1648"/>
                    <a:pt x="384" y="1581"/>
                    <a:pt x="463" y="1513"/>
                  </a:cubicBezTo>
                  <a:cubicBezTo>
                    <a:pt x="531" y="1434"/>
                    <a:pt x="598" y="1366"/>
                    <a:pt x="689" y="1299"/>
                  </a:cubicBezTo>
                  <a:cubicBezTo>
                    <a:pt x="734" y="1265"/>
                    <a:pt x="768" y="1220"/>
                    <a:pt x="813" y="1186"/>
                  </a:cubicBezTo>
                  <a:lnTo>
                    <a:pt x="948" y="1084"/>
                  </a:lnTo>
                  <a:cubicBezTo>
                    <a:pt x="1039" y="1005"/>
                    <a:pt x="1140" y="949"/>
                    <a:pt x="1230" y="881"/>
                  </a:cubicBezTo>
                  <a:cubicBezTo>
                    <a:pt x="1332" y="813"/>
                    <a:pt x="1433" y="746"/>
                    <a:pt x="1535" y="689"/>
                  </a:cubicBezTo>
                  <a:cubicBezTo>
                    <a:pt x="1625" y="633"/>
                    <a:pt x="1727" y="576"/>
                    <a:pt x="1828" y="520"/>
                  </a:cubicBezTo>
                  <a:cubicBezTo>
                    <a:pt x="2020" y="407"/>
                    <a:pt x="2201" y="317"/>
                    <a:pt x="2370" y="238"/>
                  </a:cubicBezTo>
                  <a:cubicBezTo>
                    <a:pt x="2449" y="204"/>
                    <a:pt x="2517" y="170"/>
                    <a:pt x="2584" y="136"/>
                  </a:cubicBezTo>
                  <a:cubicBezTo>
                    <a:pt x="2652" y="114"/>
                    <a:pt x="2709" y="91"/>
                    <a:pt x="2754" y="69"/>
                  </a:cubicBezTo>
                  <a:cubicBezTo>
                    <a:pt x="2855" y="23"/>
                    <a:pt x="2912" y="1"/>
                    <a:pt x="2912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"/>
            <p:cNvSpPr/>
            <p:nvPr/>
          </p:nvSpPr>
          <p:spPr>
            <a:xfrm>
              <a:off x="6715825" y="2902900"/>
              <a:ext cx="45725" cy="23000"/>
            </a:xfrm>
            <a:custGeom>
              <a:avLst/>
              <a:gdLst/>
              <a:ahLst/>
              <a:cxnLst/>
              <a:rect l="l" t="t" r="r" b="b"/>
              <a:pathLst>
                <a:path w="1829" h="920" extrusionOk="0">
                  <a:moveTo>
                    <a:pt x="1390" y="1"/>
                  </a:moveTo>
                  <a:cubicBezTo>
                    <a:pt x="1370" y="1"/>
                    <a:pt x="1350" y="2"/>
                    <a:pt x="1332" y="6"/>
                  </a:cubicBezTo>
                  <a:cubicBezTo>
                    <a:pt x="1264" y="6"/>
                    <a:pt x="1207" y="17"/>
                    <a:pt x="1140" y="28"/>
                  </a:cubicBezTo>
                  <a:cubicBezTo>
                    <a:pt x="1130" y="32"/>
                    <a:pt x="1118" y="34"/>
                    <a:pt x="1106" y="34"/>
                  </a:cubicBezTo>
                  <a:cubicBezTo>
                    <a:pt x="1066" y="34"/>
                    <a:pt x="1016" y="17"/>
                    <a:pt x="973" y="17"/>
                  </a:cubicBezTo>
                  <a:cubicBezTo>
                    <a:pt x="955" y="17"/>
                    <a:pt x="939" y="20"/>
                    <a:pt x="925" y="28"/>
                  </a:cubicBezTo>
                  <a:lnTo>
                    <a:pt x="756" y="107"/>
                  </a:lnTo>
                  <a:cubicBezTo>
                    <a:pt x="677" y="141"/>
                    <a:pt x="666" y="254"/>
                    <a:pt x="609" y="288"/>
                  </a:cubicBezTo>
                  <a:cubicBezTo>
                    <a:pt x="553" y="322"/>
                    <a:pt x="542" y="435"/>
                    <a:pt x="497" y="469"/>
                  </a:cubicBezTo>
                  <a:cubicBezTo>
                    <a:pt x="316" y="604"/>
                    <a:pt x="147" y="751"/>
                    <a:pt x="0" y="920"/>
                  </a:cubicBezTo>
                  <a:cubicBezTo>
                    <a:pt x="0" y="920"/>
                    <a:pt x="124" y="852"/>
                    <a:pt x="282" y="762"/>
                  </a:cubicBezTo>
                  <a:cubicBezTo>
                    <a:pt x="361" y="717"/>
                    <a:pt x="463" y="660"/>
                    <a:pt x="564" y="593"/>
                  </a:cubicBezTo>
                  <a:cubicBezTo>
                    <a:pt x="666" y="525"/>
                    <a:pt x="779" y="457"/>
                    <a:pt x="891" y="401"/>
                  </a:cubicBezTo>
                  <a:cubicBezTo>
                    <a:pt x="1004" y="344"/>
                    <a:pt x="1106" y="288"/>
                    <a:pt x="1219" y="243"/>
                  </a:cubicBezTo>
                  <a:cubicBezTo>
                    <a:pt x="1275" y="220"/>
                    <a:pt x="1320" y="186"/>
                    <a:pt x="1377" y="175"/>
                  </a:cubicBezTo>
                  <a:cubicBezTo>
                    <a:pt x="1422" y="153"/>
                    <a:pt x="1467" y="141"/>
                    <a:pt x="1512" y="119"/>
                  </a:cubicBezTo>
                  <a:cubicBezTo>
                    <a:pt x="1557" y="107"/>
                    <a:pt x="1591" y="85"/>
                    <a:pt x="1636" y="85"/>
                  </a:cubicBezTo>
                  <a:lnTo>
                    <a:pt x="1738" y="51"/>
                  </a:lnTo>
                  <a:cubicBezTo>
                    <a:pt x="1794" y="40"/>
                    <a:pt x="1828" y="28"/>
                    <a:pt x="1828" y="28"/>
                  </a:cubicBezTo>
                  <a:cubicBezTo>
                    <a:pt x="1794" y="17"/>
                    <a:pt x="1772" y="17"/>
                    <a:pt x="1749" y="6"/>
                  </a:cubicBezTo>
                  <a:cubicBezTo>
                    <a:pt x="1742" y="10"/>
                    <a:pt x="1731" y="11"/>
                    <a:pt x="1720" y="11"/>
                  </a:cubicBezTo>
                  <a:cubicBezTo>
                    <a:pt x="1698" y="11"/>
                    <a:pt x="1670" y="6"/>
                    <a:pt x="1647" y="6"/>
                  </a:cubicBezTo>
                  <a:lnTo>
                    <a:pt x="1501" y="6"/>
                  </a:lnTo>
                  <a:cubicBezTo>
                    <a:pt x="1471" y="6"/>
                    <a:pt x="1431" y="1"/>
                    <a:pt x="139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"/>
            <p:cNvSpPr/>
            <p:nvPr/>
          </p:nvSpPr>
          <p:spPr>
            <a:xfrm>
              <a:off x="6716650" y="2912975"/>
              <a:ext cx="40375" cy="15475"/>
            </a:xfrm>
            <a:custGeom>
              <a:avLst/>
              <a:gdLst/>
              <a:ahLst/>
              <a:cxnLst/>
              <a:rect l="l" t="t" r="r" b="b"/>
              <a:pathLst>
                <a:path w="1615" h="619" extrusionOk="0">
                  <a:moveTo>
                    <a:pt x="1266" y="1"/>
                  </a:moveTo>
                  <a:cubicBezTo>
                    <a:pt x="1242" y="1"/>
                    <a:pt x="1220" y="3"/>
                    <a:pt x="1197" y="9"/>
                  </a:cubicBezTo>
                  <a:cubicBezTo>
                    <a:pt x="1152" y="9"/>
                    <a:pt x="1095" y="9"/>
                    <a:pt x="1050" y="20"/>
                  </a:cubicBezTo>
                  <a:cubicBezTo>
                    <a:pt x="994" y="32"/>
                    <a:pt x="937" y="43"/>
                    <a:pt x="892" y="66"/>
                  </a:cubicBezTo>
                  <a:lnTo>
                    <a:pt x="734" y="111"/>
                  </a:lnTo>
                  <a:cubicBezTo>
                    <a:pt x="678" y="133"/>
                    <a:pt x="633" y="156"/>
                    <a:pt x="576" y="178"/>
                  </a:cubicBezTo>
                  <a:cubicBezTo>
                    <a:pt x="520" y="201"/>
                    <a:pt x="475" y="224"/>
                    <a:pt x="430" y="257"/>
                  </a:cubicBezTo>
                  <a:cubicBezTo>
                    <a:pt x="351" y="303"/>
                    <a:pt x="272" y="359"/>
                    <a:pt x="193" y="415"/>
                  </a:cubicBezTo>
                  <a:cubicBezTo>
                    <a:pt x="148" y="460"/>
                    <a:pt x="102" y="506"/>
                    <a:pt x="57" y="562"/>
                  </a:cubicBezTo>
                  <a:cubicBezTo>
                    <a:pt x="23" y="596"/>
                    <a:pt x="1" y="618"/>
                    <a:pt x="1" y="618"/>
                  </a:cubicBezTo>
                  <a:lnTo>
                    <a:pt x="80" y="585"/>
                  </a:lnTo>
                  <a:cubicBezTo>
                    <a:pt x="125" y="562"/>
                    <a:pt x="181" y="528"/>
                    <a:pt x="249" y="494"/>
                  </a:cubicBezTo>
                  <a:cubicBezTo>
                    <a:pt x="294" y="483"/>
                    <a:pt x="328" y="460"/>
                    <a:pt x="373" y="449"/>
                  </a:cubicBezTo>
                  <a:cubicBezTo>
                    <a:pt x="407" y="427"/>
                    <a:pt x="464" y="404"/>
                    <a:pt x="509" y="382"/>
                  </a:cubicBezTo>
                  <a:cubicBezTo>
                    <a:pt x="588" y="336"/>
                    <a:pt x="689" y="291"/>
                    <a:pt x="791" y="269"/>
                  </a:cubicBezTo>
                  <a:cubicBezTo>
                    <a:pt x="881" y="235"/>
                    <a:pt x="983" y="201"/>
                    <a:pt x="1084" y="167"/>
                  </a:cubicBezTo>
                  <a:cubicBezTo>
                    <a:pt x="1129" y="156"/>
                    <a:pt x="1186" y="145"/>
                    <a:pt x="1220" y="133"/>
                  </a:cubicBezTo>
                  <a:lnTo>
                    <a:pt x="1344" y="99"/>
                  </a:lnTo>
                  <a:cubicBezTo>
                    <a:pt x="1423" y="77"/>
                    <a:pt x="1490" y="66"/>
                    <a:pt x="1536" y="54"/>
                  </a:cubicBezTo>
                  <a:lnTo>
                    <a:pt x="1614" y="32"/>
                  </a:lnTo>
                  <a:cubicBezTo>
                    <a:pt x="1592" y="32"/>
                    <a:pt x="1569" y="20"/>
                    <a:pt x="1536" y="20"/>
                  </a:cubicBezTo>
                  <a:cubicBezTo>
                    <a:pt x="1496" y="12"/>
                    <a:pt x="1450" y="4"/>
                    <a:pt x="1403" y="4"/>
                  </a:cubicBezTo>
                  <a:cubicBezTo>
                    <a:pt x="1383" y="4"/>
                    <a:pt x="1364" y="6"/>
                    <a:pt x="1344" y="9"/>
                  </a:cubicBezTo>
                  <a:cubicBezTo>
                    <a:pt x="1315" y="3"/>
                    <a:pt x="1290" y="1"/>
                    <a:pt x="1266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"/>
            <p:cNvSpPr/>
            <p:nvPr/>
          </p:nvSpPr>
          <p:spPr>
            <a:xfrm>
              <a:off x="6685625" y="2930925"/>
              <a:ext cx="126700" cy="171425"/>
            </a:xfrm>
            <a:custGeom>
              <a:avLst/>
              <a:gdLst/>
              <a:ahLst/>
              <a:cxnLst/>
              <a:rect l="l" t="t" r="r" b="b"/>
              <a:pathLst>
                <a:path w="5068" h="6857" extrusionOk="0">
                  <a:moveTo>
                    <a:pt x="384" y="1"/>
                  </a:moveTo>
                  <a:cubicBezTo>
                    <a:pt x="362" y="1"/>
                    <a:pt x="339" y="1"/>
                    <a:pt x="317" y="2"/>
                  </a:cubicBezTo>
                  <a:cubicBezTo>
                    <a:pt x="294" y="25"/>
                    <a:pt x="271" y="25"/>
                    <a:pt x="249" y="47"/>
                  </a:cubicBezTo>
                  <a:cubicBezTo>
                    <a:pt x="113" y="555"/>
                    <a:pt x="34" y="1074"/>
                    <a:pt x="34" y="1593"/>
                  </a:cubicBezTo>
                  <a:cubicBezTo>
                    <a:pt x="1" y="3308"/>
                    <a:pt x="305" y="5328"/>
                    <a:pt x="1840" y="6355"/>
                  </a:cubicBezTo>
                  <a:cubicBezTo>
                    <a:pt x="2302" y="6671"/>
                    <a:pt x="2846" y="6857"/>
                    <a:pt x="3369" y="6857"/>
                  </a:cubicBezTo>
                  <a:cubicBezTo>
                    <a:pt x="3779" y="6857"/>
                    <a:pt x="4177" y="6743"/>
                    <a:pt x="4514" y="6490"/>
                  </a:cubicBezTo>
                  <a:cubicBezTo>
                    <a:pt x="4548" y="6457"/>
                    <a:pt x="4582" y="6434"/>
                    <a:pt x="4616" y="6400"/>
                  </a:cubicBezTo>
                  <a:cubicBezTo>
                    <a:pt x="4695" y="6231"/>
                    <a:pt x="4751" y="6062"/>
                    <a:pt x="4808" y="5881"/>
                  </a:cubicBezTo>
                  <a:cubicBezTo>
                    <a:pt x="5067" y="4854"/>
                    <a:pt x="4763" y="3805"/>
                    <a:pt x="4311" y="2868"/>
                  </a:cubicBezTo>
                  <a:cubicBezTo>
                    <a:pt x="4029" y="2304"/>
                    <a:pt x="3499" y="1762"/>
                    <a:pt x="3036" y="1345"/>
                  </a:cubicBezTo>
                  <a:cubicBezTo>
                    <a:pt x="2308" y="705"/>
                    <a:pt x="1354" y="1"/>
                    <a:pt x="384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"/>
            <p:cNvSpPr/>
            <p:nvPr/>
          </p:nvSpPr>
          <p:spPr>
            <a:xfrm>
              <a:off x="6683375" y="2927300"/>
              <a:ext cx="97350" cy="98775"/>
            </a:xfrm>
            <a:custGeom>
              <a:avLst/>
              <a:gdLst/>
              <a:ahLst/>
              <a:cxnLst/>
              <a:rect l="l" t="t" r="r" b="b"/>
              <a:pathLst>
                <a:path w="3894" h="3951" extrusionOk="0">
                  <a:moveTo>
                    <a:pt x="576" y="0"/>
                  </a:moveTo>
                  <a:lnTo>
                    <a:pt x="113" y="621"/>
                  </a:lnTo>
                  <a:cubicBezTo>
                    <a:pt x="136" y="1264"/>
                    <a:pt x="23" y="1919"/>
                    <a:pt x="23" y="2551"/>
                  </a:cubicBezTo>
                  <a:cubicBezTo>
                    <a:pt x="45" y="2912"/>
                    <a:pt x="0" y="3442"/>
                    <a:pt x="316" y="3690"/>
                  </a:cubicBezTo>
                  <a:cubicBezTo>
                    <a:pt x="433" y="3789"/>
                    <a:pt x="579" y="3833"/>
                    <a:pt x="727" y="3833"/>
                  </a:cubicBezTo>
                  <a:cubicBezTo>
                    <a:pt x="1036" y="3833"/>
                    <a:pt x="1357" y="3641"/>
                    <a:pt x="1456" y="3352"/>
                  </a:cubicBezTo>
                  <a:cubicBezTo>
                    <a:pt x="1501" y="3577"/>
                    <a:pt x="1659" y="3950"/>
                    <a:pt x="1919" y="3950"/>
                  </a:cubicBezTo>
                  <a:cubicBezTo>
                    <a:pt x="1923" y="3950"/>
                    <a:pt x="1928" y="3950"/>
                    <a:pt x="1932" y="3950"/>
                  </a:cubicBezTo>
                  <a:cubicBezTo>
                    <a:pt x="2249" y="3950"/>
                    <a:pt x="2361" y="3552"/>
                    <a:pt x="2494" y="3352"/>
                  </a:cubicBezTo>
                  <a:cubicBezTo>
                    <a:pt x="2605" y="3407"/>
                    <a:pt x="2838" y="3569"/>
                    <a:pt x="3018" y="3569"/>
                  </a:cubicBezTo>
                  <a:cubicBezTo>
                    <a:pt x="3057" y="3569"/>
                    <a:pt x="3094" y="3562"/>
                    <a:pt x="3126" y="3544"/>
                  </a:cubicBezTo>
                  <a:cubicBezTo>
                    <a:pt x="3295" y="3453"/>
                    <a:pt x="3228" y="3261"/>
                    <a:pt x="3103" y="3126"/>
                  </a:cubicBezTo>
                  <a:lnTo>
                    <a:pt x="3103" y="3126"/>
                  </a:lnTo>
                  <a:cubicBezTo>
                    <a:pt x="3170" y="3184"/>
                    <a:pt x="3250" y="3212"/>
                    <a:pt x="3329" y="3212"/>
                  </a:cubicBezTo>
                  <a:cubicBezTo>
                    <a:pt x="3465" y="3212"/>
                    <a:pt x="3599" y="3129"/>
                    <a:pt x="3656" y="2979"/>
                  </a:cubicBezTo>
                  <a:cubicBezTo>
                    <a:pt x="3893" y="2539"/>
                    <a:pt x="3442" y="1704"/>
                    <a:pt x="3182" y="1354"/>
                  </a:cubicBezTo>
                  <a:cubicBezTo>
                    <a:pt x="2630" y="565"/>
                    <a:pt x="1366" y="339"/>
                    <a:pt x="576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"/>
            <p:cNvSpPr/>
            <p:nvPr/>
          </p:nvSpPr>
          <p:spPr>
            <a:xfrm>
              <a:off x="6693250" y="2927200"/>
              <a:ext cx="131200" cy="163750"/>
            </a:xfrm>
            <a:custGeom>
              <a:avLst/>
              <a:gdLst/>
              <a:ahLst/>
              <a:cxnLst/>
              <a:rect l="l" t="t" r="r" b="b"/>
              <a:pathLst>
                <a:path w="5248" h="6550" extrusionOk="0">
                  <a:moveTo>
                    <a:pt x="714" y="1"/>
                  </a:moveTo>
                  <a:cubicBezTo>
                    <a:pt x="438" y="1"/>
                    <a:pt x="188" y="44"/>
                    <a:pt x="0" y="151"/>
                  </a:cubicBezTo>
                  <a:cubicBezTo>
                    <a:pt x="16" y="151"/>
                    <a:pt x="31" y="151"/>
                    <a:pt x="46" y="151"/>
                  </a:cubicBezTo>
                  <a:cubicBezTo>
                    <a:pt x="1024" y="151"/>
                    <a:pt x="1998" y="850"/>
                    <a:pt x="2731" y="1494"/>
                  </a:cubicBezTo>
                  <a:cubicBezTo>
                    <a:pt x="3194" y="1911"/>
                    <a:pt x="3735" y="2442"/>
                    <a:pt x="4006" y="3017"/>
                  </a:cubicBezTo>
                  <a:cubicBezTo>
                    <a:pt x="4458" y="3954"/>
                    <a:pt x="4762" y="4992"/>
                    <a:pt x="4503" y="6030"/>
                  </a:cubicBezTo>
                  <a:cubicBezTo>
                    <a:pt x="4446" y="6211"/>
                    <a:pt x="4379" y="6380"/>
                    <a:pt x="4311" y="6549"/>
                  </a:cubicBezTo>
                  <a:cubicBezTo>
                    <a:pt x="4819" y="6098"/>
                    <a:pt x="5247" y="5421"/>
                    <a:pt x="5236" y="4766"/>
                  </a:cubicBezTo>
                  <a:cubicBezTo>
                    <a:pt x="5236" y="3762"/>
                    <a:pt x="5078" y="3186"/>
                    <a:pt x="4638" y="2272"/>
                  </a:cubicBezTo>
                  <a:cubicBezTo>
                    <a:pt x="4333" y="1663"/>
                    <a:pt x="3476" y="873"/>
                    <a:pt x="2833" y="557"/>
                  </a:cubicBezTo>
                  <a:cubicBezTo>
                    <a:pt x="2336" y="297"/>
                    <a:pt x="1433" y="1"/>
                    <a:pt x="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"/>
            <p:cNvSpPr/>
            <p:nvPr/>
          </p:nvSpPr>
          <p:spPr>
            <a:xfrm>
              <a:off x="6681675" y="2930975"/>
              <a:ext cx="67450" cy="38650"/>
            </a:xfrm>
            <a:custGeom>
              <a:avLst/>
              <a:gdLst/>
              <a:ahLst/>
              <a:cxnLst/>
              <a:rect l="l" t="t" r="r" b="b"/>
              <a:pathLst>
                <a:path w="2698" h="1546" extrusionOk="0">
                  <a:moveTo>
                    <a:pt x="1" y="0"/>
                  </a:moveTo>
                  <a:cubicBezTo>
                    <a:pt x="1" y="0"/>
                    <a:pt x="46" y="11"/>
                    <a:pt x="136" y="45"/>
                  </a:cubicBezTo>
                  <a:cubicBezTo>
                    <a:pt x="215" y="79"/>
                    <a:pt x="328" y="124"/>
                    <a:pt x="463" y="181"/>
                  </a:cubicBezTo>
                  <a:cubicBezTo>
                    <a:pt x="599" y="248"/>
                    <a:pt x="768" y="305"/>
                    <a:pt x="937" y="384"/>
                  </a:cubicBezTo>
                  <a:cubicBezTo>
                    <a:pt x="1016" y="418"/>
                    <a:pt x="1095" y="463"/>
                    <a:pt x="1185" y="508"/>
                  </a:cubicBezTo>
                  <a:cubicBezTo>
                    <a:pt x="1276" y="542"/>
                    <a:pt x="1366" y="587"/>
                    <a:pt x="1445" y="632"/>
                  </a:cubicBezTo>
                  <a:cubicBezTo>
                    <a:pt x="1535" y="677"/>
                    <a:pt x="1626" y="733"/>
                    <a:pt x="1705" y="779"/>
                  </a:cubicBezTo>
                  <a:cubicBezTo>
                    <a:pt x="1795" y="824"/>
                    <a:pt x="1863" y="869"/>
                    <a:pt x="1953" y="914"/>
                  </a:cubicBezTo>
                  <a:cubicBezTo>
                    <a:pt x="2032" y="959"/>
                    <a:pt x="2111" y="1004"/>
                    <a:pt x="2167" y="1061"/>
                  </a:cubicBezTo>
                  <a:cubicBezTo>
                    <a:pt x="2235" y="1106"/>
                    <a:pt x="2303" y="1151"/>
                    <a:pt x="2359" y="1196"/>
                  </a:cubicBezTo>
                  <a:cubicBezTo>
                    <a:pt x="2404" y="1241"/>
                    <a:pt x="2449" y="1286"/>
                    <a:pt x="2494" y="1332"/>
                  </a:cubicBezTo>
                  <a:cubicBezTo>
                    <a:pt x="2540" y="1365"/>
                    <a:pt x="2573" y="1399"/>
                    <a:pt x="2607" y="1444"/>
                  </a:cubicBezTo>
                  <a:lnTo>
                    <a:pt x="2698" y="1546"/>
                  </a:lnTo>
                  <a:cubicBezTo>
                    <a:pt x="2698" y="1546"/>
                    <a:pt x="2675" y="1501"/>
                    <a:pt x="2641" y="1433"/>
                  </a:cubicBezTo>
                  <a:cubicBezTo>
                    <a:pt x="2619" y="1377"/>
                    <a:pt x="2585" y="1332"/>
                    <a:pt x="2551" y="1286"/>
                  </a:cubicBezTo>
                  <a:cubicBezTo>
                    <a:pt x="2517" y="1230"/>
                    <a:pt x="2472" y="1185"/>
                    <a:pt x="2427" y="1128"/>
                  </a:cubicBezTo>
                  <a:cubicBezTo>
                    <a:pt x="2370" y="1072"/>
                    <a:pt x="2303" y="1016"/>
                    <a:pt x="2246" y="959"/>
                  </a:cubicBezTo>
                  <a:cubicBezTo>
                    <a:pt x="2178" y="891"/>
                    <a:pt x="2111" y="835"/>
                    <a:pt x="2032" y="790"/>
                  </a:cubicBezTo>
                  <a:cubicBezTo>
                    <a:pt x="1953" y="733"/>
                    <a:pt x="1874" y="666"/>
                    <a:pt x="1795" y="621"/>
                  </a:cubicBezTo>
                  <a:cubicBezTo>
                    <a:pt x="1705" y="576"/>
                    <a:pt x="1614" y="530"/>
                    <a:pt x="1524" y="485"/>
                  </a:cubicBezTo>
                  <a:cubicBezTo>
                    <a:pt x="1355" y="395"/>
                    <a:pt x="1174" y="316"/>
                    <a:pt x="982" y="248"/>
                  </a:cubicBezTo>
                  <a:cubicBezTo>
                    <a:pt x="824" y="181"/>
                    <a:pt x="666" y="124"/>
                    <a:pt x="497" y="90"/>
                  </a:cubicBezTo>
                  <a:cubicBezTo>
                    <a:pt x="339" y="45"/>
                    <a:pt x="170" y="11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"/>
            <p:cNvSpPr/>
            <p:nvPr/>
          </p:nvSpPr>
          <p:spPr>
            <a:xfrm>
              <a:off x="6688450" y="2933775"/>
              <a:ext cx="45725" cy="38125"/>
            </a:xfrm>
            <a:custGeom>
              <a:avLst/>
              <a:gdLst/>
              <a:ahLst/>
              <a:cxnLst/>
              <a:rect l="l" t="t" r="r" b="b"/>
              <a:pathLst>
                <a:path w="1829" h="1525" extrusionOk="0">
                  <a:moveTo>
                    <a:pt x="0" y="1"/>
                  </a:moveTo>
                  <a:lnTo>
                    <a:pt x="91" y="69"/>
                  </a:lnTo>
                  <a:cubicBezTo>
                    <a:pt x="136" y="102"/>
                    <a:pt x="226" y="148"/>
                    <a:pt x="305" y="215"/>
                  </a:cubicBezTo>
                  <a:cubicBezTo>
                    <a:pt x="350" y="249"/>
                    <a:pt x="395" y="283"/>
                    <a:pt x="452" y="328"/>
                  </a:cubicBezTo>
                  <a:cubicBezTo>
                    <a:pt x="508" y="362"/>
                    <a:pt x="553" y="407"/>
                    <a:pt x="610" y="441"/>
                  </a:cubicBezTo>
                  <a:cubicBezTo>
                    <a:pt x="723" y="531"/>
                    <a:pt x="835" y="633"/>
                    <a:pt x="948" y="723"/>
                  </a:cubicBezTo>
                  <a:cubicBezTo>
                    <a:pt x="1050" y="825"/>
                    <a:pt x="1163" y="926"/>
                    <a:pt x="1264" y="1016"/>
                  </a:cubicBezTo>
                  <a:cubicBezTo>
                    <a:pt x="1377" y="1118"/>
                    <a:pt x="1467" y="1197"/>
                    <a:pt x="1546" y="1276"/>
                  </a:cubicBezTo>
                  <a:cubicBezTo>
                    <a:pt x="1637" y="1355"/>
                    <a:pt x="1704" y="1411"/>
                    <a:pt x="1749" y="1457"/>
                  </a:cubicBezTo>
                  <a:cubicBezTo>
                    <a:pt x="1795" y="1502"/>
                    <a:pt x="1828" y="1524"/>
                    <a:pt x="1828" y="1524"/>
                  </a:cubicBezTo>
                  <a:cubicBezTo>
                    <a:pt x="1817" y="1490"/>
                    <a:pt x="1795" y="1468"/>
                    <a:pt x="1783" y="1434"/>
                  </a:cubicBezTo>
                  <a:cubicBezTo>
                    <a:pt x="1727" y="1355"/>
                    <a:pt x="1682" y="1276"/>
                    <a:pt x="1625" y="1208"/>
                  </a:cubicBezTo>
                  <a:cubicBezTo>
                    <a:pt x="1558" y="1118"/>
                    <a:pt x="1467" y="1016"/>
                    <a:pt x="1377" y="904"/>
                  </a:cubicBezTo>
                  <a:cubicBezTo>
                    <a:pt x="1276" y="802"/>
                    <a:pt x="1163" y="700"/>
                    <a:pt x="1061" y="599"/>
                  </a:cubicBezTo>
                  <a:cubicBezTo>
                    <a:pt x="993" y="554"/>
                    <a:pt x="937" y="509"/>
                    <a:pt x="881" y="452"/>
                  </a:cubicBezTo>
                  <a:cubicBezTo>
                    <a:pt x="824" y="407"/>
                    <a:pt x="756" y="362"/>
                    <a:pt x="700" y="328"/>
                  </a:cubicBezTo>
                  <a:cubicBezTo>
                    <a:pt x="632" y="294"/>
                    <a:pt x="576" y="249"/>
                    <a:pt x="520" y="227"/>
                  </a:cubicBezTo>
                  <a:lnTo>
                    <a:pt x="362" y="136"/>
                  </a:lnTo>
                  <a:cubicBezTo>
                    <a:pt x="271" y="91"/>
                    <a:pt x="192" y="57"/>
                    <a:pt x="102" y="3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"/>
            <p:cNvSpPr/>
            <p:nvPr/>
          </p:nvSpPr>
          <p:spPr>
            <a:xfrm>
              <a:off x="6684775" y="2931250"/>
              <a:ext cx="33875" cy="39800"/>
            </a:xfrm>
            <a:custGeom>
              <a:avLst/>
              <a:gdLst/>
              <a:ahLst/>
              <a:cxnLst/>
              <a:rect l="l" t="t" r="r" b="b"/>
              <a:pathLst>
                <a:path w="1355" h="1592" extrusionOk="0">
                  <a:moveTo>
                    <a:pt x="1" y="0"/>
                  </a:moveTo>
                  <a:cubicBezTo>
                    <a:pt x="1" y="0"/>
                    <a:pt x="80" y="113"/>
                    <a:pt x="204" y="260"/>
                  </a:cubicBezTo>
                  <a:cubicBezTo>
                    <a:pt x="238" y="294"/>
                    <a:pt x="272" y="328"/>
                    <a:pt x="305" y="373"/>
                  </a:cubicBezTo>
                  <a:cubicBezTo>
                    <a:pt x="339" y="429"/>
                    <a:pt x="373" y="474"/>
                    <a:pt x="418" y="519"/>
                  </a:cubicBezTo>
                  <a:cubicBezTo>
                    <a:pt x="497" y="610"/>
                    <a:pt x="588" y="700"/>
                    <a:pt x="667" y="801"/>
                  </a:cubicBezTo>
                  <a:cubicBezTo>
                    <a:pt x="745" y="903"/>
                    <a:pt x="836" y="1005"/>
                    <a:pt x="915" y="1084"/>
                  </a:cubicBezTo>
                  <a:cubicBezTo>
                    <a:pt x="949" y="1140"/>
                    <a:pt x="994" y="1174"/>
                    <a:pt x="1028" y="1219"/>
                  </a:cubicBezTo>
                  <a:cubicBezTo>
                    <a:pt x="1061" y="1264"/>
                    <a:pt x="1095" y="1309"/>
                    <a:pt x="1129" y="1343"/>
                  </a:cubicBezTo>
                  <a:cubicBezTo>
                    <a:pt x="1253" y="1501"/>
                    <a:pt x="1355" y="1591"/>
                    <a:pt x="1355" y="1591"/>
                  </a:cubicBezTo>
                  <a:cubicBezTo>
                    <a:pt x="1310" y="1490"/>
                    <a:pt x="1265" y="1388"/>
                    <a:pt x="1208" y="1298"/>
                  </a:cubicBezTo>
                  <a:cubicBezTo>
                    <a:pt x="1186" y="1253"/>
                    <a:pt x="1163" y="1208"/>
                    <a:pt x="1129" y="1151"/>
                  </a:cubicBezTo>
                  <a:cubicBezTo>
                    <a:pt x="1107" y="1106"/>
                    <a:pt x="1061" y="1061"/>
                    <a:pt x="1028" y="1005"/>
                  </a:cubicBezTo>
                  <a:cubicBezTo>
                    <a:pt x="960" y="903"/>
                    <a:pt x="881" y="801"/>
                    <a:pt x="791" y="700"/>
                  </a:cubicBezTo>
                  <a:cubicBezTo>
                    <a:pt x="700" y="598"/>
                    <a:pt x="610" y="497"/>
                    <a:pt x="531" y="418"/>
                  </a:cubicBezTo>
                  <a:cubicBezTo>
                    <a:pt x="441" y="339"/>
                    <a:pt x="362" y="260"/>
                    <a:pt x="272" y="192"/>
                  </a:cubicBezTo>
                  <a:cubicBezTo>
                    <a:pt x="181" y="124"/>
                    <a:pt x="91" y="57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"/>
            <p:cNvSpPr/>
            <p:nvPr/>
          </p:nvSpPr>
          <p:spPr>
            <a:xfrm>
              <a:off x="6568550" y="2929825"/>
              <a:ext cx="129525" cy="133600"/>
            </a:xfrm>
            <a:custGeom>
              <a:avLst/>
              <a:gdLst/>
              <a:ahLst/>
              <a:cxnLst/>
              <a:rect l="l" t="t" r="r" b="b"/>
              <a:pathLst>
                <a:path w="5181" h="5344" extrusionOk="0">
                  <a:moveTo>
                    <a:pt x="5033" y="1"/>
                  </a:moveTo>
                  <a:lnTo>
                    <a:pt x="4638" y="91"/>
                  </a:lnTo>
                  <a:cubicBezTo>
                    <a:pt x="4153" y="204"/>
                    <a:pt x="3679" y="351"/>
                    <a:pt x="3217" y="543"/>
                  </a:cubicBezTo>
                  <a:cubicBezTo>
                    <a:pt x="1851" y="1129"/>
                    <a:pt x="147" y="2280"/>
                    <a:pt x="34" y="3928"/>
                  </a:cubicBezTo>
                  <a:cubicBezTo>
                    <a:pt x="1" y="4357"/>
                    <a:pt x="136" y="4785"/>
                    <a:pt x="396" y="5124"/>
                  </a:cubicBezTo>
                  <a:cubicBezTo>
                    <a:pt x="565" y="5225"/>
                    <a:pt x="745" y="5293"/>
                    <a:pt x="937" y="5316"/>
                  </a:cubicBezTo>
                  <a:cubicBezTo>
                    <a:pt x="1079" y="5335"/>
                    <a:pt x="1219" y="5344"/>
                    <a:pt x="1356" y="5344"/>
                  </a:cubicBezTo>
                  <a:cubicBezTo>
                    <a:pt x="2040" y="5344"/>
                    <a:pt x="2672" y="5120"/>
                    <a:pt x="3273" y="4763"/>
                  </a:cubicBezTo>
                  <a:cubicBezTo>
                    <a:pt x="4108" y="4266"/>
                    <a:pt x="4650" y="3420"/>
                    <a:pt x="4932" y="2495"/>
                  </a:cubicBezTo>
                  <a:cubicBezTo>
                    <a:pt x="5033" y="2122"/>
                    <a:pt x="5101" y="1739"/>
                    <a:pt x="5146" y="1344"/>
                  </a:cubicBezTo>
                  <a:cubicBezTo>
                    <a:pt x="5180" y="892"/>
                    <a:pt x="5135" y="441"/>
                    <a:pt x="5033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"/>
            <p:cNvSpPr/>
            <p:nvPr/>
          </p:nvSpPr>
          <p:spPr>
            <a:xfrm>
              <a:off x="6618900" y="2923900"/>
              <a:ext cx="88475" cy="85725"/>
            </a:xfrm>
            <a:custGeom>
              <a:avLst/>
              <a:gdLst/>
              <a:ahLst/>
              <a:cxnLst/>
              <a:rect l="l" t="t" r="r" b="b"/>
              <a:pathLst>
                <a:path w="3539" h="3429" extrusionOk="0">
                  <a:moveTo>
                    <a:pt x="3189" y="1"/>
                  </a:moveTo>
                  <a:lnTo>
                    <a:pt x="3189" y="1"/>
                  </a:lnTo>
                  <a:cubicBezTo>
                    <a:pt x="3189" y="1"/>
                    <a:pt x="3189" y="1"/>
                    <a:pt x="3189" y="1"/>
                  </a:cubicBezTo>
                  <a:lnTo>
                    <a:pt x="3189" y="1"/>
                  </a:lnTo>
                  <a:cubicBezTo>
                    <a:pt x="3189" y="1"/>
                    <a:pt x="3189" y="1"/>
                    <a:pt x="3189" y="1"/>
                  </a:cubicBezTo>
                  <a:close/>
                  <a:moveTo>
                    <a:pt x="3189" y="1"/>
                  </a:moveTo>
                  <a:cubicBezTo>
                    <a:pt x="3196" y="103"/>
                    <a:pt x="1902" y="351"/>
                    <a:pt x="1756" y="396"/>
                  </a:cubicBezTo>
                  <a:cubicBezTo>
                    <a:pt x="1090" y="633"/>
                    <a:pt x="368" y="723"/>
                    <a:pt x="86" y="1490"/>
                  </a:cubicBezTo>
                  <a:cubicBezTo>
                    <a:pt x="1" y="1726"/>
                    <a:pt x="65" y="2181"/>
                    <a:pt x="332" y="2181"/>
                  </a:cubicBezTo>
                  <a:cubicBezTo>
                    <a:pt x="384" y="2181"/>
                    <a:pt x="445" y="2163"/>
                    <a:pt x="514" y="2122"/>
                  </a:cubicBezTo>
                  <a:lnTo>
                    <a:pt x="514" y="2122"/>
                  </a:lnTo>
                  <a:cubicBezTo>
                    <a:pt x="428" y="2334"/>
                    <a:pt x="399" y="2864"/>
                    <a:pt x="677" y="2864"/>
                  </a:cubicBezTo>
                  <a:cubicBezTo>
                    <a:pt x="726" y="2864"/>
                    <a:pt x="784" y="2848"/>
                    <a:pt x="853" y="2811"/>
                  </a:cubicBezTo>
                  <a:cubicBezTo>
                    <a:pt x="866" y="3152"/>
                    <a:pt x="1082" y="3366"/>
                    <a:pt x="1322" y="3366"/>
                  </a:cubicBezTo>
                  <a:cubicBezTo>
                    <a:pt x="1486" y="3366"/>
                    <a:pt x="1661" y="3266"/>
                    <a:pt x="1789" y="3036"/>
                  </a:cubicBezTo>
                  <a:lnTo>
                    <a:pt x="1789" y="3036"/>
                  </a:lnTo>
                  <a:cubicBezTo>
                    <a:pt x="1738" y="3326"/>
                    <a:pt x="1871" y="3428"/>
                    <a:pt x="2060" y="3428"/>
                  </a:cubicBezTo>
                  <a:cubicBezTo>
                    <a:pt x="2329" y="3428"/>
                    <a:pt x="2711" y="3224"/>
                    <a:pt x="2850" y="3059"/>
                  </a:cubicBezTo>
                  <a:cubicBezTo>
                    <a:pt x="3538" y="2201"/>
                    <a:pt x="3279" y="1006"/>
                    <a:pt x="3189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"/>
            <p:cNvSpPr/>
            <p:nvPr/>
          </p:nvSpPr>
          <p:spPr>
            <a:xfrm>
              <a:off x="6578150" y="2929550"/>
              <a:ext cx="137975" cy="148575"/>
            </a:xfrm>
            <a:custGeom>
              <a:avLst/>
              <a:gdLst/>
              <a:ahLst/>
              <a:cxnLst/>
              <a:rect l="l" t="t" r="r" b="b"/>
              <a:pathLst>
                <a:path w="5519" h="5943" extrusionOk="0">
                  <a:moveTo>
                    <a:pt x="4638" y="1"/>
                  </a:moveTo>
                  <a:cubicBezTo>
                    <a:pt x="4751" y="441"/>
                    <a:pt x="4785" y="892"/>
                    <a:pt x="4751" y="1343"/>
                  </a:cubicBezTo>
                  <a:cubicBezTo>
                    <a:pt x="4717" y="1738"/>
                    <a:pt x="4649" y="2122"/>
                    <a:pt x="4537" y="2506"/>
                  </a:cubicBezTo>
                  <a:cubicBezTo>
                    <a:pt x="4254" y="3420"/>
                    <a:pt x="3724" y="4266"/>
                    <a:pt x="2889" y="4763"/>
                  </a:cubicBezTo>
                  <a:cubicBezTo>
                    <a:pt x="2282" y="5127"/>
                    <a:pt x="1659" y="5344"/>
                    <a:pt x="983" y="5344"/>
                  </a:cubicBezTo>
                  <a:cubicBezTo>
                    <a:pt x="842" y="5344"/>
                    <a:pt x="699" y="5335"/>
                    <a:pt x="553" y="5315"/>
                  </a:cubicBezTo>
                  <a:cubicBezTo>
                    <a:pt x="361" y="5293"/>
                    <a:pt x="170" y="5225"/>
                    <a:pt x="0" y="5124"/>
                  </a:cubicBezTo>
                  <a:lnTo>
                    <a:pt x="0" y="5124"/>
                  </a:lnTo>
                  <a:cubicBezTo>
                    <a:pt x="215" y="5417"/>
                    <a:pt x="508" y="5643"/>
                    <a:pt x="847" y="5778"/>
                  </a:cubicBezTo>
                  <a:cubicBezTo>
                    <a:pt x="1117" y="5891"/>
                    <a:pt x="1404" y="5943"/>
                    <a:pt x="1696" y="5943"/>
                  </a:cubicBezTo>
                  <a:cubicBezTo>
                    <a:pt x="2916" y="5943"/>
                    <a:pt x="4217" y="5042"/>
                    <a:pt x="4672" y="3995"/>
                  </a:cubicBezTo>
                  <a:cubicBezTo>
                    <a:pt x="5247" y="2743"/>
                    <a:pt x="5518" y="1242"/>
                    <a:pt x="4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"/>
            <p:cNvSpPr/>
            <p:nvPr/>
          </p:nvSpPr>
          <p:spPr>
            <a:xfrm>
              <a:off x="6674625" y="2928425"/>
              <a:ext cx="22875" cy="80700"/>
            </a:xfrm>
            <a:custGeom>
              <a:avLst/>
              <a:gdLst/>
              <a:ahLst/>
              <a:cxnLst/>
              <a:rect l="l" t="t" r="r" b="b"/>
              <a:pathLst>
                <a:path w="915" h="3228" extrusionOk="0">
                  <a:moveTo>
                    <a:pt x="824" y="0"/>
                  </a:moveTo>
                  <a:cubicBezTo>
                    <a:pt x="824" y="1"/>
                    <a:pt x="824" y="57"/>
                    <a:pt x="847" y="136"/>
                  </a:cubicBezTo>
                  <a:cubicBezTo>
                    <a:pt x="847" y="192"/>
                    <a:pt x="847" y="249"/>
                    <a:pt x="847" y="305"/>
                  </a:cubicBezTo>
                  <a:cubicBezTo>
                    <a:pt x="847" y="373"/>
                    <a:pt x="836" y="441"/>
                    <a:pt x="836" y="520"/>
                  </a:cubicBezTo>
                  <a:cubicBezTo>
                    <a:pt x="824" y="599"/>
                    <a:pt x="813" y="678"/>
                    <a:pt x="802" y="768"/>
                  </a:cubicBezTo>
                  <a:cubicBezTo>
                    <a:pt x="779" y="858"/>
                    <a:pt x="768" y="971"/>
                    <a:pt x="745" y="1050"/>
                  </a:cubicBezTo>
                  <a:cubicBezTo>
                    <a:pt x="723" y="1140"/>
                    <a:pt x="689" y="1230"/>
                    <a:pt x="666" y="1332"/>
                  </a:cubicBezTo>
                  <a:cubicBezTo>
                    <a:pt x="632" y="1434"/>
                    <a:pt x="610" y="1535"/>
                    <a:pt x="576" y="1637"/>
                  </a:cubicBezTo>
                  <a:cubicBezTo>
                    <a:pt x="508" y="1840"/>
                    <a:pt x="429" y="2032"/>
                    <a:pt x="373" y="2223"/>
                  </a:cubicBezTo>
                  <a:cubicBezTo>
                    <a:pt x="305" y="2404"/>
                    <a:pt x="237" y="2585"/>
                    <a:pt x="181" y="2720"/>
                  </a:cubicBezTo>
                  <a:lnTo>
                    <a:pt x="46" y="3081"/>
                  </a:lnTo>
                  <a:cubicBezTo>
                    <a:pt x="12" y="3183"/>
                    <a:pt x="1" y="3228"/>
                    <a:pt x="1" y="3228"/>
                  </a:cubicBezTo>
                  <a:cubicBezTo>
                    <a:pt x="1" y="3228"/>
                    <a:pt x="113" y="3047"/>
                    <a:pt x="271" y="2765"/>
                  </a:cubicBezTo>
                  <a:cubicBezTo>
                    <a:pt x="339" y="2630"/>
                    <a:pt x="418" y="2460"/>
                    <a:pt x="508" y="2280"/>
                  </a:cubicBezTo>
                  <a:cubicBezTo>
                    <a:pt x="587" y="2099"/>
                    <a:pt x="666" y="1896"/>
                    <a:pt x="734" y="1693"/>
                  </a:cubicBezTo>
                  <a:cubicBezTo>
                    <a:pt x="757" y="1592"/>
                    <a:pt x="790" y="1479"/>
                    <a:pt x="824" y="1377"/>
                  </a:cubicBezTo>
                  <a:cubicBezTo>
                    <a:pt x="847" y="1276"/>
                    <a:pt x="869" y="1174"/>
                    <a:pt x="881" y="1072"/>
                  </a:cubicBezTo>
                  <a:cubicBezTo>
                    <a:pt x="903" y="982"/>
                    <a:pt x="915" y="881"/>
                    <a:pt x="915" y="790"/>
                  </a:cubicBezTo>
                  <a:lnTo>
                    <a:pt x="915" y="520"/>
                  </a:lnTo>
                  <a:cubicBezTo>
                    <a:pt x="915" y="452"/>
                    <a:pt x="915" y="373"/>
                    <a:pt x="892" y="305"/>
                  </a:cubicBezTo>
                  <a:cubicBezTo>
                    <a:pt x="892" y="249"/>
                    <a:pt x="881" y="192"/>
                    <a:pt x="869" y="136"/>
                  </a:cubicBezTo>
                  <a:cubicBezTo>
                    <a:pt x="836" y="46"/>
                    <a:pt x="824" y="1"/>
                    <a:pt x="824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"/>
            <p:cNvSpPr/>
            <p:nvPr/>
          </p:nvSpPr>
          <p:spPr>
            <a:xfrm>
              <a:off x="6659100" y="2932375"/>
              <a:ext cx="34175" cy="73650"/>
            </a:xfrm>
            <a:custGeom>
              <a:avLst/>
              <a:gdLst/>
              <a:ahLst/>
              <a:cxnLst/>
              <a:rect l="l" t="t" r="r" b="b"/>
              <a:pathLst>
                <a:path w="1367" h="2946" extrusionOk="0">
                  <a:moveTo>
                    <a:pt x="1344" y="0"/>
                  </a:moveTo>
                  <a:cubicBezTo>
                    <a:pt x="1344" y="0"/>
                    <a:pt x="1332" y="57"/>
                    <a:pt x="1321" y="136"/>
                  </a:cubicBezTo>
                  <a:cubicBezTo>
                    <a:pt x="1321" y="192"/>
                    <a:pt x="1310" y="249"/>
                    <a:pt x="1299" y="294"/>
                  </a:cubicBezTo>
                  <a:cubicBezTo>
                    <a:pt x="1287" y="362"/>
                    <a:pt x="1265" y="429"/>
                    <a:pt x="1253" y="497"/>
                  </a:cubicBezTo>
                  <a:cubicBezTo>
                    <a:pt x="1231" y="565"/>
                    <a:pt x="1208" y="655"/>
                    <a:pt x="1174" y="734"/>
                  </a:cubicBezTo>
                  <a:cubicBezTo>
                    <a:pt x="1152" y="813"/>
                    <a:pt x="1118" y="892"/>
                    <a:pt x="1073" y="982"/>
                  </a:cubicBezTo>
                  <a:cubicBezTo>
                    <a:pt x="1039" y="1072"/>
                    <a:pt x="1005" y="1163"/>
                    <a:pt x="960" y="1253"/>
                  </a:cubicBezTo>
                  <a:cubicBezTo>
                    <a:pt x="904" y="1343"/>
                    <a:pt x="858" y="1434"/>
                    <a:pt x="813" y="1524"/>
                  </a:cubicBezTo>
                  <a:cubicBezTo>
                    <a:pt x="723" y="1704"/>
                    <a:pt x="622" y="1874"/>
                    <a:pt x="520" y="2043"/>
                  </a:cubicBezTo>
                  <a:cubicBezTo>
                    <a:pt x="430" y="2212"/>
                    <a:pt x="339" y="2370"/>
                    <a:pt x="260" y="2494"/>
                  </a:cubicBezTo>
                  <a:cubicBezTo>
                    <a:pt x="181" y="2630"/>
                    <a:pt x="114" y="2742"/>
                    <a:pt x="69" y="2821"/>
                  </a:cubicBezTo>
                  <a:cubicBezTo>
                    <a:pt x="23" y="2900"/>
                    <a:pt x="1" y="2946"/>
                    <a:pt x="1" y="2946"/>
                  </a:cubicBezTo>
                  <a:cubicBezTo>
                    <a:pt x="1" y="2946"/>
                    <a:pt x="136" y="2788"/>
                    <a:pt x="339" y="2551"/>
                  </a:cubicBezTo>
                  <a:cubicBezTo>
                    <a:pt x="430" y="2438"/>
                    <a:pt x="531" y="2291"/>
                    <a:pt x="644" y="2122"/>
                  </a:cubicBezTo>
                  <a:cubicBezTo>
                    <a:pt x="757" y="1964"/>
                    <a:pt x="858" y="1795"/>
                    <a:pt x="960" y="1603"/>
                  </a:cubicBezTo>
                  <a:cubicBezTo>
                    <a:pt x="1005" y="1513"/>
                    <a:pt x="1062" y="1422"/>
                    <a:pt x="1095" y="1321"/>
                  </a:cubicBezTo>
                  <a:cubicBezTo>
                    <a:pt x="1141" y="1230"/>
                    <a:pt x="1174" y="1140"/>
                    <a:pt x="1208" y="1039"/>
                  </a:cubicBezTo>
                  <a:cubicBezTo>
                    <a:pt x="1242" y="948"/>
                    <a:pt x="1265" y="858"/>
                    <a:pt x="1287" y="779"/>
                  </a:cubicBezTo>
                  <a:cubicBezTo>
                    <a:pt x="1310" y="689"/>
                    <a:pt x="1332" y="610"/>
                    <a:pt x="1344" y="520"/>
                  </a:cubicBezTo>
                  <a:cubicBezTo>
                    <a:pt x="1355" y="452"/>
                    <a:pt x="1355" y="384"/>
                    <a:pt x="1355" y="305"/>
                  </a:cubicBezTo>
                  <a:cubicBezTo>
                    <a:pt x="1366" y="249"/>
                    <a:pt x="1366" y="204"/>
                    <a:pt x="1355" y="147"/>
                  </a:cubicBezTo>
                  <a:cubicBezTo>
                    <a:pt x="1344" y="57"/>
                    <a:pt x="1344" y="0"/>
                    <a:pt x="1344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"/>
            <p:cNvSpPr/>
            <p:nvPr/>
          </p:nvSpPr>
          <p:spPr>
            <a:xfrm>
              <a:off x="6663050" y="2934625"/>
              <a:ext cx="28525" cy="41775"/>
            </a:xfrm>
            <a:custGeom>
              <a:avLst/>
              <a:gdLst/>
              <a:ahLst/>
              <a:cxnLst/>
              <a:rect l="l" t="t" r="r" b="b"/>
              <a:pathLst>
                <a:path w="1141" h="1671" extrusionOk="0">
                  <a:moveTo>
                    <a:pt x="1141" y="1"/>
                  </a:moveTo>
                  <a:cubicBezTo>
                    <a:pt x="1073" y="80"/>
                    <a:pt x="1005" y="159"/>
                    <a:pt x="949" y="249"/>
                  </a:cubicBezTo>
                  <a:cubicBezTo>
                    <a:pt x="836" y="407"/>
                    <a:pt x="700" y="621"/>
                    <a:pt x="565" y="836"/>
                  </a:cubicBezTo>
                  <a:cubicBezTo>
                    <a:pt x="497" y="937"/>
                    <a:pt x="430" y="1039"/>
                    <a:pt x="362" y="1140"/>
                  </a:cubicBezTo>
                  <a:cubicBezTo>
                    <a:pt x="328" y="1186"/>
                    <a:pt x="306" y="1242"/>
                    <a:pt x="272" y="1287"/>
                  </a:cubicBezTo>
                  <a:cubicBezTo>
                    <a:pt x="238" y="1321"/>
                    <a:pt x="215" y="1366"/>
                    <a:pt x="181" y="1411"/>
                  </a:cubicBezTo>
                  <a:cubicBezTo>
                    <a:pt x="125" y="1490"/>
                    <a:pt x="80" y="1547"/>
                    <a:pt x="46" y="1592"/>
                  </a:cubicBezTo>
                  <a:cubicBezTo>
                    <a:pt x="23" y="1614"/>
                    <a:pt x="12" y="1637"/>
                    <a:pt x="1" y="1671"/>
                  </a:cubicBezTo>
                  <a:cubicBezTo>
                    <a:pt x="23" y="1659"/>
                    <a:pt x="57" y="1637"/>
                    <a:pt x="80" y="1626"/>
                  </a:cubicBezTo>
                  <a:cubicBezTo>
                    <a:pt x="148" y="1581"/>
                    <a:pt x="215" y="1535"/>
                    <a:pt x="272" y="1490"/>
                  </a:cubicBezTo>
                  <a:cubicBezTo>
                    <a:pt x="317" y="1456"/>
                    <a:pt x="373" y="1434"/>
                    <a:pt x="418" y="1400"/>
                  </a:cubicBezTo>
                  <a:cubicBezTo>
                    <a:pt x="464" y="1355"/>
                    <a:pt x="542" y="1344"/>
                    <a:pt x="588" y="1298"/>
                  </a:cubicBezTo>
                  <a:cubicBezTo>
                    <a:pt x="621" y="1253"/>
                    <a:pt x="768" y="1276"/>
                    <a:pt x="802" y="1231"/>
                  </a:cubicBezTo>
                  <a:cubicBezTo>
                    <a:pt x="847" y="1174"/>
                    <a:pt x="881" y="1118"/>
                    <a:pt x="915" y="1073"/>
                  </a:cubicBezTo>
                  <a:cubicBezTo>
                    <a:pt x="994" y="960"/>
                    <a:pt x="937" y="779"/>
                    <a:pt x="994" y="666"/>
                  </a:cubicBezTo>
                  <a:cubicBezTo>
                    <a:pt x="1050" y="554"/>
                    <a:pt x="994" y="384"/>
                    <a:pt x="1028" y="294"/>
                  </a:cubicBezTo>
                  <a:cubicBezTo>
                    <a:pt x="1073" y="204"/>
                    <a:pt x="1107" y="102"/>
                    <a:pt x="1141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"/>
            <p:cNvSpPr/>
            <p:nvPr/>
          </p:nvSpPr>
          <p:spPr>
            <a:xfrm>
              <a:off x="6654875" y="2943375"/>
              <a:ext cx="28800" cy="22025"/>
            </a:xfrm>
            <a:custGeom>
              <a:avLst/>
              <a:gdLst/>
              <a:ahLst/>
              <a:cxnLst/>
              <a:rect l="l" t="t" r="r" b="b"/>
              <a:pathLst>
                <a:path w="1152" h="881" extrusionOk="0">
                  <a:moveTo>
                    <a:pt x="1152" y="1"/>
                  </a:moveTo>
                  <a:lnTo>
                    <a:pt x="1152" y="1"/>
                  </a:lnTo>
                  <a:cubicBezTo>
                    <a:pt x="1084" y="34"/>
                    <a:pt x="1016" y="68"/>
                    <a:pt x="948" y="113"/>
                  </a:cubicBezTo>
                  <a:cubicBezTo>
                    <a:pt x="903" y="159"/>
                    <a:pt x="824" y="204"/>
                    <a:pt x="757" y="249"/>
                  </a:cubicBezTo>
                  <a:cubicBezTo>
                    <a:pt x="689" y="294"/>
                    <a:pt x="621" y="350"/>
                    <a:pt x="554" y="407"/>
                  </a:cubicBezTo>
                  <a:cubicBezTo>
                    <a:pt x="486" y="463"/>
                    <a:pt x="407" y="508"/>
                    <a:pt x="339" y="565"/>
                  </a:cubicBezTo>
                  <a:cubicBezTo>
                    <a:pt x="317" y="587"/>
                    <a:pt x="283" y="621"/>
                    <a:pt x="249" y="644"/>
                  </a:cubicBezTo>
                  <a:cubicBezTo>
                    <a:pt x="215" y="666"/>
                    <a:pt x="192" y="689"/>
                    <a:pt x="170" y="711"/>
                  </a:cubicBezTo>
                  <a:cubicBezTo>
                    <a:pt x="102" y="768"/>
                    <a:pt x="46" y="813"/>
                    <a:pt x="1" y="881"/>
                  </a:cubicBezTo>
                  <a:cubicBezTo>
                    <a:pt x="68" y="858"/>
                    <a:pt x="147" y="824"/>
                    <a:pt x="215" y="790"/>
                  </a:cubicBezTo>
                  <a:cubicBezTo>
                    <a:pt x="294" y="768"/>
                    <a:pt x="362" y="723"/>
                    <a:pt x="429" y="689"/>
                  </a:cubicBezTo>
                  <a:cubicBezTo>
                    <a:pt x="497" y="644"/>
                    <a:pt x="576" y="587"/>
                    <a:pt x="655" y="531"/>
                  </a:cubicBezTo>
                  <a:cubicBezTo>
                    <a:pt x="791" y="429"/>
                    <a:pt x="915" y="316"/>
                    <a:pt x="1016" y="181"/>
                  </a:cubicBezTo>
                  <a:cubicBezTo>
                    <a:pt x="1061" y="125"/>
                    <a:pt x="1106" y="57"/>
                    <a:pt x="1152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"/>
            <p:cNvSpPr/>
            <p:nvPr/>
          </p:nvSpPr>
          <p:spPr>
            <a:xfrm>
              <a:off x="6523700" y="2854200"/>
              <a:ext cx="174925" cy="100050"/>
            </a:xfrm>
            <a:custGeom>
              <a:avLst/>
              <a:gdLst/>
              <a:ahLst/>
              <a:cxnLst/>
              <a:rect l="l" t="t" r="r" b="b"/>
              <a:pathLst>
                <a:path w="6997" h="4002" extrusionOk="0">
                  <a:moveTo>
                    <a:pt x="2604" y="0"/>
                  </a:moveTo>
                  <a:cubicBezTo>
                    <a:pt x="2417" y="0"/>
                    <a:pt x="2222" y="12"/>
                    <a:pt x="2020" y="36"/>
                  </a:cubicBezTo>
                  <a:cubicBezTo>
                    <a:pt x="869" y="160"/>
                    <a:pt x="204" y="893"/>
                    <a:pt x="0" y="1988"/>
                  </a:cubicBezTo>
                  <a:cubicBezTo>
                    <a:pt x="339" y="2575"/>
                    <a:pt x="813" y="3071"/>
                    <a:pt x="1377" y="3443"/>
                  </a:cubicBezTo>
                  <a:cubicBezTo>
                    <a:pt x="1982" y="3815"/>
                    <a:pt x="2667" y="4002"/>
                    <a:pt x="3357" y="4002"/>
                  </a:cubicBezTo>
                  <a:cubicBezTo>
                    <a:pt x="3800" y="4002"/>
                    <a:pt x="4245" y="3925"/>
                    <a:pt x="4672" y="3771"/>
                  </a:cubicBezTo>
                  <a:cubicBezTo>
                    <a:pt x="4974" y="3659"/>
                    <a:pt x="6229" y="3037"/>
                    <a:pt x="6977" y="3037"/>
                  </a:cubicBezTo>
                  <a:cubicBezTo>
                    <a:pt x="6983" y="3037"/>
                    <a:pt x="6990" y="3037"/>
                    <a:pt x="6997" y="3037"/>
                  </a:cubicBezTo>
                  <a:lnTo>
                    <a:pt x="6015" y="1785"/>
                  </a:lnTo>
                  <a:cubicBezTo>
                    <a:pt x="5048" y="668"/>
                    <a:pt x="4028" y="0"/>
                    <a:pt x="2604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"/>
            <p:cNvSpPr/>
            <p:nvPr/>
          </p:nvSpPr>
          <p:spPr>
            <a:xfrm>
              <a:off x="6589750" y="2873500"/>
              <a:ext cx="108875" cy="76575"/>
            </a:xfrm>
            <a:custGeom>
              <a:avLst/>
              <a:gdLst/>
              <a:ahLst/>
              <a:cxnLst/>
              <a:rect l="l" t="t" r="r" b="b"/>
              <a:pathLst>
                <a:path w="4355" h="3063" extrusionOk="0">
                  <a:moveTo>
                    <a:pt x="1318" y="1"/>
                  </a:moveTo>
                  <a:cubicBezTo>
                    <a:pt x="905" y="1"/>
                    <a:pt x="930" y="353"/>
                    <a:pt x="1127" y="697"/>
                  </a:cubicBezTo>
                  <a:cubicBezTo>
                    <a:pt x="998" y="652"/>
                    <a:pt x="886" y="632"/>
                    <a:pt x="791" y="632"/>
                  </a:cubicBezTo>
                  <a:cubicBezTo>
                    <a:pt x="382" y="632"/>
                    <a:pt x="309" y="1011"/>
                    <a:pt x="676" y="1441"/>
                  </a:cubicBezTo>
                  <a:cubicBezTo>
                    <a:pt x="1" y="1754"/>
                    <a:pt x="595" y="2562"/>
                    <a:pt x="1140" y="2562"/>
                  </a:cubicBezTo>
                  <a:cubicBezTo>
                    <a:pt x="1205" y="2562"/>
                    <a:pt x="1269" y="2550"/>
                    <a:pt x="1330" y="2525"/>
                  </a:cubicBezTo>
                  <a:lnTo>
                    <a:pt x="1330" y="2525"/>
                  </a:lnTo>
                  <a:cubicBezTo>
                    <a:pt x="979" y="2897"/>
                    <a:pt x="1558" y="3063"/>
                    <a:pt x="1880" y="3063"/>
                  </a:cubicBezTo>
                  <a:cubicBezTo>
                    <a:pt x="1920" y="3063"/>
                    <a:pt x="1955" y="3060"/>
                    <a:pt x="1985" y="3055"/>
                  </a:cubicBezTo>
                  <a:cubicBezTo>
                    <a:pt x="2738" y="2946"/>
                    <a:pt x="3317" y="2219"/>
                    <a:pt x="4043" y="2219"/>
                  </a:cubicBezTo>
                  <a:cubicBezTo>
                    <a:pt x="4144" y="2219"/>
                    <a:pt x="4247" y="2234"/>
                    <a:pt x="4355" y="2265"/>
                  </a:cubicBezTo>
                  <a:lnTo>
                    <a:pt x="3994" y="1915"/>
                  </a:lnTo>
                  <a:cubicBezTo>
                    <a:pt x="3520" y="1329"/>
                    <a:pt x="3350" y="753"/>
                    <a:pt x="2741" y="358"/>
                  </a:cubicBezTo>
                  <a:cubicBezTo>
                    <a:pt x="2425" y="132"/>
                    <a:pt x="1816" y="42"/>
                    <a:pt x="1432" y="8"/>
                  </a:cubicBezTo>
                  <a:cubicBezTo>
                    <a:pt x="1391" y="3"/>
                    <a:pt x="1352" y="1"/>
                    <a:pt x="1318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"/>
            <p:cNvSpPr/>
            <p:nvPr/>
          </p:nvSpPr>
          <p:spPr>
            <a:xfrm>
              <a:off x="6517200" y="2903875"/>
              <a:ext cx="182275" cy="67900"/>
            </a:xfrm>
            <a:custGeom>
              <a:avLst/>
              <a:gdLst/>
              <a:ahLst/>
              <a:cxnLst/>
              <a:rect l="l" t="t" r="r" b="b"/>
              <a:pathLst>
                <a:path w="7291" h="2716" extrusionOk="0">
                  <a:moveTo>
                    <a:pt x="260" y="1"/>
                  </a:moveTo>
                  <a:cubicBezTo>
                    <a:pt x="260" y="23"/>
                    <a:pt x="249" y="35"/>
                    <a:pt x="249" y="57"/>
                  </a:cubicBezTo>
                  <a:cubicBezTo>
                    <a:pt x="1" y="1355"/>
                    <a:pt x="1626" y="2562"/>
                    <a:pt x="2754" y="2698"/>
                  </a:cubicBezTo>
                  <a:cubicBezTo>
                    <a:pt x="2861" y="2710"/>
                    <a:pt x="2966" y="2716"/>
                    <a:pt x="3069" y="2716"/>
                  </a:cubicBezTo>
                  <a:cubicBezTo>
                    <a:pt x="3802" y="2716"/>
                    <a:pt x="4438" y="2420"/>
                    <a:pt x="5101" y="2133"/>
                  </a:cubicBezTo>
                  <a:cubicBezTo>
                    <a:pt x="5553" y="1942"/>
                    <a:pt x="5993" y="1727"/>
                    <a:pt x="6422" y="1479"/>
                  </a:cubicBezTo>
                  <a:cubicBezTo>
                    <a:pt x="6692" y="1310"/>
                    <a:pt x="6986" y="1174"/>
                    <a:pt x="7291" y="1084"/>
                  </a:cubicBezTo>
                  <a:lnTo>
                    <a:pt x="7257" y="1050"/>
                  </a:lnTo>
                  <a:cubicBezTo>
                    <a:pt x="7250" y="1050"/>
                    <a:pt x="7243" y="1050"/>
                    <a:pt x="7237" y="1050"/>
                  </a:cubicBezTo>
                  <a:cubicBezTo>
                    <a:pt x="6489" y="1050"/>
                    <a:pt x="5234" y="1672"/>
                    <a:pt x="4932" y="1784"/>
                  </a:cubicBezTo>
                  <a:cubicBezTo>
                    <a:pt x="4505" y="1938"/>
                    <a:pt x="4060" y="2015"/>
                    <a:pt x="3618" y="2015"/>
                  </a:cubicBezTo>
                  <a:cubicBezTo>
                    <a:pt x="2929" y="2015"/>
                    <a:pt x="2247" y="1828"/>
                    <a:pt x="1648" y="1456"/>
                  </a:cubicBezTo>
                  <a:cubicBezTo>
                    <a:pt x="1073" y="1084"/>
                    <a:pt x="599" y="588"/>
                    <a:pt x="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"/>
            <p:cNvSpPr/>
            <p:nvPr/>
          </p:nvSpPr>
          <p:spPr>
            <a:xfrm>
              <a:off x="6589700" y="2918275"/>
              <a:ext cx="101875" cy="17500"/>
            </a:xfrm>
            <a:custGeom>
              <a:avLst/>
              <a:gdLst/>
              <a:ahLst/>
              <a:cxnLst/>
              <a:rect l="l" t="t" r="r" b="b"/>
              <a:pathLst>
                <a:path w="4075" h="700" extrusionOk="0">
                  <a:moveTo>
                    <a:pt x="4007" y="573"/>
                  </a:moveTo>
                  <a:cubicBezTo>
                    <a:pt x="4001" y="582"/>
                    <a:pt x="3997" y="588"/>
                    <a:pt x="3996" y="588"/>
                  </a:cubicBezTo>
                  <a:cubicBezTo>
                    <a:pt x="3996" y="588"/>
                    <a:pt x="3996" y="588"/>
                    <a:pt x="3996" y="587"/>
                  </a:cubicBezTo>
                  <a:cubicBezTo>
                    <a:pt x="3973" y="621"/>
                    <a:pt x="3950" y="655"/>
                    <a:pt x="3939" y="689"/>
                  </a:cubicBezTo>
                  <a:cubicBezTo>
                    <a:pt x="3939" y="689"/>
                    <a:pt x="4007" y="576"/>
                    <a:pt x="4007" y="576"/>
                  </a:cubicBezTo>
                  <a:cubicBezTo>
                    <a:pt x="4007" y="576"/>
                    <a:pt x="4007" y="577"/>
                    <a:pt x="4007" y="577"/>
                  </a:cubicBezTo>
                  <a:cubicBezTo>
                    <a:pt x="4007" y="577"/>
                    <a:pt x="4007" y="575"/>
                    <a:pt x="4007" y="573"/>
                  </a:cubicBezTo>
                  <a:close/>
                  <a:moveTo>
                    <a:pt x="46" y="0"/>
                  </a:moveTo>
                  <a:cubicBezTo>
                    <a:pt x="46" y="0"/>
                    <a:pt x="1" y="91"/>
                    <a:pt x="35" y="124"/>
                  </a:cubicBezTo>
                  <a:cubicBezTo>
                    <a:pt x="57" y="147"/>
                    <a:pt x="35" y="260"/>
                    <a:pt x="80" y="294"/>
                  </a:cubicBezTo>
                  <a:cubicBezTo>
                    <a:pt x="136" y="339"/>
                    <a:pt x="193" y="373"/>
                    <a:pt x="260" y="406"/>
                  </a:cubicBezTo>
                  <a:cubicBezTo>
                    <a:pt x="339" y="452"/>
                    <a:pt x="430" y="497"/>
                    <a:pt x="520" y="531"/>
                  </a:cubicBezTo>
                  <a:cubicBezTo>
                    <a:pt x="746" y="598"/>
                    <a:pt x="971" y="643"/>
                    <a:pt x="1208" y="666"/>
                  </a:cubicBezTo>
                  <a:cubicBezTo>
                    <a:pt x="1344" y="677"/>
                    <a:pt x="1468" y="700"/>
                    <a:pt x="1603" y="700"/>
                  </a:cubicBezTo>
                  <a:cubicBezTo>
                    <a:pt x="1739" y="700"/>
                    <a:pt x="1874" y="700"/>
                    <a:pt x="2021" y="689"/>
                  </a:cubicBezTo>
                  <a:cubicBezTo>
                    <a:pt x="2292" y="655"/>
                    <a:pt x="2562" y="610"/>
                    <a:pt x="2811" y="576"/>
                  </a:cubicBezTo>
                  <a:cubicBezTo>
                    <a:pt x="2935" y="553"/>
                    <a:pt x="3048" y="531"/>
                    <a:pt x="3172" y="519"/>
                  </a:cubicBezTo>
                  <a:cubicBezTo>
                    <a:pt x="3273" y="508"/>
                    <a:pt x="3386" y="497"/>
                    <a:pt x="3488" y="497"/>
                  </a:cubicBezTo>
                  <a:cubicBezTo>
                    <a:pt x="3578" y="497"/>
                    <a:pt x="3668" y="497"/>
                    <a:pt x="3759" y="508"/>
                  </a:cubicBezTo>
                  <a:cubicBezTo>
                    <a:pt x="3826" y="508"/>
                    <a:pt x="3905" y="519"/>
                    <a:pt x="3973" y="531"/>
                  </a:cubicBezTo>
                  <a:cubicBezTo>
                    <a:pt x="3984" y="536"/>
                    <a:pt x="3996" y="541"/>
                    <a:pt x="4010" y="545"/>
                  </a:cubicBezTo>
                  <a:lnTo>
                    <a:pt x="4010" y="545"/>
                  </a:lnTo>
                  <a:cubicBezTo>
                    <a:pt x="4008" y="556"/>
                    <a:pt x="4007" y="568"/>
                    <a:pt x="4007" y="573"/>
                  </a:cubicBezTo>
                  <a:lnTo>
                    <a:pt x="4007" y="573"/>
                  </a:lnTo>
                  <a:cubicBezTo>
                    <a:pt x="4011" y="566"/>
                    <a:pt x="4017" y="558"/>
                    <a:pt x="4022" y="549"/>
                  </a:cubicBezTo>
                  <a:lnTo>
                    <a:pt x="4022" y="549"/>
                  </a:lnTo>
                  <a:cubicBezTo>
                    <a:pt x="4033" y="552"/>
                    <a:pt x="4043" y="553"/>
                    <a:pt x="4052" y="553"/>
                  </a:cubicBezTo>
                  <a:cubicBezTo>
                    <a:pt x="4063" y="553"/>
                    <a:pt x="4063" y="553"/>
                    <a:pt x="4063" y="531"/>
                  </a:cubicBezTo>
                  <a:cubicBezTo>
                    <a:pt x="4058" y="529"/>
                    <a:pt x="4053" y="527"/>
                    <a:pt x="4049" y="526"/>
                  </a:cubicBezTo>
                  <a:lnTo>
                    <a:pt x="4049" y="526"/>
                  </a:lnTo>
                  <a:cubicBezTo>
                    <a:pt x="4044" y="526"/>
                    <a:pt x="4039" y="527"/>
                    <a:pt x="4035" y="528"/>
                  </a:cubicBezTo>
                  <a:lnTo>
                    <a:pt x="4035" y="528"/>
                  </a:lnTo>
                  <a:cubicBezTo>
                    <a:pt x="4037" y="526"/>
                    <a:pt x="4038" y="524"/>
                    <a:pt x="4039" y="522"/>
                  </a:cubicBezTo>
                  <a:lnTo>
                    <a:pt x="4039" y="522"/>
                  </a:lnTo>
                  <a:cubicBezTo>
                    <a:pt x="4042" y="523"/>
                    <a:pt x="4046" y="524"/>
                    <a:pt x="4049" y="526"/>
                  </a:cubicBezTo>
                  <a:lnTo>
                    <a:pt x="4049" y="526"/>
                  </a:lnTo>
                  <a:cubicBezTo>
                    <a:pt x="4049" y="526"/>
                    <a:pt x="4049" y="526"/>
                    <a:pt x="4049" y="526"/>
                  </a:cubicBezTo>
                  <a:cubicBezTo>
                    <a:pt x="4054" y="526"/>
                    <a:pt x="4060" y="527"/>
                    <a:pt x="4063" y="531"/>
                  </a:cubicBezTo>
                  <a:cubicBezTo>
                    <a:pt x="4075" y="531"/>
                    <a:pt x="4063" y="508"/>
                    <a:pt x="4063" y="497"/>
                  </a:cubicBezTo>
                  <a:cubicBezTo>
                    <a:pt x="4063" y="495"/>
                    <a:pt x="4063" y="494"/>
                    <a:pt x="4062" y="494"/>
                  </a:cubicBezTo>
                  <a:cubicBezTo>
                    <a:pt x="4059" y="494"/>
                    <a:pt x="4050" y="506"/>
                    <a:pt x="4039" y="522"/>
                  </a:cubicBezTo>
                  <a:lnTo>
                    <a:pt x="4039" y="522"/>
                  </a:lnTo>
                  <a:cubicBezTo>
                    <a:pt x="4018" y="514"/>
                    <a:pt x="4001" y="508"/>
                    <a:pt x="3984" y="508"/>
                  </a:cubicBezTo>
                  <a:cubicBezTo>
                    <a:pt x="3917" y="485"/>
                    <a:pt x="3849" y="463"/>
                    <a:pt x="3781" y="440"/>
                  </a:cubicBezTo>
                  <a:cubicBezTo>
                    <a:pt x="3691" y="429"/>
                    <a:pt x="3589" y="418"/>
                    <a:pt x="3499" y="406"/>
                  </a:cubicBezTo>
                  <a:cubicBezTo>
                    <a:pt x="3436" y="403"/>
                    <a:pt x="3372" y="402"/>
                    <a:pt x="3309" y="402"/>
                  </a:cubicBezTo>
                  <a:cubicBezTo>
                    <a:pt x="3135" y="402"/>
                    <a:pt x="2962" y="413"/>
                    <a:pt x="2788" y="429"/>
                  </a:cubicBezTo>
                  <a:cubicBezTo>
                    <a:pt x="2540" y="463"/>
                    <a:pt x="2269" y="508"/>
                    <a:pt x="2010" y="531"/>
                  </a:cubicBezTo>
                  <a:cubicBezTo>
                    <a:pt x="1874" y="542"/>
                    <a:pt x="1739" y="542"/>
                    <a:pt x="1615" y="542"/>
                  </a:cubicBezTo>
                  <a:cubicBezTo>
                    <a:pt x="1479" y="542"/>
                    <a:pt x="1355" y="531"/>
                    <a:pt x="1231" y="519"/>
                  </a:cubicBezTo>
                  <a:cubicBezTo>
                    <a:pt x="1005" y="508"/>
                    <a:pt x="780" y="474"/>
                    <a:pt x="565" y="418"/>
                  </a:cubicBezTo>
                  <a:cubicBezTo>
                    <a:pt x="475" y="384"/>
                    <a:pt x="396" y="350"/>
                    <a:pt x="317" y="316"/>
                  </a:cubicBezTo>
                  <a:cubicBezTo>
                    <a:pt x="238" y="282"/>
                    <a:pt x="204" y="215"/>
                    <a:pt x="148" y="181"/>
                  </a:cubicBezTo>
                  <a:cubicBezTo>
                    <a:pt x="103" y="158"/>
                    <a:pt x="114" y="45"/>
                    <a:pt x="91" y="34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"/>
            <p:cNvSpPr/>
            <p:nvPr/>
          </p:nvSpPr>
          <p:spPr>
            <a:xfrm>
              <a:off x="6630050" y="2912050"/>
              <a:ext cx="56175" cy="16675"/>
            </a:xfrm>
            <a:custGeom>
              <a:avLst/>
              <a:gdLst/>
              <a:ahLst/>
              <a:cxnLst/>
              <a:rect l="l" t="t" r="r" b="b"/>
              <a:pathLst>
                <a:path w="2247" h="667" extrusionOk="0">
                  <a:moveTo>
                    <a:pt x="1" y="1"/>
                  </a:moveTo>
                  <a:lnTo>
                    <a:pt x="1" y="1"/>
                  </a:lnTo>
                  <a:cubicBezTo>
                    <a:pt x="9" y="10"/>
                    <a:pt x="19" y="17"/>
                    <a:pt x="31" y="23"/>
                  </a:cubicBezTo>
                  <a:lnTo>
                    <a:pt x="31" y="23"/>
                  </a:lnTo>
                  <a:lnTo>
                    <a:pt x="1" y="1"/>
                  </a:lnTo>
                  <a:close/>
                  <a:moveTo>
                    <a:pt x="31" y="23"/>
                  </a:moveTo>
                  <a:lnTo>
                    <a:pt x="80" y="57"/>
                  </a:lnTo>
                  <a:cubicBezTo>
                    <a:pt x="113" y="80"/>
                    <a:pt x="136" y="114"/>
                    <a:pt x="170" y="136"/>
                  </a:cubicBezTo>
                  <a:cubicBezTo>
                    <a:pt x="215" y="170"/>
                    <a:pt x="260" y="204"/>
                    <a:pt x="294" y="238"/>
                  </a:cubicBezTo>
                  <a:cubicBezTo>
                    <a:pt x="418" y="283"/>
                    <a:pt x="531" y="340"/>
                    <a:pt x="655" y="373"/>
                  </a:cubicBezTo>
                  <a:cubicBezTo>
                    <a:pt x="723" y="396"/>
                    <a:pt x="790" y="419"/>
                    <a:pt x="869" y="430"/>
                  </a:cubicBezTo>
                  <a:lnTo>
                    <a:pt x="1084" y="486"/>
                  </a:lnTo>
                  <a:cubicBezTo>
                    <a:pt x="1219" y="509"/>
                    <a:pt x="1366" y="531"/>
                    <a:pt x="1501" y="554"/>
                  </a:cubicBezTo>
                  <a:lnTo>
                    <a:pt x="1874" y="610"/>
                  </a:lnTo>
                  <a:cubicBezTo>
                    <a:pt x="1987" y="622"/>
                    <a:pt x="2077" y="655"/>
                    <a:pt x="2145" y="655"/>
                  </a:cubicBezTo>
                  <a:lnTo>
                    <a:pt x="2246" y="667"/>
                  </a:lnTo>
                  <a:lnTo>
                    <a:pt x="2156" y="622"/>
                  </a:lnTo>
                  <a:cubicBezTo>
                    <a:pt x="2077" y="588"/>
                    <a:pt x="1998" y="554"/>
                    <a:pt x="1908" y="520"/>
                  </a:cubicBezTo>
                  <a:cubicBezTo>
                    <a:pt x="1806" y="486"/>
                    <a:pt x="1671" y="441"/>
                    <a:pt x="1535" y="407"/>
                  </a:cubicBezTo>
                  <a:cubicBezTo>
                    <a:pt x="1411" y="385"/>
                    <a:pt x="1253" y="351"/>
                    <a:pt x="1118" y="328"/>
                  </a:cubicBezTo>
                  <a:cubicBezTo>
                    <a:pt x="971" y="294"/>
                    <a:pt x="824" y="272"/>
                    <a:pt x="689" y="238"/>
                  </a:cubicBezTo>
                  <a:cubicBezTo>
                    <a:pt x="633" y="227"/>
                    <a:pt x="565" y="204"/>
                    <a:pt x="508" y="193"/>
                  </a:cubicBezTo>
                  <a:lnTo>
                    <a:pt x="339" y="136"/>
                  </a:lnTo>
                  <a:cubicBezTo>
                    <a:pt x="283" y="125"/>
                    <a:pt x="238" y="114"/>
                    <a:pt x="192" y="91"/>
                  </a:cubicBezTo>
                  <a:cubicBezTo>
                    <a:pt x="159" y="80"/>
                    <a:pt x="125" y="57"/>
                    <a:pt x="91" y="46"/>
                  </a:cubicBezTo>
                  <a:cubicBezTo>
                    <a:pt x="70" y="39"/>
                    <a:pt x="49" y="32"/>
                    <a:pt x="31" y="23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"/>
            <p:cNvSpPr/>
            <p:nvPr/>
          </p:nvSpPr>
          <p:spPr>
            <a:xfrm>
              <a:off x="6631750" y="2901625"/>
              <a:ext cx="53050" cy="24850"/>
            </a:xfrm>
            <a:custGeom>
              <a:avLst/>
              <a:gdLst/>
              <a:ahLst/>
              <a:cxnLst/>
              <a:rect l="l" t="t" r="r" b="b"/>
              <a:pathLst>
                <a:path w="2122" h="994" extrusionOk="0">
                  <a:moveTo>
                    <a:pt x="0" y="0"/>
                  </a:moveTo>
                  <a:cubicBezTo>
                    <a:pt x="0" y="1"/>
                    <a:pt x="113" y="91"/>
                    <a:pt x="294" y="226"/>
                  </a:cubicBezTo>
                  <a:cubicBezTo>
                    <a:pt x="519" y="373"/>
                    <a:pt x="756" y="508"/>
                    <a:pt x="993" y="621"/>
                  </a:cubicBezTo>
                  <a:cubicBezTo>
                    <a:pt x="1129" y="678"/>
                    <a:pt x="1275" y="734"/>
                    <a:pt x="1400" y="779"/>
                  </a:cubicBezTo>
                  <a:cubicBezTo>
                    <a:pt x="1512" y="836"/>
                    <a:pt x="1637" y="869"/>
                    <a:pt x="1761" y="903"/>
                  </a:cubicBezTo>
                  <a:cubicBezTo>
                    <a:pt x="1975" y="960"/>
                    <a:pt x="2122" y="993"/>
                    <a:pt x="2122" y="993"/>
                  </a:cubicBezTo>
                  <a:cubicBezTo>
                    <a:pt x="2122" y="993"/>
                    <a:pt x="1986" y="914"/>
                    <a:pt x="1794" y="824"/>
                  </a:cubicBezTo>
                  <a:cubicBezTo>
                    <a:pt x="1749" y="790"/>
                    <a:pt x="1693" y="768"/>
                    <a:pt x="1637" y="745"/>
                  </a:cubicBezTo>
                  <a:cubicBezTo>
                    <a:pt x="1580" y="723"/>
                    <a:pt x="1524" y="689"/>
                    <a:pt x="1456" y="655"/>
                  </a:cubicBezTo>
                  <a:cubicBezTo>
                    <a:pt x="1332" y="599"/>
                    <a:pt x="1208" y="542"/>
                    <a:pt x="1072" y="474"/>
                  </a:cubicBezTo>
                  <a:cubicBezTo>
                    <a:pt x="937" y="407"/>
                    <a:pt x="801" y="350"/>
                    <a:pt x="677" y="294"/>
                  </a:cubicBezTo>
                  <a:cubicBezTo>
                    <a:pt x="553" y="237"/>
                    <a:pt x="440" y="181"/>
                    <a:pt x="339" y="147"/>
                  </a:cubicBezTo>
                  <a:cubicBezTo>
                    <a:pt x="136" y="46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"/>
            <p:cNvSpPr/>
            <p:nvPr/>
          </p:nvSpPr>
          <p:spPr>
            <a:xfrm>
              <a:off x="6652900" y="2759725"/>
              <a:ext cx="107800" cy="173250"/>
            </a:xfrm>
            <a:custGeom>
              <a:avLst/>
              <a:gdLst/>
              <a:ahLst/>
              <a:cxnLst/>
              <a:rect l="l" t="t" r="r" b="b"/>
              <a:pathLst>
                <a:path w="4312" h="6930" extrusionOk="0">
                  <a:moveTo>
                    <a:pt x="2382" y="1"/>
                  </a:moveTo>
                  <a:cubicBezTo>
                    <a:pt x="1253" y="395"/>
                    <a:pt x="249" y="994"/>
                    <a:pt x="91" y="2382"/>
                  </a:cubicBezTo>
                  <a:cubicBezTo>
                    <a:pt x="1" y="3307"/>
                    <a:pt x="12" y="3792"/>
                    <a:pt x="350" y="4627"/>
                  </a:cubicBezTo>
                  <a:cubicBezTo>
                    <a:pt x="554" y="5124"/>
                    <a:pt x="994" y="6297"/>
                    <a:pt x="1535" y="6816"/>
                  </a:cubicBezTo>
                  <a:cubicBezTo>
                    <a:pt x="1614" y="6850"/>
                    <a:pt x="1682" y="6895"/>
                    <a:pt x="1761" y="6929"/>
                  </a:cubicBezTo>
                  <a:cubicBezTo>
                    <a:pt x="2020" y="5925"/>
                    <a:pt x="2224" y="5722"/>
                    <a:pt x="2777" y="4920"/>
                  </a:cubicBezTo>
                  <a:cubicBezTo>
                    <a:pt x="2957" y="4661"/>
                    <a:pt x="3499" y="4232"/>
                    <a:pt x="3657" y="3973"/>
                  </a:cubicBezTo>
                  <a:cubicBezTo>
                    <a:pt x="3826" y="3736"/>
                    <a:pt x="3849" y="3544"/>
                    <a:pt x="3961" y="3262"/>
                  </a:cubicBezTo>
                  <a:cubicBezTo>
                    <a:pt x="4311" y="2280"/>
                    <a:pt x="3612" y="1095"/>
                    <a:pt x="2935" y="441"/>
                  </a:cubicBezTo>
                  <a:cubicBezTo>
                    <a:pt x="2765" y="271"/>
                    <a:pt x="2585" y="125"/>
                    <a:pt x="2382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"/>
            <p:cNvSpPr/>
            <p:nvPr/>
          </p:nvSpPr>
          <p:spPr>
            <a:xfrm>
              <a:off x="6703125" y="2941125"/>
              <a:ext cx="2275" cy="3125"/>
            </a:xfrm>
            <a:custGeom>
              <a:avLst/>
              <a:gdLst/>
              <a:ahLst/>
              <a:cxnLst/>
              <a:rect l="l" t="t" r="r" b="b"/>
              <a:pathLst>
                <a:path w="91" h="125" extrusionOk="0">
                  <a:moveTo>
                    <a:pt x="0" y="0"/>
                  </a:moveTo>
                  <a:cubicBezTo>
                    <a:pt x="11" y="34"/>
                    <a:pt x="34" y="79"/>
                    <a:pt x="45" y="124"/>
                  </a:cubicBezTo>
                  <a:lnTo>
                    <a:pt x="90" y="23"/>
                  </a:lnTo>
                  <a:cubicBezTo>
                    <a:pt x="57" y="12"/>
                    <a:pt x="34" y="12"/>
                    <a:pt x="0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"/>
            <p:cNvSpPr/>
            <p:nvPr/>
          </p:nvSpPr>
          <p:spPr>
            <a:xfrm>
              <a:off x="6656300" y="2822325"/>
              <a:ext cx="78150" cy="110650"/>
            </a:xfrm>
            <a:custGeom>
              <a:avLst/>
              <a:gdLst/>
              <a:ahLst/>
              <a:cxnLst/>
              <a:rect l="l" t="t" r="r" b="b"/>
              <a:pathLst>
                <a:path w="3126" h="4426" extrusionOk="0">
                  <a:moveTo>
                    <a:pt x="1170" y="1"/>
                  </a:moveTo>
                  <a:cubicBezTo>
                    <a:pt x="905" y="1"/>
                    <a:pt x="934" y="336"/>
                    <a:pt x="846" y="543"/>
                  </a:cubicBezTo>
                  <a:cubicBezTo>
                    <a:pt x="738" y="381"/>
                    <a:pt x="621" y="280"/>
                    <a:pt x="505" y="280"/>
                  </a:cubicBezTo>
                  <a:cubicBezTo>
                    <a:pt x="404" y="280"/>
                    <a:pt x="304" y="358"/>
                    <a:pt x="214" y="543"/>
                  </a:cubicBezTo>
                  <a:cubicBezTo>
                    <a:pt x="79" y="825"/>
                    <a:pt x="11" y="1141"/>
                    <a:pt x="0" y="1457"/>
                  </a:cubicBezTo>
                  <a:cubicBezTo>
                    <a:pt x="56" y="1694"/>
                    <a:pt x="124" y="1920"/>
                    <a:pt x="214" y="2134"/>
                  </a:cubicBezTo>
                  <a:cubicBezTo>
                    <a:pt x="418" y="2620"/>
                    <a:pt x="858" y="3793"/>
                    <a:pt x="1399" y="4312"/>
                  </a:cubicBezTo>
                  <a:cubicBezTo>
                    <a:pt x="1478" y="4346"/>
                    <a:pt x="1546" y="4391"/>
                    <a:pt x="1636" y="4425"/>
                  </a:cubicBezTo>
                  <a:cubicBezTo>
                    <a:pt x="1884" y="3421"/>
                    <a:pt x="2088" y="3218"/>
                    <a:pt x="2641" y="2416"/>
                  </a:cubicBezTo>
                  <a:cubicBezTo>
                    <a:pt x="2753" y="2281"/>
                    <a:pt x="2878" y="2146"/>
                    <a:pt x="3013" y="2021"/>
                  </a:cubicBezTo>
                  <a:cubicBezTo>
                    <a:pt x="3092" y="1864"/>
                    <a:pt x="3126" y="1694"/>
                    <a:pt x="3092" y="1514"/>
                  </a:cubicBezTo>
                  <a:cubicBezTo>
                    <a:pt x="3042" y="1374"/>
                    <a:pt x="2962" y="1329"/>
                    <a:pt x="2866" y="1329"/>
                  </a:cubicBezTo>
                  <a:cubicBezTo>
                    <a:pt x="2745" y="1329"/>
                    <a:pt x="2599" y="1402"/>
                    <a:pt x="2460" y="1446"/>
                  </a:cubicBezTo>
                  <a:cubicBezTo>
                    <a:pt x="2494" y="1164"/>
                    <a:pt x="2765" y="588"/>
                    <a:pt x="2505" y="351"/>
                  </a:cubicBezTo>
                  <a:cubicBezTo>
                    <a:pt x="2450" y="303"/>
                    <a:pt x="2391" y="283"/>
                    <a:pt x="2330" y="283"/>
                  </a:cubicBezTo>
                  <a:cubicBezTo>
                    <a:pt x="2108" y="283"/>
                    <a:pt x="1868" y="552"/>
                    <a:pt x="1727" y="667"/>
                  </a:cubicBezTo>
                  <a:cubicBezTo>
                    <a:pt x="1602" y="521"/>
                    <a:pt x="1433" y="47"/>
                    <a:pt x="1196" y="2"/>
                  </a:cubicBezTo>
                  <a:cubicBezTo>
                    <a:pt x="1187" y="1"/>
                    <a:pt x="1178" y="1"/>
                    <a:pt x="1170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"/>
            <p:cNvSpPr/>
            <p:nvPr/>
          </p:nvSpPr>
          <p:spPr>
            <a:xfrm>
              <a:off x="6622425" y="2751925"/>
              <a:ext cx="90025" cy="178225"/>
            </a:xfrm>
            <a:custGeom>
              <a:avLst/>
              <a:gdLst/>
              <a:ahLst/>
              <a:cxnLst/>
              <a:rect l="l" t="t" r="r" b="b"/>
              <a:pathLst>
                <a:path w="3601" h="7129" extrusionOk="0">
                  <a:moveTo>
                    <a:pt x="2597" y="0"/>
                  </a:moveTo>
                  <a:cubicBezTo>
                    <a:pt x="1914" y="0"/>
                    <a:pt x="1270" y="442"/>
                    <a:pt x="791" y="1294"/>
                  </a:cubicBezTo>
                  <a:cubicBezTo>
                    <a:pt x="1" y="2682"/>
                    <a:pt x="215" y="3765"/>
                    <a:pt x="1095" y="5289"/>
                  </a:cubicBezTo>
                  <a:cubicBezTo>
                    <a:pt x="1174" y="5424"/>
                    <a:pt x="1739" y="6553"/>
                    <a:pt x="2754" y="7128"/>
                  </a:cubicBezTo>
                  <a:cubicBezTo>
                    <a:pt x="2213" y="6609"/>
                    <a:pt x="1761" y="5436"/>
                    <a:pt x="1569" y="4939"/>
                  </a:cubicBezTo>
                  <a:cubicBezTo>
                    <a:pt x="1231" y="4104"/>
                    <a:pt x="1220" y="3619"/>
                    <a:pt x="1310" y="2705"/>
                  </a:cubicBezTo>
                  <a:cubicBezTo>
                    <a:pt x="1468" y="1306"/>
                    <a:pt x="2461" y="707"/>
                    <a:pt x="3601" y="313"/>
                  </a:cubicBezTo>
                  <a:cubicBezTo>
                    <a:pt x="3266" y="103"/>
                    <a:pt x="2927" y="0"/>
                    <a:pt x="2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"/>
            <p:cNvSpPr/>
            <p:nvPr/>
          </p:nvSpPr>
          <p:spPr>
            <a:xfrm>
              <a:off x="6674900" y="2836750"/>
              <a:ext cx="16400" cy="83800"/>
            </a:xfrm>
            <a:custGeom>
              <a:avLst/>
              <a:gdLst/>
              <a:ahLst/>
              <a:cxnLst/>
              <a:rect l="l" t="t" r="r" b="b"/>
              <a:pathLst>
                <a:path w="656" h="3352" extrusionOk="0">
                  <a:moveTo>
                    <a:pt x="170" y="0"/>
                  </a:moveTo>
                  <a:cubicBezTo>
                    <a:pt x="170" y="0"/>
                    <a:pt x="147" y="45"/>
                    <a:pt x="125" y="136"/>
                  </a:cubicBezTo>
                  <a:cubicBezTo>
                    <a:pt x="114" y="192"/>
                    <a:pt x="102" y="237"/>
                    <a:pt x="80" y="305"/>
                  </a:cubicBezTo>
                  <a:cubicBezTo>
                    <a:pt x="68" y="372"/>
                    <a:pt x="46" y="451"/>
                    <a:pt x="46" y="519"/>
                  </a:cubicBezTo>
                  <a:cubicBezTo>
                    <a:pt x="35" y="609"/>
                    <a:pt x="23" y="700"/>
                    <a:pt x="12" y="790"/>
                  </a:cubicBezTo>
                  <a:cubicBezTo>
                    <a:pt x="1" y="880"/>
                    <a:pt x="1" y="982"/>
                    <a:pt x="12" y="1083"/>
                  </a:cubicBezTo>
                  <a:cubicBezTo>
                    <a:pt x="12" y="1185"/>
                    <a:pt x="12" y="1298"/>
                    <a:pt x="23" y="1399"/>
                  </a:cubicBezTo>
                  <a:cubicBezTo>
                    <a:pt x="35" y="1512"/>
                    <a:pt x="35" y="1614"/>
                    <a:pt x="57" y="1727"/>
                  </a:cubicBezTo>
                  <a:cubicBezTo>
                    <a:pt x="80" y="1828"/>
                    <a:pt x="102" y="1941"/>
                    <a:pt x="125" y="2043"/>
                  </a:cubicBezTo>
                  <a:cubicBezTo>
                    <a:pt x="147" y="2155"/>
                    <a:pt x="181" y="2246"/>
                    <a:pt x="204" y="2347"/>
                  </a:cubicBezTo>
                  <a:cubicBezTo>
                    <a:pt x="238" y="2449"/>
                    <a:pt x="260" y="2539"/>
                    <a:pt x="305" y="2629"/>
                  </a:cubicBezTo>
                  <a:cubicBezTo>
                    <a:pt x="339" y="2720"/>
                    <a:pt x="373" y="2799"/>
                    <a:pt x="407" y="2878"/>
                  </a:cubicBezTo>
                  <a:cubicBezTo>
                    <a:pt x="430" y="2945"/>
                    <a:pt x="463" y="3013"/>
                    <a:pt x="497" y="3069"/>
                  </a:cubicBezTo>
                  <a:lnTo>
                    <a:pt x="588" y="3227"/>
                  </a:lnTo>
                  <a:cubicBezTo>
                    <a:pt x="633" y="3306"/>
                    <a:pt x="655" y="3352"/>
                    <a:pt x="655" y="3352"/>
                  </a:cubicBezTo>
                  <a:cubicBezTo>
                    <a:pt x="655" y="3352"/>
                    <a:pt x="633" y="3306"/>
                    <a:pt x="610" y="3216"/>
                  </a:cubicBezTo>
                  <a:cubicBezTo>
                    <a:pt x="576" y="3126"/>
                    <a:pt x="531" y="3002"/>
                    <a:pt x="486" y="2844"/>
                  </a:cubicBezTo>
                  <a:cubicBezTo>
                    <a:pt x="463" y="2765"/>
                    <a:pt x="441" y="2686"/>
                    <a:pt x="418" y="2595"/>
                  </a:cubicBezTo>
                  <a:cubicBezTo>
                    <a:pt x="384" y="2505"/>
                    <a:pt x="373" y="2404"/>
                    <a:pt x="351" y="2313"/>
                  </a:cubicBezTo>
                  <a:cubicBezTo>
                    <a:pt x="317" y="2212"/>
                    <a:pt x="294" y="2110"/>
                    <a:pt x="272" y="2009"/>
                  </a:cubicBezTo>
                  <a:cubicBezTo>
                    <a:pt x="260" y="1907"/>
                    <a:pt x="226" y="1806"/>
                    <a:pt x="215" y="1704"/>
                  </a:cubicBezTo>
                  <a:cubicBezTo>
                    <a:pt x="204" y="1591"/>
                    <a:pt x="193" y="1490"/>
                    <a:pt x="181" y="1388"/>
                  </a:cubicBezTo>
                  <a:cubicBezTo>
                    <a:pt x="159" y="1287"/>
                    <a:pt x="159" y="1185"/>
                    <a:pt x="147" y="1083"/>
                  </a:cubicBezTo>
                  <a:cubicBezTo>
                    <a:pt x="147" y="982"/>
                    <a:pt x="136" y="892"/>
                    <a:pt x="136" y="801"/>
                  </a:cubicBezTo>
                  <a:lnTo>
                    <a:pt x="136" y="542"/>
                  </a:lnTo>
                  <a:cubicBezTo>
                    <a:pt x="136" y="372"/>
                    <a:pt x="147" y="248"/>
                    <a:pt x="159" y="147"/>
                  </a:cubicBezTo>
                  <a:cubicBezTo>
                    <a:pt x="170" y="57"/>
                    <a:pt x="170" y="0"/>
                    <a:pt x="17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"/>
            <p:cNvSpPr/>
            <p:nvPr/>
          </p:nvSpPr>
          <p:spPr>
            <a:xfrm>
              <a:off x="6687600" y="2820650"/>
              <a:ext cx="16950" cy="109200"/>
            </a:xfrm>
            <a:custGeom>
              <a:avLst/>
              <a:gdLst/>
              <a:ahLst/>
              <a:cxnLst/>
              <a:rect l="l" t="t" r="r" b="b"/>
              <a:pathLst>
                <a:path w="678" h="4368" extrusionOk="0">
                  <a:moveTo>
                    <a:pt x="678" y="1"/>
                  </a:moveTo>
                  <a:cubicBezTo>
                    <a:pt x="678" y="1"/>
                    <a:pt x="644" y="57"/>
                    <a:pt x="576" y="159"/>
                  </a:cubicBezTo>
                  <a:cubicBezTo>
                    <a:pt x="531" y="227"/>
                    <a:pt x="497" y="294"/>
                    <a:pt x="463" y="362"/>
                  </a:cubicBezTo>
                  <a:cubicBezTo>
                    <a:pt x="418" y="441"/>
                    <a:pt x="384" y="531"/>
                    <a:pt x="350" y="622"/>
                  </a:cubicBezTo>
                  <a:cubicBezTo>
                    <a:pt x="305" y="712"/>
                    <a:pt x="271" y="825"/>
                    <a:pt x="238" y="938"/>
                  </a:cubicBezTo>
                  <a:cubicBezTo>
                    <a:pt x="204" y="1062"/>
                    <a:pt x="159" y="1186"/>
                    <a:pt x="136" y="1310"/>
                  </a:cubicBezTo>
                  <a:cubicBezTo>
                    <a:pt x="113" y="1445"/>
                    <a:pt x="91" y="1569"/>
                    <a:pt x="68" y="1716"/>
                  </a:cubicBezTo>
                  <a:cubicBezTo>
                    <a:pt x="46" y="1852"/>
                    <a:pt x="34" y="1998"/>
                    <a:pt x="23" y="2134"/>
                  </a:cubicBezTo>
                  <a:cubicBezTo>
                    <a:pt x="12" y="2280"/>
                    <a:pt x="12" y="2416"/>
                    <a:pt x="12" y="2562"/>
                  </a:cubicBezTo>
                  <a:cubicBezTo>
                    <a:pt x="1" y="2698"/>
                    <a:pt x="12" y="2833"/>
                    <a:pt x="23" y="2969"/>
                  </a:cubicBezTo>
                  <a:cubicBezTo>
                    <a:pt x="23" y="3104"/>
                    <a:pt x="34" y="3228"/>
                    <a:pt x="57" y="3341"/>
                  </a:cubicBezTo>
                  <a:cubicBezTo>
                    <a:pt x="68" y="3465"/>
                    <a:pt x="80" y="3578"/>
                    <a:pt x="102" y="3680"/>
                  </a:cubicBezTo>
                  <a:cubicBezTo>
                    <a:pt x="113" y="3781"/>
                    <a:pt x="136" y="3871"/>
                    <a:pt x="159" y="3962"/>
                  </a:cubicBezTo>
                  <a:cubicBezTo>
                    <a:pt x="170" y="4041"/>
                    <a:pt x="192" y="4108"/>
                    <a:pt x="215" y="4187"/>
                  </a:cubicBezTo>
                  <a:cubicBezTo>
                    <a:pt x="249" y="4300"/>
                    <a:pt x="271" y="4368"/>
                    <a:pt x="271" y="4368"/>
                  </a:cubicBezTo>
                  <a:cubicBezTo>
                    <a:pt x="271" y="4368"/>
                    <a:pt x="271" y="4289"/>
                    <a:pt x="249" y="4165"/>
                  </a:cubicBezTo>
                  <a:cubicBezTo>
                    <a:pt x="226" y="4041"/>
                    <a:pt x="215" y="3871"/>
                    <a:pt x="192" y="3657"/>
                  </a:cubicBezTo>
                  <a:cubicBezTo>
                    <a:pt x="181" y="3454"/>
                    <a:pt x="170" y="3217"/>
                    <a:pt x="170" y="2957"/>
                  </a:cubicBezTo>
                  <a:cubicBezTo>
                    <a:pt x="170" y="2822"/>
                    <a:pt x="170" y="2687"/>
                    <a:pt x="170" y="2551"/>
                  </a:cubicBezTo>
                  <a:cubicBezTo>
                    <a:pt x="170" y="2427"/>
                    <a:pt x="170" y="2280"/>
                    <a:pt x="181" y="2145"/>
                  </a:cubicBezTo>
                  <a:cubicBezTo>
                    <a:pt x="192" y="2010"/>
                    <a:pt x="204" y="1863"/>
                    <a:pt x="226" y="1739"/>
                  </a:cubicBezTo>
                  <a:cubicBezTo>
                    <a:pt x="238" y="1603"/>
                    <a:pt x="260" y="1468"/>
                    <a:pt x="283" y="1344"/>
                  </a:cubicBezTo>
                  <a:cubicBezTo>
                    <a:pt x="305" y="1208"/>
                    <a:pt x="317" y="1084"/>
                    <a:pt x="350" y="971"/>
                  </a:cubicBezTo>
                  <a:cubicBezTo>
                    <a:pt x="384" y="859"/>
                    <a:pt x="407" y="746"/>
                    <a:pt x="429" y="655"/>
                  </a:cubicBezTo>
                  <a:cubicBezTo>
                    <a:pt x="463" y="554"/>
                    <a:pt x="497" y="464"/>
                    <a:pt x="520" y="385"/>
                  </a:cubicBezTo>
                  <a:cubicBezTo>
                    <a:pt x="554" y="306"/>
                    <a:pt x="576" y="238"/>
                    <a:pt x="599" y="181"/>
                  </a:cubicBezTo>
                  <a:lnTo>
                    <a:pt x="678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"/>
            <p:cNvSpPr/>
            <p:nvPr/>
          </p:nvSpPr>
          <p:spPr>
            <a:xfrm>
              <a:off x="6694100" y="2852825"/>
              <a:ext cx="14400" cy="76750"/>
            </a:xfrm>
            <a:custGeom>
              <a:avLst/>
              <a:gdLst/>
              <a:ahLst/>
              <a:cxnLst/>
              <a:rect l="l" t="t" r="r" b="b"/>
              <a:pathLst>
                <a:path w="576" h="3070" extrusionOk="0">
                  <a:moveTo>
                    <a:pt x="576" y="0"/>
                  </a:moveTo>
                  <a:lnTo>
                    <a:pt x="576" y="0"/>
                  </a:lnTo>
                  <a:cubicBezTo>
                    <a:pt x="576" y="0"/>
                    <a:pt x="542" y="34"/>
                    <a:pt x="508" y="113"/>
                  </a:cubicBezTo>
                  <a:cubicBezTo>
                    <a:pt x="485" y="158"/>
                    <a:pt x="451" y="203"/>
                    <a:pt x="429" y="260"/>
                  </a:cubicBezTo>
                  <a:cubicBezTo>
                    <a:pt x="395" y="316"/>
                    <a:pt x="372" y="373"/>
                    <a:pt x="350" y="440"/>
                  </a:cubicBezTo>
                  <a:cubicBezTo>
                    <a:pt x="316" y="508"/>
                    <a:pt x="282" y="587"/>
                    <a:pt x="260" y="666"/>
                  </a:cubicBezTo>
                  <a:cubicBezTo>
                    <a:pt x="237" y="745"/>
                    <a:pt x="215" y="835"/>
                    <a:pt x="192" y="926"/>
                  </a:cubicBezTo>
                  <a:cubicBezTo>
                    <a:pt x="158" y="1016"/>
                    <a:pt x="136" y="1117"/>
                    <a:pt x="124" y="1208"/>
                  </a:cubicBezTo>
                  <a:cubicBezTo>
                    <a:pt x="102" y="1309"/>
                    <a:pt x="79" y="1400"/>
                    <a:pt x="68" y="1501"/>
                  </a:cubicBezTo>
                  <a:cubicBezTo>
                    <a:pt x="57" y="1591"/>
                    <a:pt x="45" y="1704"/>
                    <a:pt x="34" y="1794"/>
                  </a:cubicBezTo>
                  <a:cubicBezTo>
                    <a:pt x="23" y="1885"/>
                    <a:pt x="11" y="1986"/>
                    <a:pt x="11" y="2077"/>
                  </a:cubicBezTo>
                  <a:cubicBezTo>
                    <a:pt x="0" y="2257"/>
                    <a:pt x="0" y="2426"/>
                    <a:pt x="0" y="2584"/>
                  </a:cubicBezTo>
                  <a:cubicBezTo>
                    <a:pt x="0" y="2731"/>
                    <a:pt x="23" y="2855"/>
                    <a:pt x="23" y="2934"/>
                  </a:cubicBezTo>
                  <a:cubicBezTo>
                    <a:pt x="23" y="2979"/>
                    <a:pt x="34" y="3024"/>
                    <a:pt x="45" y="3070"/>
                  </a:cubicBezTo>
                  <a:cubicBezTo>
                    <a:pt x="45" y="3070"/>
                    <a:pt x="45" y="3024"/>
                    <a:pt x="57" y="2923"/>
                  </a:cubicBezTo>
                  <a:cubicBezTo>
                    <a:pt x="57" y="2889"/>
                    <a:pt x="68" y="2833"/>
                    <a:pt x="68" y="2776"/>
                  </a:cubicBezTo>
                  <a:cubicBezTo>
                    <a:pt x="79" y="2709"/>
                    <a:pt x="90" y="2641"/>
                    <a:pt x="102" y="2573"/>
                  </a:cubicBezTo>
                  <a:cubicBezTo>
                    <a:pt x="102" y="2494"/>
                    <a:pt x="113" y="2426"/>
                    <a:pt x="124" y="2336"/>
                  </a:cubicBezTo>
                  <a:cubicBezTo>
                    <a:pt x="136" y="2257"/>
                    <a:pt x="147" y="2167"/>
                    <a:pt x="158" y="2077"/>
                  </a:cubicBezTo>
                  <a:cubicBezTo>
                    <a:pt x="181" y="1896"/>
                    <a:pt x="215" y="1704"/>
                    <a:pt x="237" y="1512"/>
                  </a:cubicBezTo>
                  <a:cubicBezTo>
                    <a:pt x="248" y="1422"/>
                    <a:pt x="271" y="1332"/>
                    <a:pt x="282" y="1230"/>
                  </a:cubicBezTo>
                  <a:cubicBezTo>
                    <a:pt x="294" y="1129"/>
                    <a:pt x="316" y="1038"/>
                    <a:pt x="327" y="948"/>
                  </a:cubicBezTo>
                  <a:cubicBezTo>
                    <a:pt x="350" y="858"/>
                    <a:pt x="361" y="779"/>
                    <a:pt x="384" y="689"/>
                  </a:cubicBezTo>
                  <a:cubicBezTo>
                    <a:pt x="395" y="610"/>
                    <a:pt x="418" y="531"/>
                    <a:pt x="429" y="463"/>
                  </a:cubicBezTo>
                  <a:cubicBezTo>
                    <a:pt x="451" y="395"/>
                    <a:pt x="463" y="316"/>
                    <a:pt x="485" y="271"/>
                  </a:cubicBezTo>
                  <a:cubicBezTo>
                    <a:pt x="508" y="215"/>
                    <a:pt x="519" y="170"/>
                    <a:pt x="530" y="124"/>
                  </a:cubicBezTo>
                  <a:cubicBezTo>
                    <a:pt x="564" y="45"/>
                    <a:pt x="576" y="0"/>
                    <a:pt x="576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"/>
            <p:cNvSpPr/>
            <p:nvPr/>
          </p:nvSpPr>
          <p:spPr>
            <a:xfrm>
              <a:off x="6695225" y="2870025"/>
              <a:ext cx="20600" cy="59550"/>
            </a:xfrm>
            <a:custGeom>
              <a:avLst/>
              <a:gdLst/>
              <a:ahLst/>
              <a:cxnLst/>
              <a:rect l="l" t="t" r="r" b="b"/>
              <a:pathLst>
                <a:path w="824" h="2382" extrusionOk="0">
                  <a:moveTo>
                    <a:pt x="824" y="1"/>
                  </a:moveTo>
                  <a:lnTo>
                    <a:pt x="768" y="91"/>
                  </a:lnTo>
                  <a:cubicBezTo>
                    <a:pt x="711" y="170"/>
                    <a:pt x="655" y="260"/>
                    <a:pt x="621" y="339"/>
                  </a:cubicBezTo>
                  <a:cubicBezTo>
                    <a:pt x="553" y="441"/>
                    <a:pt x="497" y="576"/>
                    <a:pt x="440" y="712"/>
                  </a:cubicBezTo>
                  <a:cubicBezTo>
                    <a:pt x="373" y="847"/>
                    <a:pt x="316" y="994"/>
                    <a:pt x="260" y="1140"/>
                  </a:cubicBezTo>
                  <a:cubicBezTo>
                    <a:pt x="215" y="1298"/>
                    <a:pt x="158" y="1445"/>
                    <a:pt x="124" y="1592"/>
                  </a:cubicBezTo>
                  <a:cubicBezTo>
                    <a:pt x="102" y="1659"/>
                    <a:pt x="79" y="1727"/>
                    <a:pt x="68" y="1795"/>
                  </a:cubicBezTo>
                  <a:cubicBezTo>
                    <a:pt x="45" y="1863"/>
                    <a:pt x="34" y="1930"/>
                    <a:pt x="23" y="1998"/>
                  </a:cubicBezTo>
                  <a:cubicBezTo>
                    <a:pt x="12" y="2088"/>
                    <a:pt x="0" y="2178"/>
                    <a:pt x="0" y="2280"/>
                  </a:cubicBezTo>
                  <a:lnTo>
                    <a:pt x="0" y="2382"/>
                  </a:lnTo>
                  <a:lnTo>
                    <a:pt x="23" y="2291"/>
                  </a:lnTo>
                  <a:cubicBezTo>
                    <a:pt x="34" y="2246"/>
                    <a:pt x="34" y="2212"/>
                    <a:pt x="57" y="2167"/>
                  </a:cubicBezTo>
                  <a:cubicBezTo>
                    <a:pt x="79" y="2122"/>
                    <a:pt x="91" y="2066"/>
                    <a:pt x="113" y="2009"/>
                  </a:cubicBezTo>
                  <a:cubicBezTo>
                    <a:pt x="158" y="1896"/>
                    <a:pt x="203" y="1772"/>
                    <a:pt x="260" y="1637"/>
                  </a:cubicBezTo>
                  <a:cubicBezTo>
                    <a:pt x="305" y="1490"/>
                    <a:pt x="373" y="1355"/>
                    <a:pt x="418" y="1197"/>
                  </a:cubicBezTo>
                  <a:cubicBezTo>
                    <a:pt x="463" y="1050"/>
                    <a:pt x="519" y="903"/>
                    <a:pt x="576" y="768"/>
                  </a:cubicBezTo>
                  <a:cubicBezTo>
                    <a:pt x="621" y="621"/>
                    <a:pt x="666" y="486"/>
                    <a:pt x="700" y="373"/>
                  </a:cubicBezTo>
                  <a:cubicBezTo>
                    <a:pt x="745" y="271"/>
                    <a:pt x="768" y="170"/>
                    <a:pt x="790" y="102"/>
                  </a:cubicBezTo>
                  <a:cubicBezTo>
                    <a:pt x="801" y="68"/>
                    <a:pt x="813" y="35"/>
                    <a:pt x="824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"/>
            <p:cNvSpPr/>
            <p:nvPr/>
          </p:nvSpPr>
          <p:spPr>
            <a:xfrm>
              <a:off x="6032775" y="2125000"/>
              <a:ext cx="516900" cy="383775"/>
            </a:xfrm>
            <a:custGeom>
              <a:avLst/>
              <a:gdLst/>
              <a:ahLst/>
              <a:cxnLst/>
              <a:rect l="l" t="t" r="r" b="b"/>
              <a:pathLst>
                <a:path w="20676" h="15351" extrusionOk="0">
                  <a:moveTo>
                    <a:pt x="19175" y="0"/>
                  </a:moveTo>
                  <a:lnTo>
                    <a:pt x="19175" y="0"/>
                  </a:lnTo>
                  <a:cubicBezTo>
                    <a:pt x="17324" y="1095"/>
                    <a:pt x="1854" y="10235"/>
                    <a:pt x="59" y="11239"/>
                  </a:cubicBezTo>
                  <a:cubicBezTo>
                    <a:pt x="206" y="11239"/>
                    <a:pt x="262" y="11239"/>
                    <a:pt x="217" y="11251"/>
                  </a:cubicBezTo>
                  <a:cubicBezTo>
                    <a:pt x="0" y="11294"/>
                    <a:pt x="3850" y="15351"/>
                    <a:pt x="9176" y="15351"/>
                  </a:cubicBezTo>
                  <a:cubicBezTo>
                    <a:pt x="10768" y="15351"/>
                    <a:pt x="12491" y="14989"/>
                    <a:pt x="14277" y="14049"/>
                  </a:cubicBezTo>
                  <a:cubicBezTo>
                    <a:pt x="20676" y="10675"/>
                    <a:pt x="19705" y="2697"/>
                    <a:pt x="19175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"/>
            <p:cNvSpPr/>
            <p:nvPr/>
          </p:nvSpPr>
          <p:spPr>
            <a:xfrm>
              <a:off x="6031150" y="2122450"/>
              <a:ext cx="605700" cy="471425"/>
            </a:xfrm>
            <a:custGeom>
              <a:avLst/>
              <a:gdLst/>
              <a:ahLst/>
              <a:cxnLst/>
              <a:rect l="l" t="t" r="r" b="b"/>
              <a:pathLst>
                <a:path w="24228" h="18857" extrusionOk="0">
                  <a:moveTo>
                    <a:pt x="19240" y="113"/>
                  </a:moveTo>
                  <a:cubicBezTo>
                    <a:pt x="19770" y="2799"/>
                    <a:pt x="20741" y="10777"/>
                    <a:pt x="14342" y="14151"/>
                  </a:cubicBezTo>
                  <a:cubicBezTo>
                    <a:pt x="6579" y="18247"/>
                    <a:pt x="0" y="11420"/>
                    <a:pt x="282" y="11364"/>
                  </a:cubicBezTo>
                  <a:cubicBezTo>
                    <a:pt x="327" y="11353"/>
                    <a:pt x="271" y="11353"/>
                    <a:pt x="124" y="11341"/>
                  </a:cubicBezTo>
                  <a:lnTo>
                    <a:pt x="0" y="11420"/>
                  </a:lnTo>
                  <a:cubicBezTo>
                    <a:pt x="0" y="11420"/>
                    <a:pt x="5879" y="18856"/>
                    <a:pt x="13158" y="15550"/>
                  </a:cubicBezTo>
                  <a:cubicBezTo>
                    <a:pt x="24227" y="10517"/>
                    <a:pt x="19420" y="1"/>
                    <a:pt x="19420" y="1"/>
                  </a:cubicBezTo>
                  <a:close/>
                </a:path>
              </a:pathLst>
            </a:custGeom>
            <a:solidFill>
              <a:srgbClr val="C798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"/>
            <p:cNvSpPr/>
            <p:nvPr/>
          </p:nvSpPr>
          <p:spPr>
            <a:xfrm>
              <a:off x="6286175" y="2209350"/>
              <a:ext cx="119625" cy="74500"/>
            </a:xfrm>
            <a:custGeom>
              <a:avLst/>
              <a:gdLst/>
              <a:ahLst/>
              <a:cxnLst/>
              <a:rect l="l" t="t" r="r" b="b"/>
              <a:pathLst>
                <a:path w="4785" h="2980" extrusionOk="0">
                  <a:moveTo>
                    <a:pt x="4785" y="0"/>
                  </a:moveTo>
                  <a:cubicBezTo>
                    <a:pt x="4491" y="79"/>
                    <a:pt x="4209" y="181"/>
                    <a:pt x="3938" y="305"/>
                  </a:cubicBezTo>
                  <a:cubicBezTo>
                    <a:pt x="3645" y="406"/>
                    <a:pt x="3374" y="542"/>
                    <a:pt x="3115" y="700"/>
                  </a:cubicBezTo>
                  <a:cubicBezTo>
                    <a:pt x="2821" y="869"/>
                    <a:pt x="2517" y="1050"/>
                    <a:pt x="2223" y="1241"/>
                  </a:cubicBezTo>
                  <a:cubicBezTo>
                    <a:pt x="1941" y="1445"/>
                    <a:pt x="1648" y="1636"/>
                    <a:pt x="1399" y="1839"/>
                  </a:cubicBezTo>
                  <a:cubicBezTo>
                    <a:pt x="1140" y="2043"/>
                    <a:pt x="880" y="2223"/>
                    <a:pt x="677" y="2392"/>
                  </a:cubicBezTo>
                  <a:cubicBezTo>
                    <a:pt x="440" y="2573"/>
                    <a:pt x="215" y="2765"/>
                    <a:pt x="0" y="2979"/>
                  </a:cubicBezTo>
                  <a:cubicBezTo>
                    <a:pt x="282" y="2889"/>
                    <a:pt x="564" y="2787"/>
                    <a:pt x="835" y="2663"/>
                  </a:cubicBezTo>
                  <a:cubicBezTo>
                    <a:pt x="1117" y="2550"/>
                    <a:pt x="1388" y="2415"/>
                    <a:pt x="1648" y="2257"/>
                  </a:cubicBezTo>
                  <a:cubicBezTo>
                    <a:pt x="1941" y="2099"/>
                    <a:pt x="2234" y="1907"/>
                    <a:pt x="2539" y="1704"/>
                  </a:cubicBezTo>
                  <a:cubicBezTo>
                    <a:pt x="2832" y="1512"/>
                    <a:pt x="3115" y="1320"/>
                    <a:pt x="3385" y="1117"/>
                  </a:cubicBezTo>
                  <a:cubicBezTo>
                    <a:pt x="3510" y="1016"/>
                    <a:pt x="3634" y="914"/>
                    <a:pt x="3758" y="824"/>
                  </a:cubicBezTo>
                  <a:cubicBezTo>
                    <a:pt x="3882" y="745"/>
                    <a:pt x="3995" y="655"/>
                    <a:pt x="4096" y="576"/>
                  </a:cubicBezTo>
                  <a:cubicBezTo>
                    <a:pt x="4333" y="395"/>
                    <a:pt x="4559" y="203"/>
                    <a:pt x="47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"/>
            <p:cNvSpPr/>
            <p:nvPr/>
          </p:nvSpPr>
          <p:spPr>
            <a:xfrm>
              <a:off x="6398725" y="2204275"/>
              <a:ext cx="40925" cy="28700"/>
            </a:xfrm>
            <a:custGeom>
              <a:avLst/>
              <a:gdLst/>
              <a:ahLst/>
              <a:cxnLst/>
              <a:rect l="l" t="t" r="r" b="b"/>
              <a:pathLst>
                <a:path w="1637" h="1148" extrusionOk="0">
                  <a:moveTo>
                    <a:pt x="1637" y="0"/>
                  </a:moveTo>
                  <a:cubicBezTo>
                    <a:pt x="1513" y="0"/>
                    <a:pt x="1400" y="11"/>
                    <a:pt x="1287" y="56"/>
                  </a:cubicBezTo>
                  <a:cubicBezTo>
                    <a:pt x="1061" y="124"/>
                    <a:pt x="847" y="226"/>
                    <a:pt x="666" y="384"/>
                  </a:cubicBezTo>
                  <a:cubicBezTo>
                    <a:pt x="576" y="451"/>
                    <a:pt x="486" y="519"/>
                    <a:pt x="418" y="609"/>
                  </a:cubicBezTo>
                  <a:cubicBezTo>
                    <a:pt x="339" y="688"/>
                    <a:pt x="260" y="767"/>
                    <a:pt x="192" y="846"/>
                  </a:cubicBezTo>
                  <a:cubicBezTo>
                    <a:pt x="113" y="937"/>
                    <a:pt x="46" y="1027"/>
                    <a:pt x="1" y="1140"/>
                  </a:cubicBezTo>
                  <a:cubicBezTo>
                    <a:pt x="47" y="1144"/>
                    <a:pt x="94" y="1147"/>
                    <a:pt x="141" y="1147"/>
                  </a:cubicBezTo>
                  <a:cubicBezTo>
                    <a:pt x="207" y="1147"/>
                    <a:pt x="273" y="1142"/>
                    <a:pt x="339" y="1128"/>
                  </a:cubicBezTo>
                  <a:cubicBezTo>
                    <a:pt x="542" y="1117"/>
                    <a:pt x="790" y="970"/>
                    <a:pt x="1005" y="824"/>
                  </a:cubicBezTo>
                  <a:cubicBezTo>
                    <a:pt x="1185" y="677"/>
                    <a:pt x="1343" y="508"/>
                    <a:pt x="1479" y="316"/>
                  </a:cubicBezTo>
                  <a:cubicBezTo>
                    <a:pt x="1535" y="214"/>
                    <a:pt x="1592" y="113"/>
                    <a:pt x="16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"/>
            <p:cNvSpPr/>
            <p:nvPr/>
          </p:nvSpPr>
          <p:spPr>
            <a:xfrm>
              <a:off x="1235075" y="1951775"/>
              <a:ext cx="646600" cy="731175"/>
            </a:xfrm>
            <a:custGeom>
              <a:avLst/>
              <a:gdLst/>
              <a:ahLst/>
              <a:cxnLst/>
              <a:rect l="l" t="t" r="r" b="b"/>
              <a:pathLst>
                <a:path w="25864" h="29247" extrusionOk="0">
                  <a:moveTo>
                    <a:pt x="21384" y="1"/>
                  </a:moveTo>
                  <a:lnTo>
                    <a:pt x="21384" y="1"/>
                  </a:lnTo>
                  <a:cubicBezTo>
                    <a:pt x="23663" y="3420"/>
                    <a:pt x="24036" y="8227"/>
                    <a:pt x="22896" y="12063"/>
                  </a:cubicBezTo>
                  <a:cubicBezTo>
                    <a:pt x="22332" y="14027"/>
                    <a:pt x="21384" y="15697"/>
                    <a:pt x="20639" y="17548"/>
                  </a:cubicBezTo>
                  <a:cubicBezTo>
                    <a:pt x="19951" y="19297"/>
                    <a:pt x="19127" y="21170"/>
                    <a:pt x="17694" y="22467"/>
                  </a:cubicBezTo>
                  <a:cubicBezTo>
                    <a:pt x="16441" y="23562"/>
                    <a:pt x="14771" y="23889"/>
                    <a:pt x="13417" y="24860"/>
                  </a:cubicBezTo>
                  <a:cubicBezTo>
                    <a:pt x="11917" y="25853"/>
                    <a:pt x="10427" y="26293"/>
                    <a:pt x="8678" y="26643"/>
                  </a:cubicBezTo>
                  <a:cubicBezTo>
                    <a:pt x="7159" y="26920"/>
                    <a:pt x="5688" y="27073"/>
                    <a:pt x="4243" y="27073"/>
                  </a:cubicBezTo>
                  <a:cubicBezTo>
                    <a:pt x="2811" y="27073"/>
                    <a:pt x="1404" y="26923"/>
                    <a:pt x="0" y="26597"/>
                  </a:cubicBezTo>
                  <a:lnTo>
                    <a:pt x="0" y="26597"/>
                  </a:lnTo>
                  <a:cubicBezTo>
                    <a:pt x="2401" y="28337"/>
                    <a:pt x="5280" y="29246"/>
                    <a:pt x="8288" y="29246"/>
                  </a:cubicBezTo>
                  <a:cubicBezTo>
                    <a:pt x="9903" y="29246"/>
                    <a:pt x="11556" y="28984"/>
                    <a:pt x="13192" y="28448"/>
                  </a:cubicBezTo>
                  <a:cubicBezTo>
                    <a:pt x="15223" y="27782"/>
                    <a:pt x="17581" y="26868"/>
                    <a:pt x="19330" y="25650"/>
                  </a:cubicBezTo>
                  <a:cubicBezTo>
                    <a:pt x="24408" y="22118"/>
                    <a:pt x="25695" y="17198"/>
                    <a:pt x="25796" y="11285"/>
                  </a:cubicBezTo>
                  <a:cubicBezTo>
                    <a:pt x="25864" y="7606"/>
                    <a:pt x="24623" y="3781"/>
                    <a:pt x="22174" y="870"/>
                  </a:cubicBezTo>
                  <a:cubicBezTo>
                    <a:pt x="21914" y="565"/>
                    <a:pt x="21655" y="272"/>
                    <a:pt x="21384" y="1"/>
                  </a:cubicBezTo>
                  <a:close/>
                </a:path>
              </a:pathLst>
            </a:custGeom>
            <a:solidFill>
              <a:srgbClr val="CB64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"/>
            <p:cNvSpPr/>
            <p:nvPr/>
          </p:nvSpPr>
          <p:spPr>
            <a:xfrm>
              <a:off x="1066950" y="1862650"/>
              <a:ext cx="769325" cy="765950"/>
            </a:xfrm>
            <a:custGeom>
              <a:avLst/>
              <a:gdLst/>
              <a:ahLst/>
              <a:cxnLst/>
              <a:rect l="l" t="t" r="r" b="b"/>
              <a:pathLst>
                <a:path w="30773" h="30638" extrusionOk="0">
                  <a:moveTo>
                    <a:pt x="19203" y="0"/>
                  </a:moveTo>
                  <a:cubicBezTo>
                    <a:pt x="16365" y="0"/>
                    <a:pt x="13463" y="827"/>
                    <a:pt x="10934" y="2313"/>
                  </a:cubicBezTo>
                  <a:cubicBezTo>
                    <a:pt x="9129" y="3374"/>
                    <a:pt x="7402" y="4649"/>
                    <a:pt x="6082" y="6296"/>
                  </a:cubicBezTo>
                  <a:cubicBezTo>
                    <a:pt x="5055" y="7594"/>
                    <a:pt x="4096" y="8734"/>
                    <a:pt x="3464" y="10043"/>
                  </a:cubicBezTo>
                  <a:cubicBezTo>
                    <a:pt x="1230" y="14590"/>
                    <a:pt x="0" y="20909"/>
                    <a:pt x="2641" y="25547"/>
                  </a:cubicBezTo>
                  <a:cubicBezTo>
                    <a:pt x="3656" y="27364"/>
                    <a:pt x="5044" y="28933"/>
                    <a:pt x="6725" y="30162"/>
                  </a:cubicBezTo>
                  <a:cubicBezTo>
                    <a:pt x="8129" y="30488"/>
                    <a:pt x="9536" y="30638"/>
                    <a:pt x="10968" y="30638"/>
                  </a:cubicBezTo>
                  <a:cubicBezTo>
                    <a:pt x="12413" y="30638"/>
                    <a:pt x="13884" y="30485"/>
                    <a:pt x="15403" y="30208"/>
                  </a:cubicBezTo>
                  <a:cubicBezTo>
                    <a:pt x="17152" y="29858"/>
                    <a:pt x="18642" y="29418"/>
                    <a:pt x="20154" y="28425"/>
                  </a:cubicBezTo>
                  <a:cubicBezTo>
                    <a:pt x="21508" y="27454"/>
                    <a:pt x="23178" y="27127"/>
                    <a:pt x="24419" y="26032"/>
                  </a:cubicBezTo>
                  <a:cubicBezTo>
                    <a:pt x="25852" y="24735"/>
                    <a:pt x="26676" y="22862"/>
                    <a:pt x="27364" y="21113"/>
                  </a:cubicBezTo>
                  <a:cubicBezTo>
                    <a:pt x="28109" y="19262"/>
                    <a:pt x="29057" y="17592"/>
                    <a:pt x="29621" y="15628"/>
                  </a:cubicBezTo>
                  <a:cubicBezTo>
                    <a:pt x="30772" y="11792"/>
                    <a:pt x="30400" y="6985"/>
                    <a:pt x="28109" y="3566"/>
                  </a:cubicBezTo>
                  <a:cubicBezTo>
                    <a:pt x="25677" y="1104"/>
                    <a:pt x="22483" y="0"/>
                    <a:pt x="19203" y="0"/>
                  </a:cubicBezTo>
                  <a:close/>
                </a:path>
              </a:pathLst>
            </a:custGeom>
            <a:solidFill>
              <a:srgbClr val="973C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"/>
            <p:cNvSpPr/>
            <p:nvPr/>
          </p:nvSpPr>
          <p:spPr>
            <a:xfrm>
              <a:off x="1110375" y="1891075"/>
              <a:ext cx="701350" cy="708125"/>
            </a:xfrm>
            <a:custGeom>
              <a:avLst/>
              <a:gdLst/>
              <a:ahLst/>
              <a:cxnLst/>
              <a:rect l="l" t="t" r="r" b="b"/>
              <a:pathLst>
                <a:path w="28054" h="28325" extrusionOk="0">
                  <a:moveTo>
                    <a:pt x="17685" y="1"/>
                  </a:moveTo>
                  <a:cubicBezTo>
                    <a:pt x="17609" y="1"/>
                    <a:pt x="17534" y="1"/>
                    <a:pt x="17457" y="3"/>
                  </a:cubicBezTo>
                  <a:cubicBezTo>
                    <a:pt x="10484" y="104"/>
                    <a:pt x="3318" y="5656"/>
                    <a:pt x="1186" y="12291"/>
                  </a:cubicBezTo>
                  <a:cubicBezTo>
                    <a:pt x="746" y="13747"/>
                    <a:pt x="91" y="15654"/>
                    <a:pt x="1" y="17267"/>
                  </a:cubicBezTo>
                  <a:cubicBezTo>
                    <a:pt x="12" y="18621"/>
                    <a:pt x="588" y="19987"/>
                    <a:pt x="915" y="21341"/>
                  </a:cubicBezTo>
                  <a:cubicBezTo>
                    <a:pt x="1569" y="24049"/>
                    <a:pt x="2483" y="25178"/>
                    <a:pt x="4605" y="26735"/>
                  </a:cubicBezTo>
                  <a:lnTo>
                    <a:pt x="5180" y="27152"/>
                  </a:lnTo>
                  <a:cubicBezTo>
                    <a:pt x="7290" y="27987"/>
                    <a:pt x="8938" y="28224"/>
                    <a:pt x="11195" y="28315"/>
                  </a:cubicBezTo>
                  <a:cubicBezTo>
                    <a:pt x="11320" y="28321"/>
                    <a:pt x="11445" y="28324"/>
                    <a:pt x="11569" y="28324"/>
                  </a:cubicBezTo>
                  <a:cubicBezTo>
                    <a:pt x="14924" y="28324"/>
                    <a:pt x="17595" y="26018"/>
                    <a:pt x="20403" y="24343"/>
                  </a:cubicBezTo>
                  <a:cubicBezTo>
                    <a:pt x="23810" y="22323"/>
                    <a:pt x="25040" y="18520"/>
                    <a:pt x="26417" y="15011"/>
                  </a:cubicBezTo>
                  <a:cubicBezTo>
                    <a:pt x="27196" y="13307"/>
                    <a:pt x="28053" y="11591"/>
                    <a:pt x="27771" y="9752"/>
                  </a:cubicBezTo>
                  <a:cubicBezTo>
                    <a:pt x="27523" y="8105"/>
                    <a:pt x="27004" y="6514"/>
                    <a:pt x="26225" y="5035"/>
                  </a:cubicBezTo>
                  <a:cubicBezTo>
                    <a:pt x="24400" y="1661"/>
                    <a:pt x="21457" y="1"/>
                    <a:pt x="17685" y="1"/>
                  </a:cubicBezTo>
                  <a:close/>
                </a:path>
              </a:pathLst>
            </a:custGeom>
            <a:solidFill>
              <a:srgbClr val="FFF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"/>
            <p:cNvSpPr/>
            <p:nvPr/>
          </p:nvSpPr>
          <p:spPr>
            <a:xfrm>
              <a:off x="1229700" y="2001350"/>
              <a:ext cx="453650" cy="494625"/>
            </a:xfrm>
            <a:custGeom>
              <a:avLst/>
              <a:gdLst/>
              <a:ahLst/>
              <a:cxnLst/>
              <a:rect l="l" t="t" r="r" b="b"/>
              <a:pathLst>
                <a:path w="18146" h="19785" extrusionOk="0">
                  <a:moveTo>
                    <a:pt x="11535" y="1"/>
                  </a:moveTo>
                  <a:cubicBezTo>
                    <a:pt x="10802" y="1"/>
                    <a:pt x="10072" y="196"/>
                    <a:pt x="8949" y="545"/>
                  </a:cubicBezTo>
                  <a:cubicBezTo>
                    <a:pt x="8216" y="805"/>
                    <a:pt x="7234" y="726"/>
                    <a:pt x="6523" y="1053"/>
                  </a:cubicBezTo>
                  <a:cubicBezTo>
                    <a:pt x="5654" y="1426"/>
                    <a:pt x="5259" y="2396"/>
                    <a:pt x="4650" y="3186"/>
                  </a:cubicBezTo>
                  <a:cubicBezTo>
                    <a:pt x="3612" y="4461"/>
                    <a:pt x="1254" y="5589"/>
                    <a:pt x="1129" y="7372"/>
                  </a:cubicBezTo>
                  <a:cubicBezTo>
                    <a:pt x="1028" y="8275"/>
                    <a:pt x="1197" y="8952"/>
                    <a:pt x="949" y="9877"/>
                  </a:cubicBezTo>
                  <a:cubicBezTo>
                    <a:pt x="734" y="10645"/>
                    <a:pt x="215" y="11491"/>
                    <a:pt x="182" y="12292"/>
                  </a:cubicBezTo>
                  <a:cubicBezTo>
                    <a:pt x="1" y="13849"/>
                    <a:pt x="1163" y="15395"/>
                    <a:pt x="1682" y="16862"/>
                  </a:cubicBezTo>
                  <a:cubicBezTo>
                    <a:pt x="2371" y="18690"/>
                    <a:pt x="5417" y="19458"/>
                    <a:pt x="7324" y="19785"/>
                  </a:cubicBezTo>
                  <a:lnTo>
                    <a:pt x="8374" y="18893"/>
                  </a:lnTo>
                  <a:cubicBezTo>
                    <a:pt x="8385" y="18912"/>
                    <a:pt x="8397" y="18921"/>
                    <a:pt x="8410" y="18921"/>
                  </a:cubicBezTo>
                  <a:cubicBezTo>
                    <a:pt x="8550" y="18921"/>
                    <a:pt x="8826" y="17972"/>
                    <a:pt x="9186" y="17663"/>
                  </a:cubicBezTo>
                  <a:cubicBezTo>
                    <a:pt x="9717" y="17223"/>
                    <a:pt x="10766" y="17280"/>
                    <a:pt x="11308" y="16919"/>
                  </a:cubicBezTo>
                  <a:cubicBezTo>
                    <a:pt x="12086" y="16490"/>
                    <a:pt x="12515" y="15666"/>
                    <a:pt x="13181" y="15113"/>
                  </a:cubicBezTo>
                  <a:cubicBezTo>
                    <a:pt x="13914" y="14538"/>
                    <a:pt x="14467" y="14165"/>
                    <a:pt x="15065" y="13375"/>
                  </a:cubicBezTo>
                  <a:cubicBezTo>
                    <a:pt x="15889" y="12473"/>
                    <a:pt x="16284" y="12134"/>
                    <a:pt x="16476" y="10972"/>
                  </a:cubicBezTo>
                  <a:cubicBezTo>
                    <a:pt x="16600" y="10464"/>
                    <a:pt x="16442" y="10182"/>
                    <a:pt x="16713" y="9640"/>
                  </a:cubicBezTo>
                  <a:cubicBezTo>
                    <a:pt x="16961" y="9347"/>
                    <a:pt x="17525" y="9370"/>
                    <a:pt x="17751" y="8997"/>
                  </a:cubicBezTo>
                  <a:cubicBezTo>
                    <a:pt x="18078" y="8354"/>
                    <a:pt x="17875" y="7214"/>
                    <a:pt x="17932" y="6481"/>
                  </a:cubicBezTo>
                  <a:cubicBezTo>
                    <a:pt x="18135" y="5319"/>
                    <a:pt x="18146" y="5082"/>
                    <a:pt x="17649" y="4010"/>
                  </a:cubicBezTo>
                  <a:cubicBezTo>
                    <a:pt x="17311" y="3220"/>
                    <a:pt x="16961" y="2114"/>
                    <a:pt x="16318" y="1471"/>
                  </a:cubicBezTo>
                  <a:cubicBezTo>
                    <a:pt x="15618" y="839"/>
                    <a:pt x="14907" y="861"/>
                    <a:pt x="14039" y="591"/>
                  </a:cubicBezTo>
                  <a:cubicBezTo>
                    <a:pt x="12960" y="185"/>
                    <a:pt x="12246" y="1"/>
                    <a:pt x="11535" y="1"/>
                  </a:cubicBezTo>
                  <a:close/>
                </a:path>
              </a:pathLst>
            </a:custGeom>
            <a:solidFill>
              <a:srgbClr val="F2E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"/>
            <p:cNvSpPr/>
            <p:nvPr/>
          </p:nvSpPr>
          <p:spPr>
            <a:xfrm>
              <a:off x="1319150" y="2105225"/>
              <a:ext cx="378025" cy="416350"/>
            </a:xfrm>
            <a:custGeom>
              <a:avLst/>
              <a:gdLst/>
              <a:ahLst/>
              <a:cxnLst/>
              <a:rect l="l" t="t" r="r" b="b"/>
              <a:pathLst>
                <a:path w="15121" h="16654" extrusionOk="0">
                  <a:moveTo>
                    <a:pt x="13837" y="0"/>
                  </a:moveTo>
                  <a:cubicBezTo>
                    <a:pt x="12889" y="0"/>
                    <a:pt x="11830" y="1238"/>
                    <a:pt x="11408" y="1931"/>
                  </a:cubicBezTo>
                  <a:lnTo>
                    <a:pt x="11408" y="1931"/>
                  </a:lnTo>
                  <a:cubicBezTo>
                    <a:pt x="11839" y="741"/>
                    <a:pt x="10890" y="83"/>
                    <a:pt x="9782" y="83"/>
                  </a:cubicBezTo>
                  <a:cubicBezTo>
                    <a:pt x="9671" y="83"/>
                    <a:pt x="9558" y="89"/>
                    <a:pt x="9445" y="103"/>
                  </a:cubicBezTo>
                  <a:cubicBezTo>
                    <a:pt x="8113" y="182"/>
                    <a:pt x="6658" y="1412"/>
                    <a:pt x="5665" y="2213"/>
                  </a:cubicBezTo>
                  <a:cubicBezTo>
                    <a:pt x="4085" y="3556"/>
                    <a:pt x="0" y="9390"/>
                    <a:pt x="3521" y="10766"/>
                  </a:cubicBezTo>
                  <a:cubicBezTo>
                    <a:pt x="2934" y="12256"/>
                    <a:pt x="790" y="15562"/>
                    <a:pt x="3329" y="16533"/>
                  </a:cubicBezTo>
                  <a:cubicBezTo>
                    <a:pt x="3562" y="16616"/>
                    <a:pt x="3803" y="16653"/>
                    <a:pt x="4049" y="16653"/>
                  </a:cubicBezTo>
                  <a:cubicBezTo>
                    <a:pt x="5906" y="16653"/>
                    <a:pt x="8029" y="14498"/>
                    <a:pt x="9185" y="13452"/>
                  </a:cubicBezTo>
                  <a:cubicBezTo>
                    <a:pt x="12582" y="10405"/>
                    <a:pt x="15121" y="6129"/>
                    <a:pt x="15031" y="1457"/>
                  </a:cubicBezTo>
                  <a:cubicBezTo>
                    <a:pt x="15065" y="1389"/>
                    <a:pt x="15076" y="1299"/>
                    <a:pt x="15042" y="1220"/>
                  </a:cubicBezTo>
                  <a:lnTo>
                    <a:pt x="14399" y="171"/>
                  </a:lnTo>
                  <a:cubicBezTo>
                    <a:pt x="14221" y="52"/>
                    <a:pt x="14031" y="0"/>
                    <a:pt x="13837" y="0"/>
                  </a:cubicBezTo>
                  <a:close/>
                </a:path>
              </a:pathLst>
            </a:custGeom>
            <a:solidFill>
              <a:srgbClr val="F2E9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"/>
            <p:cNvSpPr/>
            <p:nvPr/>
          </p:nvSpPr>
          <p:spPr>
            <a:xfrm>
              <a:off x="1703650" y="2441525"/>
              <a:ext cx="69975" cy="108350"/>
            </a:xfrm>
            <a:custGeom>
              <a:avLst/>
              <a:gdLst/>
              <a:ahLst/>
              <a:cxnLst/>
              <a:rect l="l" t="t" r="r" b="b"/>
              <a:pathLst>
                <a:path w="2799" h="4334" extrusionOk="0">
                  <a:moveTo>
                    <a:pt x="0" y="0"/>
                  </a:moveTo>
                  <a:cubicBezTo>
                    <a:pt x="0" y="0"/>
                    <a:pt x="57" y="68"/>
                    <a:pt x="170" y="169"/>
                  </a:cubicBezTo>
                  <a:lnTo>
                    <a:pt x="362" y="350"/>
                  </a:lnTo>
                  <a:cubicBezTo>
                    <a:pt x="452" y="418"/>
                    <a:pt x="531" y="497"/>
                    <a:pt x="599" y="587"/>
                  </a:cubicBezTo>
                  <a:cubicBezTo>
                    <a:pt x="678" y="677"/>
                    <a:pt x="757" y="767"/>
                    <a:pt x="858" y="869"/>
                  </a:cubicBezTo>
                  <a:cubicBezTo>
                    <a:pt x="948" y="959"/>
                    <a:pt x="1016" y="1095"/>
                    <a:pt x="1118" y="1207"/>
                  </a:cubicBezTo>
                  <a:cubicBezTo>
                    <a:pt x="1298" y="1456"/>
                    <a:pt x="1467" y="1715"/>
                    <a:pt x="1625" y="1986"/>
                  </a:cubicBezTo>
                  <a:cubicBezTo>
                    <a:pt x="1783" y="2268"/>
                    <a:pt x="1941" y="2539"/>
                    <a:pt x="2077" y="2821"/>
                  </a:cubicBezTo>
                  <a:cubicBezTo>
                    <a:pt x="2133" y="2968"/>
                    <a:pt x="2212" y="3092"/>
                    <a:pt x="2269" y="3216"/>
                  </a:cubicBezTo>
                  <a:cubicBezTo>
                    <a:pt x="2325" y="3351"/>
                    <a:pt x="2381" y="3464"/>
                    <a:pt x="2438" y="3577"/>
                  </a:cubicBezTo>
                  <a:cubicBezTo>
                    <a:pt x="2551" y="3803"/>
                    <a:pt x="2630" y="3995"/>
                    <a:pt x="2697" y="4130"/>
                  </a:cubicBezTo>
                  <a:cubicBezTo>
                    <a:pt x="2765" y="4254"/>
                    <a:pt x="2799" y="4333"/>
                    <a:pt x="2799" y="4333"/>
                  </a:cubicBezTo>
                  <a:cubicBezTo>
                    <a:pt x="2799" y="4333"/>
                    <a:pt x="2799" y="4243"/>
                    <a:pt x="2788" y="4096"/>
                  </a:cubicBezTo>
                  <a:cubicBezTo>
                    <a:pt x="2765" y="3893"/>
                    <a:pt x="2743" y="3690"/>
                    <a:pt x="2697" y="3498"/>
                  </a:cubicBezTo>
                  <a:cubicBezTo>
                    <a:pt x="2641" y="3205"/>
                    <a:pt x="2562" y="2923"/>
                    <a:pt x="2460" y="2652"/>
                  </a:cubicBezTo>
                  <a:cubicBezTo>
                    <a:pt x="2415" y="2505"/>
                    <a:pt x="2348" y="2347"/>
                    <a:pt x="2280" y="2200"/>
                  </a:cubicBezTo>
                  <a:lnTo>
                    <a:pt x="2043" y="1749"/>
                  </a:lnTo>
                  <a:lnTo>
                    <a:pt x="1761" y="1320"/>
                  </a:lnTo>
                  <a:cubicBezTo>
                    <a:pt x="1671" y="1185"/>
                    <a:pt x="1558" y="1061"/>
                    <a:pt x="1445" y="937"/>
                  </a:cubicBezTo>
                  <a:cubicBezTo>
                    <a:pt x="1343" y="824"/>
                    <a:pt x="1230" y="711"/>
                    <a:pt x="1106" y="609"/>
                  </a:cubicBezTo>
                  <a:cubicBezTo>
                    <a:pt x="993" y="519"/>
                    <a:pt x="869" y="440"/>
                    <a:pt x="768" y="361"/>
                  </a:cubicBezTo>
                  <a:cubicBezTo>
                    <a:pt x="678" y="293"/>
                    <a:pt x="576" y="226"/>
                    <a:pt x="463" y="192"/>
                  </a:cubicBezTo>
                  <a:lnTo>
                    <a:pt x="226" y="79"/>
                  </a:lnTo>
                  <a:cubicBezTo>
                    <a:pt x="91" y="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"/>
            <p:cNvSpPr/>
            <p:nvPr/>
          </p:nvSpPr>
          <p:spPr>
            <a:xfrm>
              <a:off x="1773050" y="2474225"/>
              <a:ext cx="18075" cy="34175"/>
            </a:xfrm>
            <a:custGeom>
              <a:avLst/>
              <a:gdLst/>
              <a:ahLst/>
              <a:cxnLst/>
              <a:rect l="l" t="t" r="r" b="b"/>
              <a:pathLst>
                <a:path w="723" h="1367" extrusionOk="0">
                  <a:moveTo>
                    <a:pt x="12" y="1"/>
                  </a:moveTo>
                  <a:cubicBezTo>
                    <a:pt x="0" y="91"/>
                    <a:pt x="0" y="193"/>
                    <a:pt x="12" y="283"/>
                  </a:cubicBezTo>
                  <a:cubicBezTo>
                    <a:pt x="46" y="452"/>
                    <a:pt x="91" y="622"/>
                    <a:pt x="170" y="768"/>
                  </a:cubicBezTo>
                  <a:cubicBezTo>
                    <a:pt x="203" y="847"/>
                    <a:pt x="249" y="926"/>
                    <a:pt x="305" y="994"/>
                  </a:cubicBezTo>
                  <a:cubicBezTo>
                    <a:pt x="361" y="1062"/>
                    <a:pt x="407" y="1129"/>
                    <a:pt x="452" y="1186"/>
                  </a:cubicBezTo>
                  <a:cubicBezTo>
                    <a:pt x="519" y="1254"/>
                    <a:pt x="587" y="1310"/>
                    <a:pt x="655" y="1366"/>
                  </a:cubicBezTo>
                  <a:cubicBezTo>
                    <a:pt x="689" y="1276"/>
                    <a:pt x="711" y="1186"/>
                    <a:pt x="723" y="1096"/>
                  </a:cubicBezTo>
                  <a:cubicBezTo>
                    <a:pt x="723" y="904"/>
                    <a:pt x="689" y="723"/>
                    <a:pt x="598" y="554"/>
                  </a:cubicBezTo>
                  <a:cubicBezTo>
                    <a:pt x="519" y="385"/>
                    <a:pt x="395" y="249"/>
                    <a:pt x="249" y="136"/>
                  </a:cubicBezTo>
                  <a:cubicBezTo>
                    <a:pt x="181" y="80"/>
                    <a:pt x="102" y="35"/>
                    <a:pt x="12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"/>
            <p:cNvSpPr/>
            <p:nvPr/>
          </p:nvSpPr>
          <p:spPr>
            <a:xfrm>
              <a:off x="1757525" y="2392700"/>
              <a:ext cx="38950" cy="70275"/>
            </a:xfrm>
            <a:custGeom>
              <a:avLst/>
              <a:gdLst/>
              <a:ahLst/>
              <a:cxnLst/>
              <a:rect l="l" t="t" r="r" b="b"/>
              <a:pathLst>
                <a:path w="1558" h="2811" extrusionOk="0">
                  <a:moveTo>
                    <a:pt x="1" y="1"/>
                  </a:moveTo>
                  <a:cubicBezTo>
                    <a:pt x="46" y="170"/>
                    <a:pt x="102" y="328"/>
                    <a:pt x="181" y="486"/>
                  </a:cubicBezTo>
                  <a:cubicBezTo>
                    <a:pt x="215" y="565"/>
                    <a:pt x="238" y="633"/>
                    <a:pt x="294" y="712"/>
                  </a:cubicBezTo>
                  <a:cubicBezTo>
                    <a:pt x="339" y="791"/>
                    <a:pt x="362" y="870"/>
                    <a:pt x="407" y="960"/>
                  </a:cubicBezTo>
                  <a:cubicBezTo>
                    <a:pt x="475" y="1118"/>
                    <a:pt x="576" y="1287"/>
                    <a:pt x="667" y="1457"/>
                  </a:cubicBezTo>
                  <a:cubicBezTo>
                    <a:pt x="836" y="1784"/>
                    <a:pt x="1028" y="2100"/>
                    <a:pt x="1231" y="2404"/>
                  </a:cubicBezTo>
                  <a:cubicBezTo>
                    <a:pt x="1332" y="2540"/>
                    <a:pt x="1434" y="2675"/>
                    <a:pt x="1558" y="2811"/>
                  </a:cubicBezTo>
                  <a:cubicBezTo>
                    <a:pt x="1547" y="2630"/>
                    <a:pt x="1524" y="2461"/>
                    <a:pt x="1490" y="2292"/>
                  </a:cubicBezTo>
                  <a:cubicBezTo>
                    <a:pt x="1400" y="1919"/>
                    <a:pt x="1265" y="1569"/>
                    <a:pt x="1095" y="1231"/>
                  </a:cubicBezTo>
                  <a:cubicBezTo>
                    <a:pt x="982" y="1050"/>
                    <a:pt x="870" y="881"/>
                    <a:pt x="757" y="723"/>
                  </a:cubicBezTo>
                  <a:cubicBezTo>
                    <a:pt x="655" y="576"/>
                    <a:pt x="542" y="441"/>
                    <a:pt x="407" y="328"/>
                  </a:cubicBezTo>
                  <a:cubicBezTo>
                    <a:pt x="283" y="204"/>
                    <a:pt x="147" y="102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"/>
            <p:cNvSpPr/>
            <p:nvPr/>
          </p:nvSpPr>
          <p:spPr>
            <a:xfrm>
              <a:off x="1786875" y="2365900"/>
              <a:ext cx="30475" cy="58150"/>
            </a:xfrm>
            <a:custGeom>
              <a:avLst/>
              <a:gdLst/>
              <a:ahLst/>
              <a:cxnLst/>
              <a:rect l="l" t="t" r="r" b="b"/>
              <a:pathLst>
                <a:path w="1219" h="2326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36"/>
                    <a:pt x="79" y="272"/>
                    <a:pt x="136" y="407"/>
                  </a:cubicBezTo>
                  <a:cubicBezTo>
                    <a:pt x="158" y="464"/>
                    <a:pt x="192" y="531"/>
                    <a:pt x="215" y="588"/>
                  </a:cubicBezTo>
                  <a:cubicBezTo>
                    <a:pt x="260" y="644"/>
                    <a:pt x="271" y="723"/>
                    <a:pt x="305" y="791"/>
                  </a:cubicBezTo>
                  <a:cubicBezTo>
                    <a:pt x="373" y="926"/>
                    <a:pt x="440" y="1062"/>
                    <a:pt x="519" y="1197"/>
                  </a:cubicBezTo>
                  <a:cubicBezTo>
                    <a:pt x="576" y="1344"/>
                    <a:pt x="655" y="1479"/>
                    <a:pt x="734" y="1615"/>
                  </a:cubicBezTo>
                  <a:cubicBezTo>
                    <a:pt x="813" y="1739"/>
                    <a:pt x="880" y="1863"/>
                    <a:pt x="937" y="1976"/>
                  </a:cubicBezTo>
                  <a:cubicBezTo>
                    <a:pt x="1016" y="2100"/>
                    <a:pt x="1095" y="2213"/>
                    <a:pt x="1196" y="2325"/>
                  </a:cubicBezTo>
                  <a:cubicBezTo>
                    <a:pt x="1219" y="2179"/>
                    <a:pt x="1219" y="2032"/>
                    <a:pt x="1208" y="1885"/>
                  </a:cubicBezTo>
                  <a:cubicBezTo>
                    <a:pt x="1208" y="1615"/>
                    <a:pt x="1072" y="1299"/>
                    <a:pt x="937" y="983"/>
                  </a:cubicBezTo>
                  <a:cubicBezTo>
                    <a:pt x="847" y="836"/>
                    <a:pt x="756" y="689"/>
                    <a:pt x="655" y="554"/>
                  </a:cubicBezTo>
                  <a:cubicBezTo>
                    <a:pt x="576" y="441"/>
                    <a:pt x="474" y="328"/>
                    <a:pt x="350" y="238"/>
                  </a:cubicBezTo>
                  <a:cubicBezTo>
                    <a:pt x="249" y="148"/>
                    <a:pt x="124" y="69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"/>
            <p:cNvSpPr/>
            <p:nvPr/>
          </p:nvSpPr>
          <p:spPr>
            <a:xfrm>
              <a:off x="1795325" y="2294250"/>
              <a:ext cx="43750" cy="122475"/>
            </a:xfrm>
            <a:custGeom>
              <a:avLst/>
              <a:gdLst/>
              <a:ahLst/>
              <a:cxnLst/>
              <a:rect l="l" t="t" r="r" b="b"/>
              <a:pathLst>
                <a:path w="1750" h="4899" extrusionOk="0">
                  <a:moveTo>
                    <a:pt x="1" y="1"/>
                  </a:moveTo>
                  <a:cubicBezTo>
                    <a:pt x="57" y="260"/>
                    <a:pt x="136" y="531"/>
                    <a:pt x="227" y="791"/>
                  </a:cubicBezTo>
                  <a:cubicBezTo>
                    <a:pt x="272" y="903"/>
                    <a:pt x="317" y="1028"/>
                    <a:pt x="373" y="1163"/>
                  </a:cubicBezTo>
                  <a:cubicBezTo>
                    <a:pt x="430" y="1298"/>
                    <a:pt x="452" y="1434"/>
                    <a:pt x="509" y="1580"/>
                  </a:cubicBezTo>
                  <a:cubicBezTo>
                    <a:pt x="588" y="1863"/>
                    <a:pt x="712" y="2156"/>
                    <a:pt x="813" y="2461"/>
                  </a:cubicBezTo>
                  <a:cubicBezTo>
                    <a:pt x="915" y="2777"/>
                    <a:pt x="1005" y="3081"/>
                    <a:pt x="1118" y="3363"/>
                  </a:cubicBezTo>
                  <a:cubicBezTo>
                    <a:pt x="1220" y="3657"/>
                    <a:pt x="1321" y="3916"/>
                    <a:pt x="1411" y="4142"/>
                  </a:cubicBezTo>
                  <a:cubicBezTo>
                    <a:pt x="1502" y="4402"/>
                    <a:pt x="1614" y="4650"/>
                    <a:pt x="1750" y="4898"/>
                  </a:cubicBezTo>
                  <a:cubicBezTo>
                    <a:pt x="1739" y="4627"/>
                    <a:pt x="1716" y="4345"/>
                    <a:pt x="1671" y="4074"/>
                  </a:cubicBezTo>
                  <a:cubicBezTo>
                    <a:pt x="1637" y="3792"/>
                    <a:pt x="1592" y="3521"/>
                    <a:pt x="1524" y="3251"/>
                  </a:cubicBezTo>
                  <a:cubicBezTo>
                    <a:pt x="1456" y="2946"/>
                    <a:pt x="1355" y="2630"/>
                    <a:pt x="1265" y="2314"/>
                  </a:cubicBezTo>
                  <a:cubicBezTo>
                    <a:pt x="1141" y="1998"/>
                    <a:pt x="1016" y="1682"/>
                    <a:pt x="892" y="1400"/>
                  </a:cubicBezTo>
                  <a:cubicBezTo>
                    <a:pt x="836" y="1265"/>
                    <a:pt x="768" y="1129"/>
                    <a:pt x="689" y="1005"/>
                  </a:cubicBezTo>
                  <a:cubicBezTo>
                    <a:pt x="621" y="881"/>
                    <a:pt x="554" y="768"/>
                    <a:pt x="486" y="666"/>
                  </a:cubicBezTo>
                  <a:cubicBezTo>
                    <a:pt x="339" y="429"/>
                    <a:pt x="170" y="215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"/>
            <p:cNvSpPr/>
            <p:nvPr/>
          </p:nvSpPr>
          <p:spPr>
            <a:xfrm>
              <a:off x="1830875" y="2293400"/>
              <a:ext cx="30225" cy="131500"/>
            </a:xfrm>
            <a:custGeom>
              <a:avLst/>
              <a:gdLst/>
              <a:ahLst/>
              <a:cxnLst/>
              <a:rect l="l" t="t" r="r" b="b"/>
              <a:pathLst>
                <a:path w="1209" h="5260" extrusionOk="0">
                  <a:moveTo>
                    <a:pt x="1" y="1"/>
                  </a:moveTo>
                  <a:cubicBezTo>
                    <a:pt x="1" y="1"/>
                    <a:pt x="23" y="91"/>
                    <a:pt x="57" y="238"/>
                  </a:cubicBezTo>
                  <a:cubicBezTo>
                    <a:pt x="91" y="385"/>
                    <a:pt x="181" y="576"/>
                    <a:pt x="226" y="825"/>
                  </a:cubicBezTo>
                  <a:cubicBezTo>
                    <a:pt x="260" y="949"/>
                    <a:pt x="294" y="1084"/>
                    <a:pt x="339" y="1208"/>
                  </a:cubicBezTo>
                  <a:cubicBezTo>
                    <a:pt x="373" y="1344"/>
                    <a:pt x="396" y="1513"/>
                    <a:pt x="441" y="1648"/>
                  </a:cubicBezTo>
                  <a:cubicBezTo>
                    <a:pt x="520" y="1953"/>
                    <a:pt x="565" y="2280"/>
                    <a:pt x="633" y="2596"/>
                  </a:cubicBezTo>
                  <a:cubicBezTo>
                    <a:pt x="678" y="2923"/>
                    <a:pt x="745" y="3251"/>
                    <a:pt x="779" y="3567"/>
                  </a:cubicBezTo>
                  <a:cubicBezTo>
                    <a:pt x="791" y="3713"/>
                    <a:pt x="824" y="3860"/>
                    <a:pt x="836" y="4007"/>
                  </a:cubicBezTo>
                  <a:cubicBezTo>
                    <a:pt x="847" y="4153"/>
                    <a:pt x="858" y="4289"/>
                    <a:pt x="870" y="4413"/>
                  </a:cubicBezTo>
                  <a:cubicBezTo>
                    <a:pt x="903" y="4661"/>
                    <a:pt x="903" y="4876"/>
                    <a:pt x="926" y="5022"/>
                  </a:cubicBezTo>
                  <a:cubicBezTo>
                    <a:pt x="937" y="5169"/>
                    <a:pt x="949" y="5259"/>
                    <a:pt x="949" y="5259"/>
                  </a:cubicBezTo>
                  <a:cubicBezTo>
                    <a:pt x="949" y="5259"/>
                    <a:pt x="982" y="5169"/>
                    <a:pt x="1016" y="5034"/>
                  </a:cubicBezTo>
                  <a:cubicBezTo>
                    <a:pt x="1084" y="4830"/>
                    <a:pt x="1118" y="4627"/>
                    <a:pt x="1152" y="4413"/>
                  </a:cubicBezTo>
                  <a:cubicBezTo>
                    <a:pt x="1197" y="4120"/>
                    <a:pt x="1208" y="3826"/>
                    <a:pt x="1197" y="3533"/>
                  </a:cubicBezTo>
                  <a:cubicBezTo>
                    <a:pt x="1208" y="3364"/>
                    <a:pt x="1197" y="3194"/>
                    <a:pt x="1174" y="3036"/>
                  </a:cubicBezTo>
                  <a:cubicBezTo>
                    <a:pt x="1152" y="2856"/>
                    <a:pt x="1152" y="2686"/>
                    <a:pt x="1106" y="2517"/>
                  </a:cubicBezTo>
                  <a:cubicBezTo>
                    <a:pt x="1073" y="2348"/>
                    <a:pt x="1028" y="2179"/>
                    <a:pt x="994" y="2009"/>
                  </a:cubicBezTo>
                  <a:cubicBezTo>
                    <a:pt x="960" y="1851"/>
                    <a:pt x="903" y="1682"/>
                    <a:pt x="847" y="1535"/>
                  </a:cubicBezTo>
                  <a:cubicBezTo>
                    <a:pt x="745" y="1242"/>
                    <a:pt x="633" y="971"/>
                    <a:pt x="486" y="712"/>
                  </a:cubicBezTo>
                  <a:cubicBezTo>
                    <a:pt x="384" y="531"/>
                    <a:pt x="271" y="351"/>
                    <a:pt x="147" y="193"/>
                  </a:cubicBezTo>
                  <a:cubicBezTo>
                    <a:pt x="57" y="6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"/>
            <p:cNvSpPr/>
            <p:nvPr/>
          </p:nvSpPr>
          <p:spPr>
            <a:xfrm>
              <a:off x="1831450" y="2221750"/>
              <a:ext cx="26525" cy="83250"/>
            </a:xfrm>
            <a:custGeom>
              <a:avLst/>
              <a:gdLst/>
              <a:ahLst/>
              <a:cxnLst/>
              <a:rect l="l" t="t" r="r" b="b"/>
              <a:pathLst>
                <a:path w="1061" h="3330" extrusionOk="0">
                  <a:moveTo>
                    <a:pt x="0" y="1"/>
                  </a:moveTo>
                  <a:cubicBezTo>
                    <a:pt x="11" y="192"/>
                    <a:pt x="45" y="373"/>
                    <a:pt x="79" y="554"/>
                  </a:cubicBezTo>
                  <a:cubicBezTo>
                    <a:pt x="102" y="644"/>
                    <a:pt x="113" y="734"/>
                    <a:pt x="147" y="813"/>
                  </a:cubicBezTo>
                  <a:cubicBezTo>
                    <a:pt x="181" y="903"/>
                    <a:pt x="181" y="1005"/>
                    <a:pt x="215" y="1095"/>
                  </a:cubicBezTo>
                  <a:cubicBezTo>
                    <a:pt x="248" y="1298"/>
                    <a:pt x="316" y="1501"/>
                    <a:pt x="373" y="1705"/>
                  </a:cubicBezTo>
                  <a:cubicBezTo>
                    <a:pt x="485" y="2088"/>
                    <a:pt x="621" y="2461"/>
                    <a:pt x="779" y="2833"/>
                  </a:cubicBezTo>
                  <a:cubicBezTo>
                    <a:pt x="858" y="3002"/>
                    <a:pt x="948" y="3172"/>
                    <a:pt x="1050" y="3329"/>
                  </a:cubicBezTo>
                  <a:cubicBezTo>
                    <a:pt x="1061" y="3138"/>
                    <a:pt x="1061" y="2946"/>
                    <a:pt x="1050" y="2765"/>
                  </a:cubicBezTo>
                  <a:cubicBezTo>
                    <a:pt x="1016" y="2359"/>
                    <a:pt x="948" y="1953"/>
                    <a:pt x="835" y="1569"/>
                  </a:cubicBezTo>
                  <a:cubicBezTo>
                    <a:pt x="756" y="1355"/>
                    <a:pt x="689" y="1140"/>
                    <a:pt x="598" y="949"/>
                  </a:cubicBezTo>
                  <a:cubicBezTo>
                    <a:pt x="531" y="779"/>
                    <a:pt x="440" y="610"/>
                    <a:pt x="339" y="452"/>
                  </a:cubicBezTo>
                  <a:cubicBezTo>
                    <a:pt x="237" y="294"/>
                    <a:pt x="124" y="136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"/>
            <p:cNvSpPr/>
            <p:nvPr/>
          </p:nvSpPr>
          <p:spPr>
            <a:xfrm>
              <a:off x="1834275" y="2167600"/>
              <a:ext cx="46275" cy="152075"/>
            </a:xfrm>
            <a:custGeom>
              <a:avLst/>
              <a:gdLst/>
              <a:ahLst/>
              <a:cxnLst/>
              <a:rect l="l" t="t" r="r" b="b"/>
              <a:pathLst>
                <a:path w="1851" h="6083" extrusionOk="0">
                  <a:moveTo>
                    <a:pt x="0" y="0"/>
                  </a:moveTo>
                  <a:lnTo>
                    <a:pt x="102" y="260"/>
                  </a:lnTo>
                  <a:cubicBezTo>
                    <a:pt x="169" y="429"/>
                    <a:pt x="305" y="643"/>
                    <a:pt x="395" y="925"/>
                  </a:cubicBezTo>
                  <a:cubicBezTo>
                    <a:pt x="440" y="1072"/>
                    <a:pt x="508" y="1219"/>
                    <a:pt x="564" y="1365"/>
                  </a:cubicBezTo>
                  <a:cubicBezTo>
                    <a:pt x="632" y="1523"/>
                    <a:pt x="677" y="1704"/>
                    <a:pt x="734" y="1873"/>
                  </a:cubicBezTo>
                  <a:cubicBezTo>
                    <a:pt x="869" y="2223"/>
                    <a:pt x="959" y="2607"/>
                    <a:pt x="1072" y="2979"/>
                  </a:cubicBezTo>
                  <a:cubicBezTo>
                    <a:pt x="1174" y="3363"/>
                    <a:pt x="1264" y="3746"/>
                    <a:pt x="1354" y="4108"/>
                  </a:cubicBezTo>
                  <a:cubicBezTo>
                    <a:pt x="1444" y="4469"/>
                    <a:pt x="1501" y="4830"/>
                    <a:pt x="1569" y="5112"/>
                  </a:cubicBezTo>
                  <a:cubicBezTo>
                    <a:pt x="1648" y="5394"/>
                    <a:pt x="1681" y="5642"/>
                    <a:pt x="1727" y="5811"/>
                  </a:cubicBezTo>
                  <a:cubicBezTo>
                    <a:pt x="1760" y="5981"/>
                    <a:pt x="1794" y="6082"/>
                    <a:pt x="1794" y="6082"/>
                  </a:cubicBezTo>
                  <a:cubicBezTo>
                    <a:pt x="1794" y="6082"/>
                    <a:pt x="1806" y="5981"/>
                    <a:pt x="1817" y="5800"/>
                  </a:cubicBezTo>
                  <a:cubicBezTo>
                    <a:pt x="1839" y="5552"/>
                    <a:pt x="1851" y="5315"/>
                    <a:pt x="1851" y="5067"/>
                  </a:cubicBezTo>
                  <a:cubicBezTo>
                    <a:pt x="1851" y="4717"/>
                    <a:pt x="1817" y="4367"/>
                    <a:pt x="1772" y="4029"/>
                  </a:cubicBezTo>
                  <a:cubicBezTo>
                    <a:pt x="1749" y="3825"/>
                    <a:pt x="1715" y="3634"/>
                    <a:pt x="1670" y="3442"/>
                  </a:cubicBezTo>
                  <a:cubicBezTo>
                    <a:pt x="1636" y="3250"/>
                    <a:pt x="1591" y="3047"/>
                    <a:pt x="1546" y="2844"/>
                  </a:cubicBezTo>
                  <a:lnTo>
                    <a:pt x="1354" y="2268"/>
                  </a:lnTo>
                  <a:cubicBezTo>
                    <a:pt x="1298" y="2076"/>
                    <a:pt x="1219" y="1896"/>
                    <a:pt x="1140" y="1715"/>
                  </a:cubicBezTo>
                  <a:cubicBezTo>
                    <a:pt x="1004" y="1388"/>
                    <a:pt x="835" y="1072"/>
                    <a:pt x="632" y="779"/>
                  </a:cubicBezTo>
                  <a:cubicBezTo>
                    <a:pt x="508" y="576"/>
                    <a:pt x="350" y="384"/>
                    <a:pt x="192" y="2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"/>
            <p:cNvSpPr/>
            <p:nvPr/>
          </p:nvSpPr>
          <p:spPr>
            <a:xfrm>
              <a:off x="1802950" y="2071675"/>
              <a:ext cx="60675" cy="102425"/>
            </a:xfrm>
            <a:custGeom>
              <a:avLst/>
              <a:gdLst/>
              <a:ahLst/>
              <a:cxnLst/>
              <a:rect l="l" t="t" r="r" b="b"/>
              <a:pathLst>
                <a:path w="2427" h="4097" extrusionOk="0">
                  <a:moveTo>
                    <a:pt x="1" y="0"/>
                  </a:moveTo>
                  <a:lnTo>
                    <a:pt x="1" y="0"/>
                  </a:lnTo>
                  <a:cubicBezTo>
                    <a:pt x="113" y="226"/>
                    <a:pt x="226" y="452"/>
                    <a:pt x="362" y="666"/>
                  </a:cubicBezTo>
                  <a:cubicBezTo>
                    <a:pt x="587" y="1061"/>
                    <a:pt x="903" y="1558"/>
                    <a:pt x="1219" y="2054"/>
                  </a:cubicBezTo>
                  <a:cubicBezTo>
                    <a:pt x="1377" y="2314"/>
                    <a:pt x="1524" y="2551"/>
                    <a:pt x="1671" y="2799"/>
                  </a:cubicBezTo>
                  <a:cubicBezTo>
                    <a:pt x="1727" y="2912"/>
                    <a:pt x="1817" y="3025"/>
                    <a:pt x="1874" y="3137"/>
                  </a:cubicBezTo>
                  <a:cubicBezTo>
                    <a:pt x="1930" y="3250"/>
                    <a:pt x="1998" y="3352"/>
                    <a:pt x="2054" y="3442"/>
                  </a:cubicBezTo>
                  <a:cubicBezTo>
                    <a:pt x="2167" y="3634"/>
                    <a:pt x="2246" y="3803"/>
                    <a:pt x="2314" y="3916"/>
                  </a:cubicBezTo>
                  <a:cubicBezTo>
                    <a:pt x="2381" y="4029"/>
                    <a:pt x="2427" y="4097"/>
                    <a:pt x="2427" y="4097"/>
                  </a:cubicBezTo>
                  <a:cubicBezTo>
                    <a:pt x="2427" y="4097"/>
                    <a:pt x="2427" y="4029"/>
                    <a:pt x="2404" y="3894"/>
                  </a:cubicBezTo>
                  <a:cubicBezTo>
                    <a:pt x="2393" y="3702"/>
                    <a:pt x="2359" y="3521"/>
                    <a:pt x="2302" y="3341"/>
                  </a:cubicBezTo>
                  <a:cubicBezTo>
                    <a:pt x="2246" y="3092"/>
                    <a:pt x="2156" y="2844"/>
                    <a:pt x="2043" y="2596"/>
                  </a:cubicBezTo>
                  <a:cubicBezTo>
                    <a:pt x="1987" y="2460"/>
                    <a:pt x="1930" y="2325"/>
                    <a:pt x="1851" y="2201"/>
                  </a:cubicBezTo>
                  <a:cubicBezTo>
                    <a:pt x="1783" y="2065"/>
                    <a:pt x="1716" y="1930"/>
                    <a:pt x="1625" y="1806"/>
                  </a:cubicBezTo>
                  <a:cubicBezTo>
                    <a:pt x="1546" y="1682"/>
                    <a:pt x="1456" y="1558"/>
                    <a:pt x="1366" y="1422"/>
                  </a:cubicBezTo>
                  <a:cubicBezTo>
                    <a:pt x="1287" y="1298"/>
                    <a:pt x="1185" y="1185"/>
                    <a:pt x="1106" y="1072"/>
                  </a:cubicBezTo>
                  <a:cubicBezTo>
                    <a:pt x="937" y="869"/>
                    <a:pt x="768" y="678"/>
                    <a:pt x="576" y="497"/>
                  </a:cubicBezTo>
                  <a:cubicBezTo>
                    <a:pt x="395" y="316"/>
                    <a:pt x="204" y="147"/>
                    <a:pt x="1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"/>
            <p:cNvSpPr/>
            <p:nvPr/>
          </p:nvSpPr>
          <p:spPr>
            <a:xfrm>
              <a:off x="1830025" y="2060950"/>
              <a:ext cx="19500" cy="29375"/>
            </a:xfrm>
            <a:custGeom>
              <a:avLst/>
              <a:gdLst/>
              <a:ahLst/>
              <a:cxnLst/>
              <a:rect l="l" t="t" r="r" b="b"/>
              <a:pathLst>
                <a:path w="780" h="1175" extrusionOk="0">
                  <a:moveTo>
                    <a:pt x="12" y="1"/>
                  </a:moveTo>
                  <a:cubicBezTo>
                    <a:pt x="1" y="91"/>
                    <a:pt x="1" y="170"/>
                    <a:pt x="12" y="260"/>
                  </a:cubicBezTo>
                  <a:cubicBezTo>
                    <a:pt x="35" y="418"/>
                    <a:pt x="102" y="576"/>
                    <a:pt x="193" y="723"/>
                  </a:cubicBezTo>
                  <a:cubicBezTo>
                    <a:pt x="283" y="858"/>
                    <a:pt x="396" y="971"/>
                    <a:pt x="531" y="1061"/>
                  </a:cubicBezTo>
                  <a:cubicBezTo>
                    <a:pt x="610" y="1107"/>
                    <a:pt x="689" y="1140"/>
                    <a:pt x="768" y="1174"/>
                  </a:cubicBezTo>
                  <a:cubicBezTo>
                    <a:pt x="779" y="1084"/>
                    <a:pt x="779" y="994"/>
                    <a:pt x="768" y="915"/>
                  </a:cubicBezTo>
                  <a:cubicBezTo>
                    <a:pt x="712" y="576"/>
                    <a:pt x="531" y="283"/>
                    <a:pt x="249" y="114"/>
                  </a:cubicBezTo>
                  <a:cubicBezTo>
                    <a:pt x="170" y="57"/>
                    <a:pt x="91" y="23"/>
                    <a:pt x="12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"/>
            <p:cNvSpPr/>
            <p:nvPr/>
          </p:nvSpPr>
          <p:spPr>
            <a:xfrm>
              <a:off x="1687575" y="2481300"/>
              <a:ext cx="45150" cy="56425"/>
            </a:xfrm>
            <a:custGeom>
              <a:avLst/>
              <a:gdLst/>
              <a:ahLst/>
              <a:cxnLst/>
              <a:rect l="l" t="t" r="r" b="b"/>
              <a:pathLst>
                <a:path w="1806" h="2257" extrusionOk="0">
                  <a:moveTo>
                    <a:pt x="0" y="0"/>
                  </a:moveTo>
                  <a:cubicBezTo>
                    <a:pt x="34" y="147"/>
                    <a:pt x="79" y="305"/>
                    <a:pt x="147" y="440"/>
                  </a:cubicBezTo>
                  <a:cubicBezTo>
                    <a:pt x="282" y="745"/>
                    <a:pt x="452" y="1038"/>
                    <a:pt x="655" y="1309"/>
                  </a:cubicBezTo>
                  <a:cubicBezTo>
                    <a:pt x="880" y="1569"/>
                    <a:pt x="1129" y="1806"/>
                    <a:pt x="1400" y="2009"/>
                  </a:cubicBezTo>
                  <a:cubicBezTo>
                    <a:pt x="1535" y="2110"/>
                    <a:pt x="1670" y="2189"/>
                    <a:pt x="1806" y="2257"/>
                  </a:cubicBezTo>
                  <a:cubicBezTo>
                    <a:pt x="1761" y="2110"/>
                    <a:pt x="1693" y="1964"/>
                    <a:pt x="1614" y="1828"/>
                  </a:cubicBezTo>
                  <a:cubicBezTo>
                    <a:pt x="1456" y="1546"/>
                    <a:pt x="1264" y="1275"/>
                    <a:pt x="1050" y="1027"/>
                  </a:cubicBezTo>
                  <a:cubicBezTo>
                    <a:pt x="847" y="756"/>
                    <a:pt x="621" y="508"/>
                    <a:pt x="373" y="282"/>
                  </a:cubicBezTo>
                  <a:cubicBezTo>
                    <a:pt x="260" y="181"/>
                    <a:pt x="124" y="79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"/>
            <p:cNvSpPr/>
            <p:nvPr/>
          </p:nvSpPr>
          <p:spPr>
            <a:xfrm>
              <a:off x="1665275" y="2520500"/>
              <a:ext cx="41775" cy="41500"/>
            </a:xfrm>
            <a:custGeom>
              <a:avLst/>
              <a:gdLst/>
              <a:ahLst/>
              <a:cxnLst/>
              <a:rect l="l" t="t" r="r" b="b"/>
              <a:pathLst>
                <a:path w="1671" h="1660" extrusionOk="0">
                  <a:moveTo>
                    <a:pt x="1" y="1"/>
                  </a:moveTo>
                  <a:cubicBezTo>
                    <a:pt x="35" y="125"/>
                    <a:pt x="91" y="238"/>
                    <a:pt x="159" y="350"/>
                  </a:cubicBezTo>
                  <a:cubicBezTo>
                    <a:pt x="441" y="824"/>
                    <a:pt x="836" y="1219"/>
                    <a:pt x="1310" y="1490"/>
                  </a:cubicBezTo>
                  <a:cubicBezTo>
                    <a:pt x="1423" y="1558"/>
                    <a:pt x="1547" y="1614"/>
                    <a:pt x="1671" y="1659"/>
                  </a:cubicBezTo>
                  <a:cubicBezTo>
                    <a:pt x="1637" y="1535"/>
                    <a:pt x="1581" y="1422"/>
                    <a:pt x="1513" y="1310"/>
                  </a:cubicBezTo>
                  <a:cubicBezTo>
                    <a:pt x="1366" y="1073"/>
                    <a:pt x="1197" y="858"/>
                    <a:pt x="1005" y="666"/>
                  </a:cubicBezTo>
                  <a:cubicBezTo>
                    <a:pt x="813" y="463"/>
                    <a:pt x="599" y="305"/>
                    <a:pt x="362" y="159"/>
                  </a:cubicBezTo>
                  <a:cubicBezTo>
                    <a:pt x="249" y="91"/>
                    <a:pt x="125" y="34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"/>
            <p:cNvSpPr/>
            <p:nvPr/>
          </p:nvSpPr>
          <p:spPr>
            <a:xfrm>
              <a:off x="1635100" y="2585375"/>
              <a:ext cx="50525" cy="28075"/>
            </a:xfrm>
            <a:custGeom>
              <a:avLst/>
              <a:gdLst/>
              <a:ahLst/>
              <a:cxnLst/>
              <a:rect l="l" t="t" r="r" b="b"/>
              <a:pathLst>
                <a:path w="2021" h="1123" extrusionOk="0">
                  <a:moveTo>
                    <a:pt x="0" y="1"/>
                  </a:moveTo>
                  <a:lnTo>
                    <a:pt x="0" y="1"/>
                  </a:lnTo>
                  <a:cubicBezTo>
                    <a:pt x="57" y="114"/>
                    <a:pt x="125" y="227"/>
                    <a:pt x="204" y="328"/>
                  </a:cubicBezTo>
                  <a:cubicBezTo>
                    <a:pt x="384" y="543"/>
                    <a:pt x="598" y="723"/>
                    <a:pt x="835" y="870"/>
                  </a:cubicBezTo>
                  <a:cubicBezTo>
                    <a:pt x="971" y="938"/>
                    <a:pt x="1106" y="994"/>
                    <a:pt x="1242" y="1039"/>
                  </a:cubicBezTo>
                  <a:cubicBezTo>
                    <a:pt x="1366" y="1084"/>
                    <a:pt x="1501" y="1107"/>
                    <a:pt x="1625" y="1118"/>
                  </a:cubicBezTo>
                  <a:cubicBezTo>
                    <a:pt x="1665" y="1121"/>
                    <a:pt x="1704" y="1123"/>
                    <a:pt x="1742" y="1123"/>
                  </a:cubicBezTo>
                  <a:cubicBezTo>
                    <a:pt x="1834" y="1123"/>
                    <a:pt x="1925" y="1115"/>
                    <a:pt x="2020" y="1107"/>
                  </a:cubicBezTo>
                  <a:cubicBezTo>
                    <a:pt x="1930" y="1005"/>
                    <a:pt x="1828" y="926"/>
                    <a:pt x="1727" y="859"/>
                  </a:cubicBezTo>
                  <a:cubicBezTo>
                    <a:pt x="1682" y="825"/>
                    <a:pt x="1625" y="791"/>
                    <a:pt x="1580" y="757"/>
                  </a:cubicBezTo>
                  <a:cubicBezTo>
                    <a:pt x="1524" y="734"/>
                    <a:pt x="1479" y="689"/>
                    <a:pt x="1422" y="655"/>
                  </a:cubicBezTo>
                  <a:cubicBezTo>
                    <a:pt x="1309" y="576"/>
                    <a:pt x="1197" y="509"/>
                    <a:pt x="1072" y="452"/>
                  </a:cubicBezTo>
                  <a:cubicBezTo>
                    <a:pt x="960" y="373"/>
                    <a:pt x="835" y="317"/>
                    <a:pt x="711" y="260"/>
                  </a:cubicBezTo>
                  <a:cubicBezTo>
                    <a:pt x="598" y="215"/>
                    <a:pt x="486" y="148"/>
                    <a:pt x="373" y="114"/>
                  </a:cubicBezTo>
                  <a:cubicBezTo>
                    <a:pt x="260" y="57"/>
                    <a:pt x="136" y="24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"/>
            <p:cNvSpPr/>
            <p:nvPr/>
          </p:nvSpPr>
          <p:spPr>
            <a:xfrm>
              <a:off x="1628900" y="2608800"/>
              <a:ext cx="52500" cy="21050"/>
            </a:xfrm>
            <a:custGeom>
              <a:avLst/>
              <a:gdLst/>
              <a:ahLst/>
              <a:cxnLst/>
              <a:rect l="l" t="t" r="r" b="b"/>
              <a:pathLst>
                <a:path w="2100" h="842" extrusionOk="0">
                  <a:moveTo>
                    <a:pt x="0" y="1"/>
                  </a:moveTo>
                  <a:cubicBezTo>
                    <a:pt x="68" y="102"/>
                    <a:pt x="147" y="204"/>
                    <a:pt x="237" y="283"/>
                  </a:cubicBezTo>
                  <a:cubicBezTo>
                    <a:pt x="327" y="373"/>
                    <a:pt x="429" y="452"/>
                    <a:pt x="531" y="520"/>
                  </a:cubicBezTo>
                  <a:cubicBezTo>
                    <a:pt x="655" y="587"/>
                    <a:pt x="790" y="666"/>
                    <a:pt x="914" y="723"/>
                  </a:cubicBezTo>
                  <a:cubicBezTo>
                    <a:pt x="1129" y="797"/>
                    <a:pt x="1360" y="841"/>
                    <a:pt x="1586" y="841"/>
                  </a:cubicBezTo>
                  <a:cubicBezTo>
                    <a:pt x="1633" y="841"/>
                    <a:pt x="1680" y="839"/>
                    <a:pt x="1727" y="836"/>
                  </a:cubicBezTo>
                  <a:cubicBezTo>
                    <a:pt x="1851" y="824"/>
                    <a:pt x="1975" y="802"/>
                    <a:pt x="2099" y="757"/>
                  </a:cubicBezTo>
                  <a:cubicBezTo>
                    <a:pt x="1997" y="689"/>
                    <a:pt x="1885" y="621"/>
                    <a:pt x="1772" y="565"/>
                  </a:cubicBezTo>
                  <a:cubicBezTo>
                    <a:pt x="1681" y="520"/>
                    <a:pt x="1569" y="474"/>
                    <a:pt x="1456" y="418"/>
                  </a:cubicBezTo>
                  <a:cubicBezTo>
                    <a:pt x="1343" y="362"/>
                    <a:pt x="1219" y="316"/>
                    <a:pt x="1095" y="283"/>
                  </a:cubicBezTo>
                  <a:cubicBezTo>
                    <a:pt x="971" y="226"/>
                    <a:pt x="846" y="181"/>
                    <a:pt x="722" y="147"/>
                  </a:cubicBezTo>
                  <a:cubicBezTo>
                    <a:pt x="598" y="113"/>
                    <a:pt x="485" y="80"/>
                    <a:pt x="373" y="46"/>
                  </a:cubicBezTo>
                  <a:cubicBezTo>
                    <a:pt x="248" y="12"/>
                    <a:pt x="124" y="1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"/>
            <p:cNvSpPr/>
            <p:nvPr/>
          </p:nvSpPr>
          <p:spPr>
            <a:xfrm>
              <a:off x="1579800" y="2601475"/>
              <a:ext cx="34450" cy="14625"/>
            </a:xfrm>
            <a:custGeom>
              <a:avLst/>
              <a:gdLst/>
              <a:ahLst/>
              <a:cxnLst/>
              <a:rect l="l" t="t" r="r" b="b"/>
              <a:pathLst>
                <a:path w="1378" h="585" extrusionOk="0">
                  <a:moveTo>
                    <a:pt x="260" y="0"/>
                  </a:moveTo>
                  <a:cubicBezTo>
                    <a:pt x="170" y="11"/>
                    <a:pt x="80" y="23"/>
                    <a:pt x="1" y="57"/>
                  </a:cubicBezTo>
                  <a:cubicBezTo>
                    <a:pt x="46" y="124"/>
                    <a:pt x="102" y="203"/>
                    <a:pt x="170" y="260"/>
                  </a:cubicBezTo>
                  <a:cubicBezTo>
                    <a:pt x="294" y="373"/>
                    <a:pt x="441" y="474"/>
                    <a:pt x="599" y="530"/>
                  </a:cubicBezTo>
                  <a:cubicBezTo>
                    <a:pt x="723" y="564"/>
                    <a:pt x="853" y="584"/>
                    <a:pt x="980" y="584"/>
                  </a:cubicBezTo>
                  <a:cubicBezTo>
                    <a:pt x="1026" y="584"/>
                    <a:pt x="1072" y="582"/>
                    <a:pt x="1118" y="576"/>
                  </a:cubicBezTo>
                  <a:cubicBezTo>
                    <a:pt x="1208" y="576"/>
                    <a:pt x="1298" y="553"/>
                    <a:pt x="1377" y="508"/>
                  </a:cubicBezTo>
                  <a:cubicBezTo>
                    <a:pt x="1332" y="440"/>
                    <a:pt x="1276" y="373"/>
                    <a:pt x="1208" y="316"/>
                  </a:cubicBezTo>
                  <a:cubicBezTo>
                    <a:pt x="1084" y="215"/>
                    <a:pt x="926" y="124"/>
                    <a:pt x="768" y="79"/>
                  </a:cubicBezTo>
                  <a:cubicBezTo>
                    <a:pt x="610" y="23"/>
                    <a:pt x="429" y="0"/>
                    <a:pt x="26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"/>
            <p:cNvSpPr/>
            <p:nvPr/>
          </p:nvSpPr>
          <p:spPr>
            <a:xfrm>
              <a:off x="1538325" y="2612750"/>
              <a:ext cx="77625" cy="34275"/>
            </a:xfrm>
            <a:custGeom>
              <a:avLst/>
              <a:gdLst/>
              <a:ahLst/>
              <a:cxnLst/>
              <a:rect l="l" t="t" r="r" b="b"/>
              <a:pathLst>
                <a:path w="3105" h="1371" extrusionOk="0">
                  <a:moveTo>
                    <a:pt x="1" y="1"/>
                  </a:moveTo>
                  <a:lnTo>
                    <a:pt x="1" y="1"/>
                  </a:lnTo>
                  <a:cubicBezTo>
                    <a:pt x="114" y="147"/>
                    <a:pt x="238" y="283"/>
                    <a:pt x="373" y="407"/>
                  </a:cubicBezTo>
                  <a:cubicBezTo>
                    <a:pt x="509" y="531"/>
                    <a:pt x="655" y="644"/>
                    <a:pt x="813" y="757"/>
                  </a:cubicBezTo>
                  <a:cubicBezTo>
                    <a:pt x="994" y="869"/>
                    <a:pt x="1186" y="982"/>
                    <a:pt x="1378" y="1072"/>
                  </a:cubicBezTo>
                  <a:cubicBezTo>
                    <a:pt x="1581" y="1163"/>
                    <a:pt x="1784" y="1230"/>
                    <a:pt x="1987" y="1287"/>
                  </a:cubicBezTo>
                  <a:cubicBezTo>
                    <a:pt x="2167" y="1332"/>
                    <a:pt x="2359" y="1366"/>
                    <a:pt x="2551" y="1366"/>
                  </a:cubicBezTo>
                  <a:cubicBezTo>
                    <a:pt x="2587" y="1369"/>
                    <a:pt x="2624" y="1370"/>
                    <a:pt x="2660" y="1370"/>
                  </a:cubicBezTo>
                  <a:cubicBezTo>
                    <a:pt x="2759" y="1370"/>
                    <a:pt x="2858" y="1360"/>
                    <a:pt x="2957" y="1343"/>
                  </a:cubicBezTo>
                  <a:cubicBezTo>
                    <a:pt x="3059" y="1332"/>
                    <a:pt x="3104" y="1321"/>
                    <a:pt x="3104" y="1321"/>
                  </a:cubicBezTo>
                  <a:lnTo>
                    <a:pt x="2969" y="1253"/>
                  </a:lnTo>
                  <a:cubicBezTo>
                    <a:pt x="2878" y="1208"/>
                    <a:pt x="2754" y="1163"/>
                    <a:pt x="2619" y="1095"/>
                  </a:cubicBezTo>
                  <a:cubicBezTo>
                    <a:pt x="2472" y="1039"/>
                    <a:pt x="2303" y="960"/>
                    <a:pt x="2134" y="881"/>
                  </a:cubicBezTo>
                  <a:cubicBezTo>
                    <a:pt x="1953" y="813"/>
                    <a:pt x="1773" y="711"/>
                    <a:pt x="1581" y="632"/>
                  </a:cubicBezTo>
                  <a:cubicBezTo>
                    <a:pt x="1208" y="463"/>
                    <a:pt x="825" y="294"/>
                    <a:pt x="531" y="181"/>
                  </a:cubicBezTo>
                  <a:cubicBezTo>
                    <a:pt x="351" y="102"/>
                    <a:pt x="181" y="46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"/>
            <p:cNvSpPr/>
            <p:nvPr/>
          </p:nvSpPr>
          <p:spPr>
            <a:xfrm>
              <a:off x="1427475" y="2621775"/>
              <a:ext cx="58125" cy="35575"/>
            </a:xfrm>
            <a:custGeom>
              <a:avLst/>
              <a:gdLst/>
              <a:ahLst/>
              <a:cxnLst/>
              <a:rect l="l" t="t" r="r" b="b"/>
              <a:pathLst>
                <a:path w="2325" h="1423" extrusionOk="0">
                  <a:moveTo>
                    <a:pt x="0" y="1"/>
                  </a:moveTo>
                  <a:cubicBezTo>
                    <a:pt x="68" y="125"/>
                    <a:pt x="158" y="249"/>
                    <a:pt x="260" y="362"/>
                  </a:cubicBezTo>
                  <a:cubicBezTo>
                    <a:pt x="474" y="587"/>
                    <a:pt x="711" y="802"/>
                    <a:pt x="971" y="982"/>
                  </a:cubicBezTo>
                  <a:cubicBezTo>
                    <a:pt x="1264" y="1129"/>
                    <a:pt x="1569" y="1253"/>
                    <a:pt x="1885" y="1343"/>
                  </a:cubicBezTo>
                  <a:cubicBezTo>
                    <a:pt x="2020" y="1389"/>
                    <a:pt x="2167" y="1411"/>
                    <a:pt x="2325" y="1422"/>
                  </a:cubicBezTo>
                  <a:cubicBezTo>
                    <a:pt x="2223" y="1310"/>
                    <a:pt x="2122" y="1197"/>
                    <a:pt x="2009" y="1106"/>
                  </a:cubicBezTo>
                  <a:cubicBezTo>
                    <a:pt x="1772" y="903"/>
                    <a:pt x="1524" y="723"/>
                    <a:pt x="1253" y="587"/>
                  </a:cubicBezTo>
                  <a:cubicBezTo>
                    <a:pt x="993" y="407"/>
                    <a:pt x="711" y="249"/>
                    <a:pt x="418" y="136"/>
                  </a:cubicBezTo>
                  <a:cubicBezTo>
                    <a:pt x="282" y="68"/>
                    <a:pt x="136" y="34"/>
                    <a:pt x="0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"/>
            <p:cNvSpPr/>
            <p:nvPr/>
          </p:nvSpPr>
          <p:spPr>
            <a:xfrm>
              <a:off x="1390800" y="2626575"/>
              <a:ext cx="75625" cy="41500"/>
            </a:xfrm>
            <a:custGeom>
              <a:avLst/>
              <a:gdLst/>
              <a:ahLst/>
              <a:cxnLst/>
              <a:rect l="l" t="t" r="r" b="b"/>
              <a:pathLst>
                <a:path w="3025" h="1660" extrusionOk="0">
                  <a:moveTo>
                    <a:pt x="0" y="0"/>
                  </a:moveTo>
                  <a:lnTo>
                    <a:pt x="0" y="0"/>
                  </a:lnTo>
                  <a:cubicBezTo>
                    <a:pt x="124" y="147"/>
                    <a:pt x="249" y="283"/>
                    <a:pt x="395" y="407"/>
                  </a:cubicBezTo>
                  <a:cubicBezTo>
                    <a:pt x="700" y="655"/>
                    <a:pt x="1016" y="892"/>
                    <a:pt x="1354" y="1095"/>
                  </a:cubicBezTo>
                  <a:cubicBezTo>
                    <a:pt x="1557" y="1197"/>
                    <a:pt x="1749" y="1298"/>
                    <a:pt x="1930" y="1377"/>
                  </a:cubicBezTo>
                  <a:cubicBezTo>
                    <a:pt x="2110" y="1467"/>
                    <a:pt x="2291" y="1524"/>
                    <a:pt x="2472" y="1569"/>
                  </a:cubicBezTo>
                  <a:cubicBezTo>
                    <a:pt x="2652" y="1614"/>
                    <a:pt x="2833" y="1637"/>
                    <a:pt x="3024" y="1659"/>
                  </a:cubicBezTo>
                  <a:cubicBezTo>
                    <a:pt x="2889" y="1535"/>
                    <a:pt x="2742" y="1411"/>
                    <a:pt x="2584" y="1309"/>
                  </a:cubicBezTo>
                  <a:cubicBezTo>
                    <a:pt x="2449" y="1219"/>
                    <a:pt x="2302" y="1129"/>
                    <a:pt x="2133" y="1005"/>
                  </a:cubicBezTo>
                  <a:cubicBezTo>
                    <a:pt x="1975" y="892"/>
                    <a:pt x="1783" y="790"/>
                    <a:pt x="1603" y="677"/>
                  </a:cubicBezTo>
                  <a:cubicBezTo>
                    <a:pt x="1264" y="474"/>
                    <a:pt x="903" y="294"/>
                    <a:pt x="531" y="158"/>
                  </a:cubicBezTo>
                  <a:cubicBezTo>
                    <a:pt x="361" y="91"/>
                    <a:pt x="181" y="34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"/>
            <p:cNvSpPr/>
            <p:nvPr/>
          </p:nvSpPr>
          <p:spPr>
            <a:xfrm>
              <a:off x="1502225" y="2642825"/>
              <a:ext cx="39800" cy="17625"/>
            </a:xfrm>
            <a:custGeom>
              <a:avLst/>
              <a:gdLst/>
              <a:ahLst/>
              <a:cxnLst/>
              <a:rect l="l" t="t" r="r" b="b"/>
              <a:pathLst>
                <a:path w="1592" h="705" extrusionOk="0">
                  <a:moveTo>
                    <a:pt x="213" y="0"/>
                  </a:moveTo>
                  <a:cubicBezTo>
                    <a:pt x="139" y="0"/>
                    <a:pt x="67" y="11"/>
                    <a:pt x="1" y="27"/>
                  </a:cubicBezTo>
                  <a:cubicBezTo>
                    <a:pt x="57" y="118"/>
                    <a:pt x="125" y="185"/>
                    <a:pt x="204" y="264"/>
                  </a:cubicBezTo>
                  <a:cubicBezTo>
                    <a:pt x="350" y="389"/>
                    <a:pt x="520" y="501"/>
                    <a:pt x="711" y="580"/>
                  </a:cubicBezTo>
                  <a:cubicBezTo>
                    <a:pt x="892" y="648"/>
                    <a:pt x="1095" y="693"/>
                    <a:pt x="1287" y="705"/>
                  </a:cubicBezTo>
                  <a:cubicBezTo>
                    <a:pt x="1388" y="705"/>
                    <a:pt x="1490" y="705"/>
                    <a:pt x="1592" y="682"/>
                  </a:cubicBezTo>
                  <a:cubicBezTo>
                    <a:pt x="1535" y="592"/>
                    <a:pt x="1456" y="513"/>
                    <a:pt x="1388" y="445"/>
                  </a:cubicBezTo>
                  <a:cubicBezTo>
                    <a:pt x="1231" y="310"/>
                    <a:pt x="1061" y="208"/>
                    <a:pt x="869" y="129"/>
                  </a:cubicBezTo>
                  <a:cubicBezTo>
                    <a:pt x="689" y="50"/>
                    <a:pt x="497" y="5"/>
                    <a:pt x="294" y="5"/>
                  </a:cubicBezTo>
                  <a:cubicBezTo>
                    <a:pt x="267" y="2"/>
                    <a:pt x="240" y="0"/>
                    <a:pt x="213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"/>
            <p:cNvSpPr/>
            <p:nvPr/>
          </p:nvSpPr>
          <p:spPr>
            <a:xfrm>
              <a:off x="1344800" y="2633900"/>
              <a:ext cx="62950" cy="38400"/>
            </a:xfrm>
            <a:custGeom>
              <a:avLst/>
              <a:gdLst/>
              <a:ahLst/>
              <a:cxnLst/>
              <a:rect l="l" t="t" r="r" b="b"/>
              <a:pathLst>
                <a:path w="2518" h="1536" extrusionOk="0">
                  <a:moveTo>
                    <a:pt x="1" y="1"/>
                  </a:moveTo>
                  <a:lnTo>
                    <a:pt x="1" y="1"/>
                  </a:lnTo>
                  <a:cubicBezTo>
                    <a:pt x="91" y="125"/>
                    <a:pt x="193" y="249"/>
                    <a:pt x="317" y="362"/>
                  </a:cubicBezTo>
                  <a:cubicBezTo>
                    <a:pt x="554" y="599"/>
                    <a:pt x="825" y="813"/>
                    <a:pt x="1107" y="1005"/>
                  </a:cubicBezTo>
                  <a:cubicBezTo>
                    <a:pt x="1400" y="1197"/>
                    <a:pt x="1716" y="1344"/>
                    <a:pt x="2043" y="1445"/>
                  </a:cubicBezTo>
                  <a:cubicBezTo>
                    <a:pt x="2201" y="1490"/>
                    <a:pt x="2359" y="1524"/>
                    <a:pt x="2517" y="1535"/>
                  </a:cubicBezTo>
                  <a:cubicBezTo>
                    <a:pt x="2416" y="1411"/>
                    <a:pt x="2303" y="1298"/>
                    <a:pt x="2179" y="1197"/>
                  </a:cubicBezTo>
                  <a:cubicBezTo>
                    <a:pt x="2066" y="1107"/>
                    <a:pt x="1942" y="1016"/>
                    <a:pt x="1806" y="904"/>
                  </a:cubicBezTo>
                  <a:cubicBezTo>
                    <a:pt x="1671" y="802"/>
                    <a:pt x="1513" y="700"/>
                    <a:pt x="1366" y="599"/>
                  </a:cubicBezTo>
                  <a:cubicBezTo>
                    <a:pt x="1084" y="407"/>
                    <a:pt x="780" y="249"/>
                    <a:pt x="464" y="125"/>
                  </a:cubicBezTo>
                  <a:cubicBezTo>
                    <a:pt x="306" y="69"/>
                    <a:pt x="159" y="23"/>
                    <a:pt x="1" y="1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"/>
            <p:cNvSpPr/>
            <p:nvPr/>
          </p:nvSpPr>
          <p:spPr>
            <a:xfrm>
              <a:off x="1276825" y="2616425"/>
              <a:ext cx="141350" cy="82950"/>
            </a:xfrm>
            <a:custGeom>
              <a:avLst/>
              <a:gdLst/>
              <a:ahLst/>
              <a:cxnLst/>
              <a:rect l="l" t="t" r="r" b="b"/>
              <a:pathLst>
                <a:path w="5654" h="3318" extrusionOk="0">
                  <a:moveTo>
                    <a:pt x="0" y="0"/>
                  </a:moveTo>
                  <a:cubicBezTo>
                    <a:pt x="0" y="0"/>
                    <a:pt x="271" y="327"/>
                    <a:pt x="711" y="756"/>
                  </a:cubicBezTo>
                  <a:cubicBezTo>
                    <a:pt x="824" y="869"/>
                    <a:pt x="937" y="993"/>
                    <a:pt x="1072" y="1106"/>
                  </a:cubicBezTo>
                  <a:cubicBezTo>
                    <a:pt x="1219" y="1230"/>
                    <a:pt x="1366" y="1343"/>
                    <a:pt x="1524" y="1456"/>
                  </a:cubicBezTo>
                  <a:cubicBezTo>
                    <a:pt x="1840" y="1682"/>
                    <a:pt x="2190" y="1919"/>
                    <a:pt x="2539" y="2155"/>
                  </a:cubicBezTo>
                  <a:cubicBezTo>
                    <a:pt x="2923" y="2336"/>
                    <a:pt x="3295" y="2528"/>
                    <a:pt x="3645" y="2686"/>
                  </a:cubicBezTo>
                  <a:cubicBezTo>
                    <a:pt x="3815" y="2776"/>
                    <a:pt x="3995" y="2844"/>
                    <a:pt x="4164" y="2912"/>
                  </a:cubicBezTo>
                  <a:cubicBezTo>
                    <a:pt x="4334" y="2968"/>
                    <a:pt x="4503" y="3013"/>
                    <a:pt x="4650" y="3058"/>
                  </a:cubicBezTo>
                  <a:cubicBezTo>
                    <a:pt x="5248" y="3239"/>
                    <a:pt x="5654" y="3318"/>
                    <a:pt x="5654" y="3318"/>
                  </a:cubicBezTo>
                  <a:cubicBezTo>
                    <a:pt x="5654" y="3318"/>
                    <a:pt x="5304" y="3092"/>
                    <a:pt x="4762" y="2810"/>
                  </a:cubicBezTo>
                  <a:cubicBezTo>
                    <a:pt x="4627" y="2731"/>
                    <a:pt x="4469" y="2663"/>
                    <a:pt x="4311" y="2584"/>
                  </a:cubicBezTo>
                  <a:cubicBezTo>
                    <a:pt x="4153" y="2505"/>
                    <a:pt x="4006" y="2392"/>
                    <a:pt x="3837" y="2302"/>
                  </a:cubicBezTo>
                  <a:cubicBezTo>
                    <a:pt x="3510" y="2110"/>
                    <a:pt x="3149" y="1930"/>
                    <a:pt x="2788" y="1738"/>
                  </a:cubicBezTo>
                  <a:cubicBezTo>
                    <a:pt x="2449" y="1524"/>
                    <a:pt x="2111" y="1298"/>
                    <a:pt x="1772" y="1117"/>
                  </a:cubicBezTo>
                  <a:cubicBezTo>
                    <a:pt x="1614" y="1004"/>
                    <a:pt x="1445" y="937"/>
                    <a:pt x="1298" y="835"/>
                  </a:cubicBezTo>
                  <a:cubicBezTo>
                    <a:pt x="1163" y="734"/>
                    <a:pt x="1016" y="643"/>
                    <a:pt x="892" y="553"/>
                  </a:cubicBezTo>
                  <a:cubicBezTo>
                    <a:pt x="373" y="203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A4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"/>
            <p:cNvSpPr/>
            <p:nvPr/>
          </p:nvSpPr>
          <p:spPr>
            <a:xfrm>
              <a:off x="1916650" y="3244950"/>
              <a:ext cx="577475" cy="434775"/>
            </a:xfrm>
            <a:custGeom>
              <a:avLst/>
              <a:gdLst/>
              <a:ahLst/>
              <a:cxnLst/>
              <a:rect l="l" t="t" r="r" b="b"/>
              <a:pathLst>
                <a:path w="23099" h="17391" extrusionOk="0">
                  <a:moveTo>
                    <a:pt x="1625" y="0"/>
                  </a:moveTo>
                  <a:lnTo>
                    <a:pt x="1625" y="0"/>
                  </a:lnTo>
                  <a:cubicBezTo>
                    <a:pt x="1546" y="79"/>
                    <a:pt x="1467" y="158"/>
                    <a:pt x="1388" y="237"/>
                  </a:cubicBezTo>
                  <a:cubicBezTo>
                    <a:pt x="79" y="1648"/>
                    <a:pt x="0" y="5981"/>
                    <a:pt x="576" y="8463"/>
                  </a:cubicBezTo>
                  <a:cubicBezTo>
                    <a:pt x="1467" y="12481"/>
                    <a:pt x="5766" y="16520"/>
                    <a:pt x="10099" y="17242"/>
                  </a:cubicBezTo>
                  <a:cubicBezTo>
                    <a:pt x="10690" y="17341"/>
                    <a:pt x="11295" y="17391"/>
                    <a:pt x="11905" y="17391"/>
                  </a:cubicBezTo>
                  <a:cubicBezTo>
                    <a:pt x="16163" y="17391"/>
                    <a:pt x="20710" y="14994"/>
                    <a:pt x="23099" y="10404"/>
                  </a:cubicBezTo>
                  <a:lnTo>
                    <a:pt x="23099" y="10404"/>
                  </a:lnTo>
                  <a:cubicBezTo>
                    <a:pt x="22930" y="10619"/>
                    <a:pt x="22704" y="10799"/>
                    <a:pt x="22467" y="10935"/>
                  </a:cubicBezTo>
                  <a:cubicBezTo>
                    <a:pt x="20985" y="11789"/>
                    <a:pt x="19359" y="12079"/>
                    <a:pt x="17695" y="12079"/>
                  </a:cubicBezTo>
                  <a:cubicBezTo>
                    <a:pt x="15974" y="12079"/>
                    <a:pt x="14212" y="11769"/>
                    <a:pt x="12526" y="11454"/>
                  </a:cubicBezTo>
                  <a:cubicBezTo>
                    <a:pt x="10303" y="11093"/>
                    <a:pt x="7820" y="9727"/>
                    <a:pt x="5924" y="8509"/>
                  </a:cubicBezTo>
                  <a:cubicBezTo>
                    <a:pt x="4739" y="7775"/>
                    <a:pt x="3306" y="6861"/>
                    <a:pt x="2358" y="5812"/>
                  </a:cubicBezTo>
                  <a:cubicBezTo>
                    <a:pt x="1049" y="4469"/>
                    <a:pt x="248" y="1749"/>
                    <a:pt x="1625" y="0"/>
                  </a:cubicBezTo>
                  <a:close/>
                </a:path>
              </a:pathLst>
            </a:custGeom>
            <a:solidFill>
              <a:srgbClr val="B436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"/>
            <p:cNvSpPr/>
            <p:nvPr/>
          </p:nvSpPr>
          <p:spPr>
            <a:xfrm>
              <a:off x="1922850" y="3178550"/>
              <a:ext cx="593275" cy="368350"/>
            </a:xfrm>
            <a:custGeom>
              <a:avLst/>
              <a:gdLst/>
              <a:ahLst/>
              <a:cxnLst/>
              <a:rect l="l" t="t" r="r" b="b"/>
              <a:pathLst>
                <a:path w="23731" h="14734" extrusionOk="0">
                  <a:moveTo>
                    <a:pt x="8910" y="0"/>
                  </a:moveTo>
                  <a:cubicBezTo>
                    <a:pt x="6097" y="0"/>
                    <a:pt x="3414" y="610"/>
                    <a:pt x="1377" y="2656"/>
                  </a:cubicBezTo>
                  <a:cubicBezTo>
                    <a:pt x="0" y="4405"/>
                    <a:pt x="813" y="7125"/>
                    <a:pt x="2110" y="8468"/>
                  </a:cubicBezTo>
                  <a:cubicBezTo>
                    <a:pt x="3070" y="9517"/>
                    <a:pt x="4503" y="10420"/>
                    <a:pt x="5676" y="11165"/>
                  </a:cubicBezTo>
                  <a:cubicBezTo>
                    <a:pt x="7572" y="12383"/>
                    <a:pt x="10066" y="13749"/>
                    <a:pt x="12289" y="14110"/>
                  </a:cubicBezTo>
                  <a:cubicBezTo>
                    <a:pt x="13965" y="14424"/>
                    <a:pt x="15720" y="14733"/>
                    <a:pt x="17436" y="14733"/>
                  </a:cubicBezTo>
                  <a:cubicBezTo>
                    <a:pt x="19103" y="14733"/>
                    <a:pt x="20734" y="14441"/>
                    <a:pt x="22219" y="13579"/>
                  </a:cubicBezTo>
                  <a:cubicBezTo>
                    <a:pt x="22467" y="13444"/>
                    <a:pt x="22682" y="13275"/>
                    <a:pt x="22862" y="13060"/>
                  </a:cubicBezTo>
                  <a:cubicBezTo>
                    <a:pt x="23020" y="12756"/>
                    <a:pt x="23167" y="12451"/>
                    <a:pt x="23302" y="12135"/>
                  </a:cubicBezTo>
                  <a:cubicBezTo>
                    <a:pt x="23731" y="11142"/>
                    <a:pt x="22964" y="8095"/>
                    <a:pt x="22061" y="6651"/>
                  </a:cubicBezTo>
                  <a:cubicBezTo>
                    <a:pt x="20267" y="3762"/>
                    <a:pt x="16712" y="1460"/>
                    <a:pt x="13496" y="591"/>
                  </a:cubicBezTo>
                  <a:cubicBezTo>
                    <a:pt x="12661" y="343"/>
                    <a:pt x="11815" y="185"/>
                    <a:pt x="10957" y="95"/>
                  </a:cubicBezTo>
                  <a:cubicBezTo>
                    <a:pt x="10272" y="36"/>
                    <a:pt x="9587" y="0"/>
                    <a:pt x="8910" y="0"/>
                  </a:cubicBezTo>
                  <a:close/>
                </a:path>
              </a:pathLst>
            </a:custGeom>
            <a:solidFill>
              <a:srgbClr val="D869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"/>
            <p:cNvSpPr/>
            <p:nvPr/>
          </p:nvSpPr>
          <p:spPr>
            <a:xfrm>
              <a:off x="1933000" y="3175500"/>
              <a:ext cx="576075" cy="373750"/>
            </a:xfrm>
            <a:custGeom>
              <a:avLst/>
              <a:gdLst/>
              <a:ahLst/>
              <a:cxnLst/>
              <a:rect l="l" t="t" r="r" b="b"/>
              <a:pathLst>
                <a:path w="23043" h="14950" extrusionOk="0">
                  <a:moveTo>
                    <a:pt x="8281" y="1"/>
                  </a:moveTo>
                  <a:cubicBezTo>
                    <a:pt x="8071" y="1"/>
                    <a:pt x="7861" y="4"/>
                    <a:pt x="7651" y="14"/>
                  </a:cubicBezTo>
                  <a:cubicBezTo>
                    <a:pt x="7155" y="25"/>
                    <a:pt x="6669" y="70"/>
                    <a:pt x="6173" y="138"/>
                  </a:cubicBezTo>
                  <a:cubicBezTo>
                    <a:pt x="5676" y="206"/>
                    <a:pt x="5191" y="307"/>
                    <a:pt x="4706" y="431"/>
                  </a:cubicBezTo>
                  <a:cubicBezTo>
                    <a:pt x="4232" y="567"/>
                    <a:pt x="3758" y="736"/>
                    <a:pt x="3296" y="939"/>
                  </a:cubicBezTo>
                  <a:cubicBezTo>
                    <a:pt x="3070" y="1041"/>
                    <a:pt x="2844" y="1153"/>
                    <a:pt x="2630" y="1277"/>
                  </a:cubicBezTo>
                  <a:cubicBezTo>
                    <a:pt x="2404" y="1402"/>
                    <a:pt x="2190" y="1526"/>
                    <a:pt x="1987" y="1672"/>
                  </a:cubicBezTo>
                  <a:cubicBezTo>
                    <a:pt x="1569" y="1966"/>
                    <a:pt x="1185" y="2282"/>
                    <a:pt x="824" y="2632"/>
                  </a:cubicBezTo>
                  <a:lnTo>
                    <a:pt x="824" y="2643"/>
                  </a:lnTo>
                  <a:lnTo>
                    <a:pt x="813" y="2654"/>
                  </a:lnTo>
                  <a:cubicBezTo>
                    <a:pt x="407" y="3162"/>
                    <a:pt x="159" y="3771"/>
                    <a:pt x="80" y="4414"/>
                  </a:cubicBezTo>
                  <a:cubicBezTo>
                    <a:pt x="1" y="5046"/>
                    <a:pt x="46" y="5690"/>
                    <a:pt x="204" y="6310"/>
                  </a:cubicBezTo>
                  <a:cubicBezTo>
                    <a:pt x="362" y="6920"/>
                    <a:pt x="621" y="7506"/>
                    <a:pt x="960" y="8037"/>
                  </a:cubicBezTo>
                  <a:cubicBezTo>
                    <a:pt x="1140" y="8308"/>
                    <a:pt x="1332" y="8556"/>
                    <a:pt x="1558" y="8793"/>
                  </a:cubicBezTo>
                  <a:lnTo>
                    <a:pt x="2224" y="9413"/>
                  </a:lnTo>
                  <a:cubicBezTo>
                    <a:pt x="2438" y="9628"/>
                    <a:pt x="2697" y="9797"/>
                    <a:pt x="2946" y="10000"/>
                  </a:cubicBezTo>
                  <a:cubicBezTo>
                    <a:pt x="3194" y="10192"/>
                    <a:pt x="3442" y="10361"/>
                    <a:pt x="3702" y="10531"/>
                  </a:cubicBezTo>
                  <a:cubicBezTo>
                    <a:pt x="4198" y="10880"/>
                    <a:pt x="4717" y="11196"/>
                    <a:pt x="5236" y="11524"/>
                  </a:cubicBezTo>
                  <a:cubicBezTo>
                    <a:pt x="6263" y="12178"/>
                    <a:pt x="7335" y="12776"/>
                    <a:pt x="8441" y="13295"/>
                  </a:cubicBezTo>
                  <a:lnTo>
                    <a:pt x="9287" y="13656"/>
                  </a:lnTo>
                  <a:lnTo>
                    <a:pt x="10156" y="13972"/>
                  </a:lnTo>
                  <a:cubicBezTo>
                    <a:pt x="10450" y="14051"/>
                    <a:pt x="10743" y="14141"/>
                    <a:pt x="11036" y="14220"/>
                  </a:cubicBezTo>
                  <a:lnTo>
                    <a:pt x="11939" y="14401"/>
                  </a:lnTo>
                  <a:cubicBezTo>
                    <a:pt x="13135" y="14615"/>
                    <a:pt x="14343" y="14807"/>
                    <a:pt x="15550" y="14897"/>
                  </a:cubicBezTo>
                  <a:cubicBezTo>
                    <a:pt x="15987" y="14930"/>
                    <a:pt x="16427" y="14949"/>
                    <a:pt x="16867" y="14949"/>
                  </a:cubicBezTo>
                  <a:cubicBezTo>
                    <a:pt x="17653" y="14949"/>
                    <a:pt x="18439" y="14887"/>
                    <a:pt x="19206" y="14728"/>
                  </a:cubicBezTo>
                  <a:cubicBezTo>
                    <a:pt x="19804" y="14615"/>
                    <a:pt x="20391" y="14435"/>
                    <a:pt x="20944" y="14187"/>
                  </a:cubicBezTo>
                  <a:cubicBezTo>
                    <a:pt x="21497" y="13927"/>
                    <a:pt x="22072" y="13679"/>
                    <a:pt x="22479" y="13205"/>
                  </a:cubicBezTo>
                  <a:lnTo>
                    <a:pt x="22851" y="12438"/>
                  </a:lnTo>
                  <a:cubicBezTo>
                    <a:pt x="22919" y="12302"/>
                    <a:pt x="22964" y="12167"/>
                    <a:pt x="22998" y="12031"/>
                  </a:cubicBezTo>
                  <a:cubicBezTo>
                    <a:pt x="23020" y="11896"/>
                    <a:pt x="23043" y="11749"/>
                    <a:pt x="23043" y="11614"/>
                  </a:cubicBezTo>
                  <a:cubicBezTo>
                    <a:pt x="23043" y="11038"/>
                    <a:pt x="22975" y="10474"/>
                    <a:pt x="22840" y="9932"/>
                  </a:cubicBezTo>
                  <a:cubicBezTo>
                    <a:pt x="22727" y="9380"/>
                    <a:pt x="22569" y="8838"/>
                    <a:pt x="22377" y="8308"/>
                  </a:cubicBezTo>
                  <a:cubicBezTo>
                    <a:pt x="22185" y="7766"/>
                    <a:pt x="21948" y="7258"/>
                    <a:pt x="21655" y="6773"/>
                  </a:cubicBezTo>
                  <a:lnTo>
                    <a:pt x="21655" y="6773"/>
                  </a:lnTo>
                  <a:cubicBezTo>
                    <a:pt x="21937" y="7258"/>
                    <a:pt x="22174" y="7777"/>
                    <a:pt x="22355" y="8319"/>
                  </a:cubicBezTo>
                  <a:cubicBezTo>
                    <a:pt x="22546" y="8849"/>
                    <a:pt x="22693" y="9391"/>
                    <a:pt x="22817" y="9944"/>
                  </a:cubicBezTo>
                  <a:cubicBezTo>
                    <a:pt x="22941" y="10485"/>
                    <a:pt x="22998" y="11050"/>
                    <a:pt x="22986" y="11614"/>
                  </a:cubicBezTo>
                  <a:cubicBezTo>
                    <a:pt x="22986" y="11749"/>
                    <a:pt x="22964" y="11896"/>
                    <a:pt x="22941" y="12031"/>
                  </a:cubicBezTo>
                  <a:cubicBezTo>
                    <a:pt x="22907" y="12167"/>
                    <a:pt x="22862" y="12291"/>
                    <a:pt x="22795" y="12415"/>
                  </a:cubicBezTo>
                  <a:lnTo>
                    <a:pt x="22434" y="13182"/>
                  </a:lnTo>
                  <a:cubicBezTo>
                    <a:pt x="22039" y="13634"/>
                    <a:pt x="21463" y="13893"/>
                    <a:pt x="20910" y="14119"/>
                  </a:cubicBezTo>
                  <a:cubicBezTo>
                    <a:pt x="20357" y="14345"/>
                    <a:pt x="19770" y="14514"/>
                    <a:pt x="19172" y="14615"/>
                  </a:cubicBezTo>
                  <a:cubicBezTo>
                    <a:pt x="18488" y="14726"/>
                    <a:pt x="17796" y="14781"/>
                    <a:pt x="17100" y="14781"/>
                  </a:cubicBezTo>
                  <a:cubicBezTo>
                    <a:pt x="16592" y="14781"/>
                    <a:pt x="16083" y="14752"/>
                    <a:pt x="15573" y="14694"/>
                  </a:cubicBezTo>
                  <a:cubicBezTo>
                    <a:pt x="14377" y="14570"/>
                    <a:pt x="13192" y="14356"/>
                    <a:pt x="11996" y="14108"/>
                  </a:cubicBezTo>
                  <a:lnTo>
                    <a:pt x="11115" y="13916"/>
                  </a:lnTo>
                  <a:cubicBezTo>
                    <a:pt x="10833" y="13837"/>
                    <a:pt x="10551" y="13735"/>
                    <a:pt x="10269" y="13645"/>
                  </a:cubicBezTo>
                  <a:lnTo>
                    <a:pt x="9434" y="13318"/>
                  </a:lnTo>
                  <a:lnTo>
                    <a:pt x="8610" y="12945"/>
                  </a:lnTo>
                  <a:cubicBezTo>
                    <a:pt x="8069" y="12674"/>
                    <a:pt x="7538" y="12404"/>
                    <a:pt x="7019" y="12099"/>
                  </a:cubicBezTo>
                  <a:cubicBezTo>
                    <a:pt x="6489" y="11806"/>
                    <a:pt x="5970" y="11490"/>
                    <a:pt x="5462" y="11162"/>
                  </a:cubicBezTo>
                  <a:cubicBezTo>
                    <a:pt x="4954" y="10835"/>
                    <a:pt x="4447" y="10508"/>
                    <a:pt x="3950" y="10169"/>
                  </a:cubicBezTo>
                  <a:cubicBezTo>
                    <a:pt x="3702" y="10000"/>
                    <a:pt x="3465" y="9831"/>
                    <a:pt x="3228" y="9639"/>
                  </a:cubicBezTo>
                  <a:cubicBezTo>
                    <a:pt x="3002" y="9447"/>
                    <a:pt x="2765" y="9289"/>
                    <a:pt x="2539" y="9075"/>
                  </a:cubicBezTo>
                  <a:lnTo>
                    <a:pt x="1885" y="8443"/>
                  </a:lnTo>
                  <a:cubicBezTo>
                    <a:pt x="1693" y="8240"/>
                    <a:pt x="1513" y="8014"/>
                    <a:pt x="1355" y="7777"/>
                  </a:cubicBezTo>
                  <a:cubicBezTo>
                    <a:pt x="1039" y="7292"/>
                    <a:pt x="802" y="6750"/>
                    <a:pt x="644" y="6197"/>
                  </a:cubicBezTo>
                  <a:cubicBezTo>
                    <a:pt x="497" y="5633"/>
                    <a:pt x="452" y="5046"/>
                    <a:pt x="520" y="4471"/>
                  </a:cubicBezTo>
                  <a:cubicBezTo>
                    <a:pt x="576" y="3907"/>
                    <a:pt x="802" y="3365"/>
                    <a:pt x="1140" y="2914"/>
                  </a:cubicBezTo>
                  <a:lnTo>
                    <a:pt x="1140" y="2914"/>
                  </a:lnTo>
                  <a:lnTo>
                    <a:pt x="1129" y="2936"/>
                  </a:lnTo>
                  <a:cubicBezTo>
                    <a:pt x="1467" y="2598"/>
                    <a:pt x="1829" y="2282"/>
                    <a:pt x="2224" y="2011"/>
                  </a:cubicBezTo>
                  <a:cubicBezTo>
                    <a:pt x="2607" y="1729"/>
                    <a:pt x="3025" y="1481"/>
                    <a:pt x="3465" y="1277"/>
                  </a:cubicBezTo>
                  <a:cubicBezTo>
                    <a:pt x="3894" y="1074"/>
                    <a:pt x="4345" y="905"/>
                    <a:pt x="4808" y="758"/>
                  </a:cubicBezTo>
                  <a:cubicBezTo>
                    <a:pt x="5270" y="623"/>
                    <a:pt x="5744" y="521"/>
                    <a:pt x="6218" y="442"/>
                  </a:cubicBezTo>
                  <a:cubicBezTo>
                    <a:pt x="6692" y="363"/>
                    <a:pt x="7177" y="307"/>
                    <a:pt x="7663" y="273"/>
                  </a:cubicBezTo>
                  <a:cubicBezTo>
                    <a:pt x="8018" y="257"/>
                    <a:pt x="8379" y="246"/>
                    <a:pt x="8737" y="246"/>
                  </a:cubicBezTo>
                  <a:cubicBezTo>
                    <a:pt x="8869" y="246"/>
                    <a:pt x="8999" y="248"/>
                    <a:pt x="9129" y="251"/>
                  </a:cubicBezTo>
                  <a:cubicBezTo>
                    <a:pt x="9615" y="262"/>
                    <a:pt x="10100" y="284"/>
                    <a:pt x="10596" y="318"/>
                  </a:cubicBezTo>
                  <a:cubicBezTo>
                    <a:pt x="11070" y="397"/>
                    <a:pt x="11556" y="420"/>
                    <a:pt x="12041" y="533"/>
                  </a:cubicBezTo>
                  <a:cubicBezTo>
                    <a:pt x="12515" y="657"/>
                    <a:pt x="13000" y="736"/>
                    <a:pt x="13463" y="894"/>
                  </a:cubicBezTo>
                  <a:cubicBezTo>
                    <a:pt x="13925" y="1018"/>
                    <a:pt x="14388" y="1187"/>
                    <a:pt x="14839" y="1379"/>
                  </a:cubicBezTo>
                  <a:lnTo>
                    <a:pt x="15516" y="1661"/>
                  </a:lnTo>
                  <a:lnTo>
                    <a:pt x="16171" y="1988"/>
                  </a:lnTo>
                  <a:cubicBezTo>
                    <a:pt x="16385" y="2113"/>
                    <a:pt x="16611" y="2214"/>
                    <a:pt x="16825" y="2338"/>
                  </a:cubicBezTo>
                  <a:lnTo>
                    <a:pt x="17446" y="2733"/>
                  </a:lnTo>
                  <a:cubicBezTo>
                    <a:pt x="17863" y="2981"/>
                    <a:pt x="18258" y="3264"/>
                    <a:pt x="18653" y="3579"/>
                  </a:cubicBezTo>
                  <a:cubicBezTo>
                    <a:pt x="19060" y="3850"/>
                    <a:pt x="19398" y="4211"/>
                    <a:pt x="19770" y="4527"/>
                  </a:cubicBezTo>
                  <a:cubicBezTo>
                    <a:pt x="19951" y="4685"/>
                    <a:pt x="20120" y="4866"/>
                    <a:pt x="20278" y="5046"/>
                  </a:cubicBezTo>
                  <a:lnTo>
                    <a:pt x="20775" y="5588"/>
                  </a:lnTo>
                  <a:cubicBezTo>
                    <a:pt x="21091" y="5960"/>
                    <a:pt x="21362" y="6378"/>
                    <a:pt x="21655" y="6773"/>
                  </a:cubicBezTo>
                  <a:cubicBezTo>
                    <a:pt x="21373" y="6378"/>
                    <a:pt x="21102" y="5960"/>
                    <a:pt x="20786" y="5588"/>
                  </a:cubicBezTo>
                  <a:lnTo>
                    <a:pt x="20301" y="5035"/>
                  </a:lnTo>
                  <a:cubicBezTo>
                    <a:pt x="20143" y="4855"/>
                    <a:pt x="19962" y="4674"/>
                    <a:pt x="19782" y="4516"/>
                  </a:cubicBezTo>
                  <a:cubicBezTo>
                    <a:pt x="19409" y="4189"/>
                    <a:pt x="19071" y="3828"/>
                    <a:pt x="18676" y="3546"/>
                  </a:cubicBezTo>
                  <a:cubicBezTo>
                    <a:pt x="18292" y="3230"/>
                    <a:pt x="17886" y="2948"/>
                    <a:pt x="17480" y="2677"/>
                  </a:cubicBezTo>
                  <a:lnTo>
                    <a:pt x="16859" y="2282"/>
                  </a:lnTo>
                  <a:cubicBezTo>
                    <a:pt x="16645" y="2158"/>
                    <a:pt x="16419" y="2045"/>
                    <a:pt x="16205" y="1932"/>
                  </a:cubicBezTo>
                  <a:lnTo>
                    <a:pt x="15561" y="1582"/>
                  </a:lnTo>
                  <a:lnTo>
                    <a:pt x="14884" y="1289"/>
                  </a:lnTo>
                  <a:cubicBezTo>
                    <a:pt x="14433" y="1086"/>
                    <a:pt x="13970" y="916"/>
                    <a:pt x="13496" y="770"/>
                  </a:cubicBezTo>
                  <a:cubicBezTo>
                    <a:pt x="13034" y="600"/>
                    <a:pt x="12549" y="499"/>
                    <a:pt x="12075" y="375"/>
                  </a:cubicBezTo>
                  <a:cubicBezTo>
                    <a:pt x="11601" y="262"/>
                    <a:pt x="11104" y="217"/>
                    <a:pt x="10608" y="127"/>
                  </a:cubicBezTo>
                  <a:cubicBezTo>
                    <a:pt x="10122" y="70"/>
                    <a:pt x="9637" y="25"/>
                    <a:pt x="9141" y="14"/>
                  </a:cubicBezTo>
                  <a:cubicBezTo>
                    <a:pt x="8854" y="7"/>
                    <a:pt x="8567" y="1"/>
                    <a:pt x="8281" y="1"/>
                  </a:cubicBezTo>
                  <a:close/>
                </a:path>
              </a:pathLst>
            </a:custGeom>
            <a:solidFill>
              <a:srgbClr val="9527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"/>
            <p:cNvSpPr/>
            <p:nvPr/>
          </p:nvSpPr>
          <p:spPr>
            <a:xfrm>
              <a:off x="1940900" y="3195075"/>
              <a:ext cx="556625" cy="335600"/>
            </a:xfrm>
            <a:custGeom>
              <a:avLst/>
              <a:gdLst/>
              <a:ahLst/>
              <a:cxnLst/>
              <a:rect l="l" t="t" r="r" b="b"/>
              <a:pathLst>
                <a:path w="22265" h="13424" extrusionOk="0">
                  <a:moveTo>
                    <a:pt x="8282" y="0"/>
                  </a:moveTo>
                  <a:cubicBezTo>
                    <a:pt x="7831" y="0"/>
                    <a:pt x="7380" y="15"/>
                    <a:pt x="6929" y="43"/>
                  </a:cubicBezTo>
                  <a:cubicBezTo>
                    <a:pt x="4469" y="235"/>
                    <a:pt x="2573" y="1025"/>
                    <a:pt x="1151" y="2435"/>
                  </a:cubicBezTo>
                  <a:cubicBezTo>
                    <a:pt x="0" y="3936"/>
                    <a:pt x="824" y="6295"/>
                    <a:pt x="1862" y="7367"/>
                  </a:cubicBezTo>
                  <a:cubicBezTo>
                    <a:pt x="2799" y="8382"/>
                    <a:pt x="4243" y="9285"/>
                    <a:pt x="5304" y="9951"/>
                  </a:cubicBezTo>
                  <a:cubicBezTo>
                    <a:pt x="7820" y="11564"/>
                    <a:pt x="9953" y="12523"/>
                    <a:pt x="11680" y="12806"/>
                  </a:cubicBezTo>
                  <a:cubicBezTo>
                    <a:pt x="13421" y="13139"/>
                    <a:pt x="15130" y="13423"/>
                    <a:pt x="16759" y="13423"/>
                  </a:cubicBezTo>
                  <a:cubicBezTo>
                    <a:pt x="17063" y="13423"/>
                    <a:pt x="17363" y="13414"/>
                    <a:pt x="17660" y="13392"/>
                  </a:cubicBezTo>
                  <a:cubicBezTo>
                    <a:pt x="19003" y="13279"/>
                    <a:pt x="20154" y="12952"/>
                    <a:pt x="21170" y="12365"/>
                  </a:cubicBezTo>
                  <a:cubicBezTo>
                    <a:pt x="21328" y="12275"/>
                    <a:pt x="21463" y="12162"/>
                    <a:pt x="21587" y="12027"/>
                  </a:cubicBezTo>
                  <a:cubicBezTo>
                    <a:pt x="21734" y="11745"/>
                    <a:pt x="21858" y="11485"/>
                    <a:pt x="21971" y="11226"/>
                  </a:cubicBezTo>
                  <a:cubicBezTo>
                    <a:pt x="22264" y="10549"/>
                    <a:pt x="21666" y="7761"/>
                    <a:pt x="20786" y="6340"/>
                  </a:cubicBezTo>
                  <a:cubicBezTo>
                    <a:pt x="19184" y="3778"/>
                    <a:pt x="15900" y="1454"/>
                    <a:pt x="12605" y="562"/>
                  </a:cubicBezTo>
                  <a:cubicBezTo>
                    <a:pt x="11804" y="337"/>
                    <a:pt x="10991" y="179"/>
                    <a:pt x="10179" y="88"/>
                  </a:cubicBezTo>
                  <a:cubicBezTo>
                    <a:pt x="9546" y="29"/>
                    <a:pt x="8914" y="0"/>
                    <a:pt x="82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"/>
            <p:cNvSpPr/>
            <p:nvPr/>
          </p:nvSpPr>
          <p:spPr>
            <a:xfrm>
              <a:off x="1992250" y="3212925"/>
              <a:ext cx="463525" cy="296025"/>
            </a:xfrm>
            <a:custGeom>
              <a:avLst/>
              <a:gdLst/>
              <a:ahLst/>
              <a:cxnLst/>
              <a:rect l="l" t="t" r="r" b="b"/>
              <a:pathLst>
                <a:path w="18541" h="11841" extrusionOk="0">
                  <a:moveTo>
                    <a:pt x="7705" y="0"/>
                  </a:moveTo>
                  <a:cubicBezTo>
                    <a:pt x="7193" y="0"/>
                    <a:pt x="6679" y="50"/>
                    <a:pt x="6173" y="153"/>
                  </a:cubicBezTo>
                  <a:cubicBezTo>
                    <a:pt x="5281" y="345"/>
                    <a:pt x="4615" y="1044"/>
                    <a:pt x="3701" y="1202"/>
                  </a:cubicBezTo>
                  <a:cubicBezTo>
                    <a:pt x="2505" y="1417"/>
                    <a:pt x="1490" y="1168"/>
                    <a:pt x="700" y="2195"/>
                  </a:cubicBezTo>
                  <a:cubicBezTo>
                    <a:pt x="643" y="2263"/>
                    <a:pt x="587" y="2342"/>
                    <a:pt x="542" y="2410"/>
                  </a:cubicBezTo>
                  <a:cubicBezTo>
                    <a:pt x="0" y="3279"/>
                    <a:pt x="102" y="4294"/>
                    <a:pt x="587" y="5208"/>
                  </a:cubicBezTo>
                  <a:cubicBezTo>
                    <a:pt x="1275" y="6495"/>
                    <a:pt x="2460" y="7465"/>
                    <a:pt x="3747" y="8119"/>
                  </a:cubicBezTo>
                  <a:cubicBezTo>
                    <a:pt x="4717" y="8616"/>
                    <a:pt x="5857" y="8864"/>
                    <a:pt x="6895" y="9191"/>
                  </a:cubicBezTo>
                  <a:cubicBezTo>
                    <a:pt x="7989" y="9541"/>
                    <a:pt x="9118" y="9598"/>
                    <a:pt x="10111" y="10218"/>
                  </a:cubicBezTo>
                  <a:cubicBezTo>
                    <a:pt x="10889" y="10704"/>
                    <a:pt x="11476" y="11448"/>
                    <a:pt x="12413" y="11674"/>
                  </a:cubicBezTo>
                  <a:cubicBezTo>
                    <a:pt x="12863" y="11783"/>
                    <a:pt x="13388" y="11840"/>
                    <a:pt x="13932" y="11840"/>
                  </a:cubicBezTo>
                  <a:cubicBezTo>
                    <a:pt x="14971" y="11840"/>
                    <a:pt x="16077" y="11629"/>
                    <a:pt x="16848" y="11155"/>
                  </a:cubicBezTo>
                  <a:cubicBezTo>
                    <a:pt x="17829" y="10568"/>
                    <a:pt x="18540" y="9270"/>
                    <a:pt x="18292" y="8131"/>
                  </a:cubicBezTo>
                  <a:cubicBezTo>
                    <a:pt x="18190" y="7691"/>
                    <a:pt x="18066" y="7251"/>
                    <a:pt x="17739" y="6935"/>
                  </a:cubicBezTo>
                  <a:cubicBezTo>
                    <a:pt x="17288" y="6495"/>
                    <a:pt x="16656" y="6303"/>
                    <a:pt x="16362" y="5693"/>
                  </a:cubicBezTo>
                  <a:cubicBezTo>
                    <a:pt x="16137" y="5253"/>
                    <a:pt x="16238" y="4791"/>
                    <a:pt x="16204" y="4328"/>
                  </a:cubicBezTo>
                  <a:cubicBezTo>
                    <a:pt x="16125" y="3301"/>
                    <a:pt x="15166" y="2635"/>
                    <a:pt x="14342" y="2184"/>
                  </a:cubicBezTo>
                  <a:cubicBezTo>
                    <a:pt x="13395" y="1665"/>
                    <a:pt x="12277" y="1225"/>
                    <a:pt x="11262" y="774"/>
                  </a:cubicBezTo>
                  <a:cubicBezTo>
                    <a:pt x="10149" y="280"/>
                    <a:pt x="8929" y="0"/>
                    <a:pt x="7705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"/>
            <p:cNvSpPr/>
            <p:nvPr/>
          </p:nvSpPr>
          <p:spPr>
            <a:xfrm>
              <a:off x="2043350" y="3343675"/>
              <a:ext cx="42100" cy="34750"/>
            </a:xfrm>
            <a:custGeom>
              <a:avLst/>
              <a:gdLst/>
              <a:ahLst/>
              <a:cxnLst/>
              <a:rect l="l" t="t" r="r" b="b"/>
              <a:pathLst>
                <a:path w="1684" h="1390" extrusionOk="0">
                  <a:moveTo>
                    <a:pt x="562" y="0"/>
                  </a:moveTo>
                  <a:cubicBezTo>
                    <a:pt x="0" y="0"/>
                    <a:pt x="175" y="927"/>
                    <a:pt x="597" y="1231"/>
                  </a:cubicBezTo>
                  <a:cubicBezTo>
                    <a:pt x="736" y="1333"/>
                    <a:pt x="924" y="1389"/>
                    <a:pt x="1101" y="1389"/>
                  </a:cubicBezTo>
                  <a:cubicBezTo>
                    <a:pt x="1410" y="1389"/>
                    <a:pt x="1683" y="1216"/>
                    <a:pt x="1590" y="813"/>
                  </a:cubicBezTo>
                  <a:cubicBezTo>
                    <a:pt x="1545" y="588"/>
                    <a:pt x="1195" y="204"/>
                    <a:pt x="868" y="68"/>
                  </a:cubicBezTo>
                  <a:cubicBezTo>
                    <a:pt x="748" y="21"/>
                    <a:pt x="647" y="0"/>
                    <a:pt x="562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"/>
            <p:cNvSpPr/>
            <p:nvPr/>
          </p:nvSpPr>
          <p:spPr>
            <a:xfrm>
              <a:off x="2031675" y="3288975"/>
              <a:ext cx="46925" cy="32525"/>
            </a:xfrm>
            <a:custGeom>
              <a:avLst/>
              <a:gdLst/>
              <a:ahLst/>
              <a:cxnLst/>
              <a:rect l="l" t="t" r="r" b="b"/>
              <a:pathLst>
                <a:path w="1877" h="1301" extrusionOk="0">
                  <a:moveTo>
                    <a:pt x="1200" y="1"/>
                  </a:moveTo>
                  <a:cubicBezTo>
                    <a:pt x="1095" y="1"/>
                    <a:pt x="983" y="21"/>
                    <a:pt x="872" y="56"/>
                  </a:cubicBezTo>
                  <a:cubicBezTo>
                    <a:pt x="500" y="158"/>
                    <a:pt x="138" y="428"/>
                    <a:pt x="82" y="688"/>
                  </a:cubicBezTo>
                  <a:cubicBezTo>
                    <a:pt x="0" y="1096"/>
                    <a:pt x="392" y="1300"/>
                    <a:pt x="754" y="1300"/>
                  </a:cubicBezTo>
                  <a:cubicBezTo>
                    <a:pt x="843" y="1300"/>
                    <a:pt x="930" y="1288"/>
                    <a:pt x="1007" y="1263"/>
                  </a:cubicBezTo>
                  <a:cubicBezTo>
                    <a:pt x="1335" y="1151"/>
                    <a:pt x="1876" y="507"/>
                    <a:pt x="1594" y="158"/>
                  </a:cubicBezTo>
                  <a:cubicBezTo>
                    <a:pt x="1505" y="48"/>
                    <a:pt x="1362" y="1"/>
                    <a:pt x="1200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"/>
            <p:cNvSpPr/>
            <p:nvPr/>
          </p:nvSpPr>
          <p:spPr>
            <a:xfrm>
              <a:off x="2016650" y="3317700"/>
              <a:ext cx="52350" cy="26500"/>
            </a:xfrm>
            <a:custGeom>
              <a:avLst/>
              <a:gdLst/>
              <a:ahLst/>
              <a:cxnLst/>
              <a:rect l="l" t="t" r="r" b="b"/>
              <a:pathLst>
                <a:path w="2094" h="1060" extrusionOk="0">
                  <a:moveTo>
                    <a:pt x="763" y="1"/>
                  </a:moveTo>
                  <a:cubicBezTo>
                    <a:pt x="421" y="1"/>
                    <a:pt x="1" y="104"/>
                    <a:pt x="107" y="532"/>
                  </a:cubicBezTo>
                  <a:cubicBezTo>
                    <a:pt x="198" y="918"/>
                    <a:pt x="702" y="1059"/>
                    <a:pt x="1125" y="1059"/>
                  </a:cubicBezTo>
                  <a:cubicBezTo>
                    <a:pt x="1283" y="1059"/>
                    <a:pt x="1430" y="1040"/>
                    <a:pt x="1541" y="1006"/>
                  </a:cubicBezTo>
                  <a:cubicBezTo>
                    <a:pt x="1845" y="916"/>
                    <a:pt x="2094" y="656"/>
                    <a:pt x="1857" y="363"/>
                  </a:cubicBezTo>
                  <a:cubicBezTo>
                    <a:pt x="1845" y="340"/>
                    <a:pt x="1834" y="329"/>
                    <a:pt x="1811" y="318"/>
                  </a:cubicBezTo>
                  <a:cubicBezTo>
                    <a:pt x="1586" y="69"/>
                    <a:pt x="1123" y="13"/>
                    <a:pt x="818" y="2"/>
                  </a:cubicBezTo>
                  <a:cubicBezTo>
                    <a:pt x="800" y="1"/>
                    <a:pt x="782" y="1"/>
                    <a:pt x="763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"/>
            <p:cNvSpPr/>
            <p:nvPr/>
          </p:nvSpPr>
          <p:spPr>
            <a:xfrm>
              <a:off x="2021300" y="3256650"/>
              <a:ext cx="52750" cy="25675"/>
            </a:xfrm>
            <a:custGeom>
              <a:avLst/>
              <a:gdLst/>
              <a:ahLst/>
              <a:cxnLst/>
              <a:rect l="l" t="t" r="r" b="b"/>
              <a:pathLst>
                <a:path w="2110" h="1027" extrusionOk="0">
                  <a:moveTo>
                    <a:pt x="1280" y="1"/>
                  </a:moveTo>
                  <a:cubicBezTo>
                    <a:pt x="1246" y="1"/>
                    <a:pt x="1210" y="2"/>
                    <a:pt x="1174" y="6"/>
                  </a:cubicBezTo>
                  <a:cubicBezTo>
                    <a:pt x="1027" y="18"/>
                    <a:pt x="869" y="51"/>
                    <a:pt x="723" y="96"/>
                  </a:cubicBezTo>
                  <a:cubicBezTo>
                    <a:pt x="373" y="198"/>
                    <a:pt x="0" y="390"/>
                    <a:pt x="46" y="706"/>
                  </a:cubicBezTo>
                  <a:cubicBezTo>
                    <a:pt x="74" y="946"/>
                    <a:pt x="373" y="1026"/>
                    <a:pt x="701" y="1026"/>
                  </a:cubicBezTo>
                  <a:cubicBezTo>
                    <a:pt x="1035" y="1026"/>
                    <a:pt x="1399" y="943"/>
                    <a:pt x="1535" y="864"/>
                  </a:cubicBezTo>
                  <a:cubicBezTo>
                    <a:pt x="2110" y="513"/>
                    <a:pt x="1851" y="1"/>
                    <a:pt x="1280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"/>
            <p:cNvSpPr/>
            <p:nvPr/>
          </p:nvSpPr>
          <p:spPr>
            <a:xfrm>
              <a:off x="2074050" y="3254100"/>
              <a:ext cx="33100" cy="41725"/>
            </a:xfrm>
            <a:custGeom>
              <a:avLst/>
              <a:gdLst/>
              <a:ahLst/>
              <a:cxnLst/>
              <a:rect l="l" t="t" r="r" b="b"/>
              <a:pathLst>
                <a:path w="1324" h="1669" extrusionOk="0">
                  <a:moveTo>
                    <a:pt x="599" y="1"/>
                  </a:moveTo>
                  <a:cubicBezTo>
                    <a:pt x="507" y="1"/>
                    <a:pt x="408" y="40"/>
                    <a:pt x="305" y="131"/>
                  </a:cubicBezTo>
                  <a:cubicBezTo>
                    <a:pt x="294" y="142"/>
                    <a:pt x="283" y="153"/>
                    <a:pt x="283" y="165"/>
                  </a:cubicBezTo>
                  <a:cubicBezTo>
                    <a:pt x="1" y="435"/>
                    <a:pt x="23" y="977"/>
                    <a:pt x="181" y="1304"/>
                  </a:cubicBezTo>
                  <a:cubicBezTo>
                    <a:pt x="304" y="1550"/>
                    <a:pt x="471" y="1668"/>
                    <a:pt x="639" y="1668"/>
                  </a:cubicBezTo>
                  <a:cubicBezTo>
                    <a:pt x="812" y="1668"/>
                    <a:pt x="986" y="1544"/>
                    <a:pt x="1118" y="1304"/>
                  </a:cubicBezTo>
                  <a:cubicBezTo>
                    <a:pt x="1323" y="912"/>
                    <a:pt x="1041" y="1"/>
                    <a:pt x="599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"/>
            <p:cNvSpPr/>
            <p:nvPr/>
          </p:nvSpPr>
          <p:spPr>
            <a:xfrm>
              <a:off x="2069250" y="3317100"/>
              <a:ext cx="47100" cy="32200"/>
            </a:xfrm>
            <a:custGeom>
              <a:avLst/>
              <a:gdLst/>
              <a:ahLst/>
              <a:cxnLst/>
              <a:rect l="l" t="t" r="r" b="b"/>
              <a:pathLst>
                <a:path w="1884" h="1288" extrusionOk="0">
                  <a:moveTo>
                    <a:pt x="607" y="1"/>
                  </a:moveTo>
                  <a:cubicBezTo>
                    <a:pt x="585" y="1"/>
                    <a:pt x="563" y="1"/>
                    <a:pt x="542" y="3"/>
                  </a:cubicBezTo>
                  <a:cubicBezTo>
                    <a:pt x="317" y="14"/>
                    <a:pt x="193" y="82"/>
                    <a:pt x="136" y="184"/>
                  </a:cubicBezTo>
                  <a:cubicBezTo>
                    <a:pt x="1" y="443"/>
                    <a:pt x="272" y="827"/>
                    <a:pt x="452" y="985"/>
                  </a:cubicBezTo>
                  <a:cubicBezTo>
                    <a:pt x="615" y="1136"/>
                    <a:pt x="1022" y="1287"/>
                    <a:pt x="1357" y="1287"/>
                  </a:cubicBezTo>
                  <a:cubicBezTo>
                    <a:pt x="1647" y="1287"/>
                    <a:pt x="1884" y="1174"/>
                    <a:pt x="1863" y="849"/>
                  </a:cubicBezTo>
                  <a:cubicBezTo>
                    <a:pt x="1820" y="333"/>
                    <a:pt x="1068" y="1"/>
                    <a:pt x="60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"/>
            <p:cNvSpPr/>
            <p:nvPr/>
          </p:nvSpPr>
          <p:spPr>
            <a:xfrm>
              <a:off x="2326250" y="3360750"/>
              <a:ext cx="53350" cy="26100"/>
            </a:xfrm>
            <a:custGeom>
              <a:avLst/>
              <a:gdLst/>
              <a:ahLst/>
              <a:cxnLst/>
              <a:rect l="l" t="t" r="r" b="b"/>
              <a:pathLst>
                <a:path w="2134" h="1044" extrusionOk="0">
                  <a:moveTo>
                    <a:pt x="996" y="0"/>
                  </a:moveTo>
                  <a:cubicBezTo>
                    <a:pt x="912" y="0"/>
                    <a:pt x="829" y="6"/>
                    <a:pt x="745" y="17"/>
                  </a:cubicBezTo>
                  <a:cubicBezTo>
                    <a:pt x="373" y="108"/>
                    <a:pt x="1" y="401"/>
                    <a:pt x="384" y="762"/>
                  </a:cubicBezTo>
                  <a:cubicBezTo>
                    <a:pt x="549" y="915"/>
                    <a:pt x="990" y="1043"/>
                    <a:pt x="1385" y="1043"/>
                  </a:cubicBezTo>
                  <a:cubicBezTo>
                    <a:pt x="1748" y="1043"/>
                    <a:pt x="2073" y="935"/>
                    <a:pt x="2111" y="638"/>
                  </a:cubicBezTo>
                  <a:cubicBezTo>
                    <a:pt x="2133" y="412"/>
                    <a:pt x="1896" y="232"/>
                    <a:pt x="1716" y="141"/>
                  </a:cubicBezTo>
                  <a:cubicBezTo>
                    <a:pt x="1489" y="49"/>
                    <a:pt x="1243" y="0"/>
                    <a:pt x="996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"/>
            <p:cNvSpPr/>
            <p:nvPr/>
          </p:nvSpPr>
          <p:spPr>
            <a:xfrm>
              <a:off x="2222450" y="3329025"/>
              <a:ext cx="62600" cy="25950"/>
            </a:xfrm>
            <a:custGeom>
              <a:avLst/>
              <a:gdLst/>
              <a:ahLst/>
              <a:cxnLst/>
              <a:rect l="l" t="t" r="r" b="b"/>
              <a:pathLst>
                <a:path w="2504" h="1038" extrusionOk="0">
                  <a:moveTo>
                    <a:pt x="1411" y="0"/>
                  </a:moveTo>
                  <a:cubicBezTo>
                    <a:pt x="1014" y="0"/>
                    <a:pt x="604" y="100"/>
                    <a:pt x="440" y="248"/>
                  </a:cubicBezTo>
                  <a:cubicBezTo>
                    <a:pt x="0" y="632"/>
                    <a:pt x="824" y="937"/>
                    <a:pt x="1095" y="993"/>
                  </a:cubicBezTo>
                  <a:cubicBezTo>
                    <a:pt x="1197" y="1019"/>
                    <a:pt x="1344" y="1037"/>
                    <a:pt x="1503" y="1037"/>
                  </a:cubicBezTo>
                  <a:cubicBezTo>
                    <a:pt x="1958" y="1037"/>
                    <a:pt x="2503" y="889"/>
                    <a:pt x="2302" y="361"/>
                  </a:cubicBezTo>
                  <a:cubicBezTo>
                    <a:pt x="2246" y="203"/>
                    <a:pt x="2065" y="90"/>
                    <a:pt x="1839" y="45"/>
                  </a:cubicBezTo>
                  <a:cubicBezTo>
                    <a:pt x="1707" y="14"/>
                    <a:pt x="1560" y="0"/>
                    <a:pt x="1411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"/>
            <p:cNvSpPr/>
            <p:nvPr/>
          </p:nvSpPr>
          <p:spPr>
            <a:xfrm>
              <a:off x="2098025" y="3401650"/>
              <a:ext cx="64050" cy="30750"/>
            </a:xfrm>
            <a:custGeom>
              <a:avLst/>
              <a:gdLst/>
              <a:ahLst/>
              <a:cxnLst/>
              <a:rect l="l" t="t" r="r" b="b"/>
              <a:pathLst>
                <a:path w="2562" h="1230" extrusionOk="0">
                  <a:moveTo>
                    <a:pt x="576" y="0"/>
                  </a:moveTo>
                  <a:cubicBezTo>
                    <a:pt x="486" y="0"/>
                    <a:pt x="409" y="16"/>
                    <a:pt x="351" y="51"/>
                  </a:cubicBezTo>
                  <a:cubicBezTo>
                    <a:pt x="1" y="266"/>
                    <a:pt x="226" y="627"/>
                    <a:pt x="475" y="819"/>
                  </a:cubicBezTo>
                  <a:cubicBezTo>
                    <a:pt x="644" y="943"/>
                    <a:pt x="836" y="1044"/>
                    <a:pt x="1039" y="1101"/>
                  </a:cubicBezTo>
                  <a:cubicBezTo>
                    <a:pt x="1250" y="1178"/>
                    <a:pt x="1479" y="1229"/>
                    <a:pt x="1674" y="1229"/>
                  </a:cubicBezTo>
                  <a:cubicBezTo>
                    <a:pt x="1791" y="1229"/>
                    <a:pt x="1895" y="1211"/>
                    <a:pt x="1976" y="1169"/>
                  </a:cubicBezTo>
                  <a:cubicBezTo>
                    <a:pt x="2561" y="851"/>
                    <a:pt x="1234" y="0"/>
                    <a:pt x="576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"/>
            <p:cNvSpPr/>
            <p:nvPr/>
          </p:nvSpPr>
          <p:spPr>
            <a:xfrm>
              <a:off x="2103100" y="3361425"/>
              <a:ext cx="53675" cy="30925"/>
            </a:xfrm>
            <a:custGeom>
              <a:avLst/>
              <a:gdLst/>
              <a:ahLst/>
              <a:cxnLst/>
              <a:rect l="l" t="t" r="r" b="b"/>
              <a:pathLst>
                <a:path w="2147" h="1237" extrusionOk="0">
                  <a:moveTo>
                    <a:pt x="717" y="1"/>
                  </a:moveTo>
                  <a:cubicBezTo>
                    <a:pt x="570" y="1"/>
                    <a:pt x="432" y="35"/>
                    <a:pt x="317" y="114"/>
                  </a:cubicBezTo>
                  <a:cubicBezTo>
                    <a:pt x="249" y="160"/>
                    <a:pt x="193" y="227"/>
                    <a:pt x="159" y="295"/>
                  </a:cubicBezTo>
                  <a:cubicBezTo>
                    <a:pt x="1" y="667"/>
                    <a:pt x="723" y="1107"/>
                    <a:pt x="1005" y="1186"/>
                  </a:cubicBezTo>
                  <a:cubicBezTo>
                    <a:pt x="1121" y="1216"/>
                    <a:pt x="1273" y="1236"/>
                    <a:pt x="1421" y="1236"/>
                  </a:cubicBezTo>
                  <a:cubicBezTo>
                    <a:pt x="1792" y="1236"/>
                    <a:pt x="2146" y="1107"/>
                    <a:pt x="1897" y="656"/>
                  </a:cubicBezTo>
                  <a:cubicBezTo>
                    <a:pt x="1709" y="332"/>
                    <a:pt x="1172" y="1"/>
                    <a:pt x="71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"/>
            <p:cNvSpPr/>
            <p:nvPr/>
          </p:nvSpPr>
          <p:spPr>
            <a:xfrm>
              <a:off x="2159250" y="3405875"/>
              <a:ext cx="64350" cy="33400"/>
            </a:xfrm>
            <a:custGeom>
              <a:avLst/>
              <a:gdLst/>
              <a:ahLst/>
              <a:cxnLst/>
              <a:rect l="l" t="t" r="r" b="b"/>
              <a:pathLst>
                <a:path w="2574" h="1336" extrusionOk="0">
                  <a:moveTo>
                    <a:pt x="429" y="1"/>
                  </a:moveTo>
                  <a:cubicBezTo>
                    <a:pt x="208" y="1"/>
                    <a:pt x="50" y="92"/>
                    <a:pt x="34" y="322"/>
                  </a:cubicBezTo>
                  <a:cubicBezTo>
                    <a:pt x="0" y="751"/>
                    <a:pt x="328" y="1056"/>
                    <a:pt x="734" y="1214"/>
                  </a:cubicBezTo>
                  <a:cubicBezTo>
                    <a:pt x="930" y="1295"/>
                    <a:pt x="1135" y="1336"/>
                    <a:pt x="1340" y="1336"/>
                  </a:cubicBezTo>
                  <a:cubicBezTo>
                    <a:pt x="1477" y="1336"/>
                    <a:pt x="1614" y="1318"/>
                    <a:pt x="1750" y="1282"/>
                  </a:cubicBezTo>
                  <a:cubicBezTo>
                    <a:pt x="2573" y="1004"/>
                    <a:pt x="1159" y="1"/>
                    <a:pt x="429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"/>
            <p:cNvSpPr/>
            <p:nvPr/>
          </p:nvSpPr>
          <p:spPr>
            <a:xfrm>
              <a:off x="2076600" y="3358900"/>
              <a:ext cx="43975" cy="42525"/>
            </a:xfrm>
            <a:custGeom>
              <a:avLst/>
              <a:gdLst/>
              <a:ahLst/>
              <a:cxnLst/>
              <a:rect l="l" t="t" r="r" b="b"/>
              <a:pathLst>
                <a:path w="1759" h="1701" extrusionOk="0">
                  <a:moveTo>
                    <a:pt x="530" y="1"/>
                  </a:moveTo>
                  <a:cubicBezTo>
                    <a:pt x="492" y="1"/>
                    <a:pt x="454" y="8"/>
                    <a:pt x="418" y="24"/>
                  </a:cubicBezTo>
                  <a:cubicBezTo>
                    <a:pt x="102" y="159"/>
                    <a:pt x="0" y="814"/>
                    <a:pt x="113" y="1186"/>
                  </a:cubicBezTo>
                  <a:cubicBezTo>
                    <a:pt x="169" y="1493"/>
                    <a:pt x="440" y="1700"/>
                    <a:pt x="735" y="1700"/>
                  </a:cubicBezTo>
                  <a:cubicBezTo>
                    <a:pt x="798" y="1700"/>
                    <a:pt x="862" y="1691"/>
                    <a:pt x="925" y="1671"/>
                  </a:cubicBezTo>
                  <a:cubicBezTo>
                    <a:pt x="1758" y="1471"/>
                    <a:pt x="1075" y="1"/>
                    <a:pt x="530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"/>
            <p:cNvSpPr/>
            <p:nvPr/>
          </p:nvSpPr>
          <p:spPr>
            <a:xfrm>
              <a:off x="2087725" y="3293175"/>
              <a:ext cx="55900" cy="33250"/>
            </a:xfrm>
            <a:custGeom>
              <a:avLst/>
              <a:gdLst/>
              <a:ahLst/>
              <a:cxnLst/>
              <a:rect l="l" t="t" r="r" b="b"/>
              <a:pathLst>
                <a:path w="2236" h="1330" extrusionOk="0">
                  <a:moveTo>
                    <a:pt x="940" y="0"/>
                  </a:moveTo>
                  <a:cubicBezTo>
                    <a:pt x="787" y="0"/>
                    <a:pt x="642" y="37"/>
                    <a:pt x="537" y="125"/>
                  </a:cubicBezTo>
                  <a:cubicBezTo>
                    <a:pt x="0" y="603"/>
                    <a:pt x="1207" y="1330"/>
                    <a:pt x="1854" y="1330"/>
                  </a:cubicBezTo>
                  <a:cubicBezTo>
                    <a:pt x="2078" y="1330"/>
                    <a:pt x="2235" y="1242"/>
                    <a:pt x="2230" y="1028"/>
                  </a:cubicBezTo>
                  <a:cubicBezTo>
                    <a:pt x="2218" y="723"/>
                    <a:pt x="1857" y="418"/>
                    <a:pt x="1643" y="238"/>
                  </a:cubicBezTo>
                  <a:cubicBezTo>
                    <a:pt x="1480" y="103"/>
                    <a:pt x="1198" y="0"/>
                    <a:pt x="940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"/>
            <p:cNvSpPr/>
            <p:nvPr/>
          </p:nvSpPr>
          <p:spPr>
            <a:xfrm>
              <a:off x="2359250" y="3386400"/>
              <a:ext cx="59000" cy="28600"/>
            </a:xfrm>
            <a:custGeom>
              <a:avLst/>
              <a:gdLst/>
              <a:ahLst/>
              <a:cxnLst/>
              <a:rect l="l" t="t" r="r" b="b"/>
              <a:pathLst>
                <a:path w="2360" h="1144" extrusionOk="0">
                  <a:moveTo>
                    <a:pt x="1100" y="0"/>
                  </a:moveTo>
                  <a:cubicBezTo>
                    <a:pt x="772" y="0"/>
                    <a:pt x="454" y="104"/>
                    <a:pt x="283" y="413"/>
                  </a:cubicBezTo>
                  <a:cubicBezTo>
                    <a:pt x="1" y="921"/>
                    <a:pt x="678" y="1079"/>
                    <a:pt x="1062" y="1124"/>
                  </a:cubicBezTo>
                  <a:cubicBezTo>
                    <a:pt x="1158" y="1134"/>
                    <a:pt x="1266" y="1143"/>
                    <a:pt x="1376" y="1143"/>
                  </a:cubicBezTo>
                  <a:cubicBezTo>
                    <a:pt x="1523" y="1143"/>
                    <a:pt x="1672" y="1126"/>
                    <a:pt x="1795" y="1068"/>
                  </a:cubicBezTo>
                  <a:cubicBezTo>
                    <a:pt x="2359" y="797"/>
                    <a:pt x="2235" y="244"/>
                    <a:pt x="1694" y="86"/>
                  </a:cubicBezTo>
                  <a:cubicBezTo>
                    <a:pt x="1626" y="63"/>
                    <a:pt x="1558" y="52"/>
                    <a:pt x="1479" y="41"/>
                  </a:cubicBezTo>
                  <a:cubicBezTo>
                    <a:pt x="1356" y="16"/>
                    <a:pt x="1228" y="0"/>
                    <a:pt x="1100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"/>
            <p:cNvSpPr/>
            <p:nvPr/>
          </p:nvSpPr>
          <p:spPr>
            <a:xfrm>
              <a:off x="2353825" y="3338025"/>
              <a:ext cx="42325" cy="35025"/>
            </a:xfrm>
            <a:custGeom>
              <a:avLst/>
              <a:gdLst/>
              <a:ahLst/>
              <a:cxnLst/>
              <a:rect l="l" t="t" r="r" b="b"/>
              <a:pathLst>
                <a:path w="1693" h="1401" extrusionOk="0">
                  <a:moveTo>
                    <a:pt x="588" y="0"/>
                  </a:moveTo>
                  <a:cubicBezTo>
                    <a:pt x="278" y="0"/>
                    <a:pt x="0" y="174"/>
                    <a:pt x="94" y="577"/>
                  </a:cubicBezTo>
                  <a:cubicBezTo>
                    <a:pt x="150" y="814"/>
                    <a:pt x="500" y="1197"/>
                    <a:pt x="827" y="1333"/>
                  </a:cubicBezTo>
                  <a:cubicBezTo>
                    <a:pt x="946" y="1379"/>
                    <a:pt x="1046" y="1400"/>
                    <a:pt x="1130" y="1400"/>
                  </a:cubicBezTo>
                  <a:cubicBezTo>
                    <a:pt x="1692" y="1400"/>
                    <a:pt x="1509" y="463"/>
                    <a:pt x="1087" y="159"/>
                  </a:cubicBezTo>
                  <a:cubicBezTo>
                    <a:pt x="952" y="57"/>
                    <a:pt x="765" y="0"/>
                    <a:pt x="588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"/>
            <p:cNvSpPr/>
            <p:nvPr/>
          </p:nvSpPr>
          <p:spPr>
            <a:xfrm>
              <a:off x="2362650" y="3419675"/>
              <a:ext cx="46900" cy="32400"/>
            </a:xfrm>
            <a:custGeom>
              <a:avLst/>
              <a:gdLst/>
              <a:ahLst/>
              <a:cxnLst/>
              <a:rect l="l" t="t" r="r" b="b"/>
              <a:pathLst>
                <a:path w="1876" h="1296" extrusionOk="0">
                  <a:moveTo>
                    <a:pt x="1130" y="0"/>
                  </a:moveTo>
                  <a:cubicBezTo>
                    <a:pt x="1039" y="0"/>
                    <a:pt x="949" y="14"/>
                    <a:pt x="869" y="41"/>
                  </a:cubicBezTo>
                  <a:cubicBezTo>
                    <a:pt x="542" y="143"/>
                    <a:pt x="0" y="797"/>
                    <a:pt x="282" y="1136"/>
                  </a:cubicBezTo>
                  <a:cubicBezTo>
                    <a:pt x="374" y="1249"/>
                    <a:pt x="523" y="1295"/>
                    <a:pt x="693" y="1295"/>
                  </a:cubicBezTo>
                  <a:cubicBezTo>
                    <a:pt x="795" y="1295"/>
                    <a:pt x="906" y="1278"/>
                    <a:pt x="1016" y="1249"/>
                  </a:cubicBezTo>
                  <a:cubicBezTo>
                    <a:pt x="1377" y="1136"/>
                    <a:pt x="1738" y="876"/>
                    <a:pt x="1795" y="617"/>
                  </a:cubicBezTo>
                  <a:cubicBezTo>
                    <a:pt x="1876" y="212"/>
                    <a:pt x="1490" y="0"/>
                    <a:pt x="1130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"/>
            <p:cNvSpPr/>
            <p:nvPr/>
          </p:nvSpPr>
          <p:spPr>
            <a:xfrm>
              <a:off x="2305950" y="3385550"/>
              <a:ext cx="52350" cy="26725"/>
            </a:xfrm>
            <a:custGeom>
              <a:avLst/>
              <a:gdLst/>
              <a:ahLst/>
              <a:cxnLst/>
              <a:rect l="l" t="t" r="r" b="b"/>
              <a:pathLst>
                <a:path w="2094" h="1069" extrusionOk="0">
                  <a:moveTo>
                    <a:pt x="956" y="1"/>
                  </a:moveTo>
                  <a:cubicBezTo>
                    <a:pt x="803" y="1"/>
                    <a:pt x="661" y="19"/>
                    <a:pt x="553" y="52"/>
                  </a:cubicBezTo>
                  <a:cubicBezTo>
                    <a:pt x="249" y="154"/>
                    <a:pt x="0" y="402"/>
                    <a:pt x="237" y="707"/>
                  </a:cubicBezTo>
                  <a:cubicBezTo>
                    <a:pt x="249" y="718"/>
                    <a:pt x="260" y="741"/>
                    <a:pt x="282" y="752"/>
                  </a:cubicBezTo>
                  <a:cubicBezTo>
                    <a:pt x="508" y="989"/>
                    <a:pt x="971" y="1057"/>
                    <a:pt x="1275" y="1068"/>
                  </a:cubicBezTo>
                  <a:cubicBezTo>
                    <a:pt x="1294" y="1068"/>
                    <a:pt x="1312" y="1069"/>
                    <a:pt x="1331" y="1069"/>
                  </a:cubicBezTo>
                  <a:cubicBezTo>
                    <a:pt x="1673" y="1069"/>
                    <a:pt x="2093" y="965"/>
                    <a:pt x="1986" y="526"/>
                  </a:cubicBezTo>
                  <a:cubicBezTo>
                    <a:pt x="1895" y="144"/>
                    <a:pt x="1383" y="1"/>
                    <a:pt x="956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"/>
            <p:cNvSpPr/>
            <p:nvPr/>
          </p:nvSpPr>
          <p:spPr>
            <a:xfrm>
              <a:off x="2256775" y="3303525"/>
              <a:ext cx="52850" cy="25625"/>
            </a:xfrm>
            <a:custGeom>
              <a:avLst/>
              <a:gdLst/>
              <a:ahLst/>
              <a:cxnLst/>
              <a:rect l="l" t="t" r="r" b="b"/>
              <a:pathLst>
                <a:path w="2114" h="1025" extrusionOk="0">
                  <a:moveTo>
                    <a:pt x="1412" y="0"/>
                  </a:moveTo>
                  <a:cubicBezTo>
                    <a:pt x="1079" y="0"/>
                    <a:pt x="721" y="83"/>
                    <a:pt x="591" y="162"/>
                  </a:cubicBezTo>
                  <a:cubicBezTo>
                    <a:pt x="0" y="517"/>
                    <a:pt x="278" y="1024"/>
                    <a:pt x="850" y="1024"/>
                  </a:cubicBezTo>
                  <a:cubicBezTo>
                    <a:pt x="880" y="1024"/>
                    <a:pt x="910" y="1023"/>
                    <a:pt x="940" y="1020"/>
                  </a:cubicBezTo>
                  <a:cubicBezTo>
                    <a:pt x="1087" y="997"/>
                    <a:pt x="1245" y="964"/>
                    <a:pt x="1392" y="930"/>
                  </a:cubicBezTo>
                  <a:cubicBezTo>
                    <a:pt x="1742" y="828"/>
                    <a:pt x="2114" y="636"/>
                    <a:pt x="2080" y="320"/>
                  </a:cubicBezTo>
                  <a:cubicBezTo>
                    <a:pt x="2041" y="80"/>
                    <a:pt x="1738" y="0"/>
                    <a:pt x="1412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"/>
            <p:cNvSpPr/>
            <p:nvPr/>
          </p:nvSpPr>
          <p:spPr>
            <a:xfrm>
              <a:off x="2412575" y="3398325"/>
              <a:ext cx="33025" cy="41725"/>
            </a:xfrm>
            <a:custGeom>
              <a:avLst/>
              <a:gdLst/>
              <a:ahLst/>
              <a:cxnLst/>
              <a:rect l="l" t="t" r="r" b="b"/>
              <a:pathLst>
                <a:path w="1321" h="1669" extrusionOk="0">
                  <a:moveTo>
                    <a:pt x="684" y="1"/>
                  </a:moveTo>
                  <a:cubicBezTo>
                    <a:pt x="512" y="1"/>
                    <a:pt x="341" y="125"/>
                    <a:pt x="215" y="365"/>
                  </a:cubicBezTo>
                  <a:cubicBezTo>
                    <a:pt x="0" y="758"/>
                    <a:pt x="288" y="1669"/>
                    <a:pt x="727" y="1669"/>
                  </a:cubicBezTo>
                  <a:cubicBezTo>
                    <a:pt x="818" y="1669"/>
                    <a:pt x="915" y="1630"/>
                    <a:pt x="1016" y="1539"/>
                  </a:cubicBezTo>
                  <a:cubicBezTo>
                    <a:pt x="1028" y="1527"/>
                    <a:pt x="1039" y="1516"/>
                    <a:pt x="1050" y="1505"/>
                  </a:cubicBezTo>
                  <a:cubicBezTo>
                    <a:pt x="1321" y="1223"/>
                    <a:pt x="1298" y="692"/>
                    <a:pt x="1140" y="365"/>
                  </a:cubicBezTo>
                  <a:cubicBezTo>
                    <a:pt x="1018" y="120"/>
                    <a:pt x="851" y="1"/>
                    <a:pt x="684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"/>
            <p:cNvSpPr/>
            <p:nvPr/>
          </p:nvSpPr>
          <p:spPr>
            <a:xfrm>
              <a:off x="2287350" y="3329100"/>
              <a:ext cx="47100" cy="32425"/>
            </a:xfrm>
            <a:custGeom>
              <a:avLst/>
              <a:gdLst/>
              <a:ahLst/>
              <a:cxnLst/>
              <a:rect l="l" t="t" r="r" b="b"/>
              <a:pathLst>
                <a:path w="1884" h="1297" extrusionOk="0">
                  <a:moveTo>
                    <a:pt x="533" y="1"/>
                  </a:moveTo>
                  <a:cubicBezTo>
                    <a:pt x="241" y="1"/>
                    <a:pt x="1" y="116"/>
                    <a:pt x="22" y="448"/>
                  </a:cubicBezTo>
                  <a:cubicBezTo>
                    <a:pt x="54" y="955"/>
                    <a:pt x="818" y="1297"/>
                    <a:pt x="1280" y="1297"/>
                  </a:cubicBezTo>
                  <a:cubicBezTo>
                    <a:pt x="1301" y="1297"/>
                    <a:pt x="1322" y="1296"/>
                    <a:pt x="1342" y="1295"/>
                  </a:cubicBezTo>
                  <a:cubicBezTo>
                    <a:pt x="1568" y="1272"/>
                    <a:pt x="1692" y="1204"/>
                    <a:pt x="1749" y="1103"/>
                  </a:cubicBezTo>
                  <a:cubicBezTo>
                    <a:pt x="1884" y="855"/>
                    <a:pt x="1613" y="471"/>
                    <a:pt x="1433" y="302"/>
                  </a:cubicBezTo>
                  <a:cubicBezTo>
                    <a:pt x="1270" y="151"/>
                    <a:pt x="867" y="1"/>
                    <a:pt x="533" y="1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"/>
            <p:cNvSpPr/>
            <p:nvPr/>
          </p:nvSpPr>
          <p:spPr>
            <a:xfrm>
              <a:off x="2142050" y="3224975"/>
              <a:ext cx="53325" cy="26075"/>
            </a:xfrm>
            <a:custGeom>
              <a:avLst/>
              <a:gdLst/>
              <a:ahLst/>
              <a:cxnLst/>
              <a:rect l="l" t="t" r="r" b="b"/>
              <a:pathLst>
                <a:path w="2133" h="1043" extrusionOk="0">
                  <a:moveTo>
                    <a:pt x="756" y="0"/>
                  </a:moveTo>
                  <a:cubicBezTo>
                    <a:pt x="390" y="0"/>
                    <a:pt x="61" y="111"/>
                    <a:pt x="23" y="416"/>
                  </a:cubicBezTo>
                  <a:cubicBezTo>
                    <a:pt x="0" y="630"/>
                    <a:pt x="237" y="822"/>
                    <a:pt x="418" y="901"/>
                  </a:cubicBezTo>
                  <a:cubicBezTo>
                    <a:pt x="645" y="993"/>
                    <a:pt x="885" y="1042"/>
                    <a:pt x="1128" y="1042"/>
                  </a:cubicBezTo>
                  <a:cubicBezTo>
                    <a:pt x="1211" y="1042"/>
                    <a:pt x="1294" y="1036"/>
                    <a:pt x="1377" y="1025"/>
                  </a:cubicBezTo>
                  <a:cubicBezTo>
                    <a:pt x="1760" y="935"/>
                    <a:pt x="2133" y="641"/>
                    <a:pt x="1749" y="280"/>
                  </a:cubicBezTo>
                  <a:cubicBezTo>
                    <a:pt x="1586" y="128"/>
                    <a:pt x="1149" y="0"/>
                    <a:pt x="756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"/>
            <p:cNvSpPr/>
            <p:nvPr/>
          </p:nvSpPr>
          <p:spPr>
            <a:xfrm>
              <a:off x="2204050" y="3259475"/>
              <a:ext cx="62425" cy="26100"/>
            </a:xfrm>
            <a:custGeom>
              <a:avLst/>
              <a:gdLst/>
              <a:ahLst/>
              <a:cxnLst/>
              <a:rect l="l" t="t" r="r" b="b"/>
              <a:pathLst>
                <a:path w="2497" h="1044" extrusionOk="0">
                  <a:moveTo>
                    <a:pt x="1002" y="1"/>
                  </a:moveTo>
                  <a:cubicBezTo>
                    <a:pt x="548" y="1"/>
                    <a:pt x="1" y="142"/>
                    <a:pt x="194" y="672"/>
                  </a:cubicBezTo>
                  <a:cubicBezTo>
                    <a:pt x="262" y="841"/>
                    <a:pt x="431" y="943"/>
                    <a:pt x="668" y="999"/>
                  </a:cubicBezTo>
                  <a:cubicBezTo>
                    <a:pt x="797" y="1030"/>
                    <a:pt x="942" y="1044"/>
                    <a:pt x="1089" y="1044"/>
                  </a:cubicBezTo>
                  <a:cubicBezTo>
                    <a:pt x="1483" y="1044"/>
                    <a:pt x="1892" y="944"/>
                    <a:pt x="2056" y="796"/>
                  </a:cubicBezTo>
                  <a:cubicBezTo>
                    <a:pt x="2496" y="412"/>
                    <a:pt x="1673" y="108"/>
                    <a:pt x="1402" y="40"/>
                  </a:cubicBezTo>
                  <a:cubicBezTo>
                    <a:pt x="1301" y="17"/>
                    <a:pt x="1157" y="1"/>
                    <a:pt x="1002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"/>
            <p:cNvSpPr/>
            <p:nvPr/>
          </p:nvSpPr>
          <p:spPr>
            <a:xfrm>
              <a:off x="2308800" y="3265425"/>
              <a:ext cx="64300" cy="30750"/>
            </a:xfrm>
            <a:custGeom>
              <a:avLst/>
              <a:gdLst/>
              <a:ahLst/>
              <a:cxnLst/>
              <a:rect l="l" t="t" r="r" b="b"/>
              <a:pathLst>
                <a:path w="2572" h="1230" extrusionOk="0">
                  <a:moveTo>
                    <a:pt x="888" y="1"/>
                  </a:moveTo>
                  <a:cubicBezTo>
                    <a:pt x="771" y="1"/>
                    <a:pt x="666" y="19"/>
                    <a:pt x="586" y="61"/>
                  </a:cubicBezTo>
                  <a:cubicBezTo>
                    <a:pt x="0" y="379"/>
                    <a:pt x="1327" y="1230"/>
                    <a:pt x="1985" y="1230"/>
                  </a:cubicBezTo>
                  <a:cubicBezTo>
                    <a:pt x="2075" y="1230"/>
                    <a:pt x="2152" y="1214"/>
                    <a:pt x="2211" y="1179"/>
                  </a:cubicBezTo>
                  <a:cubicBezTo>
                    <a:pt x="2572" y="964"/>
                    <a:pt x="2335" y="603"/>
                    <a:pt x="2087" y="411"/>
                  </a:cubicBezTo>
                  <a:cubicBezTo>
                    <a:pt x="1917" y="287"/>
                    <a:pt x="1726" y="186"/>
                    <a:pt x="1522" y="129"/>
                  </a:cubicBezTo>
                  <a:cubicBezTo>
                    <a:pt x="1311" y="52"/>
                    <a:pt x="1082" y="1"/>
                    <a:pt x="888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"/>
            <p:cNvSpPr/>
            <p:nvPr/>
          </p:nvSpPr>
          <p:spPr>
            <a:xfrm>
              <a:off x="2314100" y="3305475"/>
              <a:ext cx="53650" cy="30950"/>
            </a:xfrm>
            <a:custGeom>
              <a:avLst/>
              <a:gdLst/>
              <a:ahLst/>
              <a:cxnLst/>
              <a:rect l="l" t="t" r="r" b="b"/>
              <a:pathLst>
                <a:path w="2146" h="1238" extrusionOk="0">
                  <a:moveTo>
                    <a:pt x="720" y="1"/>
                  </a:moveTo>
                  <a:cubicBezTo>
                    <a:pt x="348" y="1"/>
                    <a:pt x="0" y="130"/>
                    <a:pt x="250" y="581"/>
                  </a:cubicBezTo>
                  <a:cubicBezTo>
                    <a:pt x="428" y="913"/>
                    <a:pt x="966" y="1238"/>
                    <a:pt x="1423" y="1238"/>
                  </a:cubicBezTo>
                  <a:cubicBezTo>
                    <a:pt x="1572" y="1238"/>
                    <a:pt x="1713" y="1203"/>
                    <a:pt x="1830" y="1123"/>
                  </a:cubicBezTo>
                  <a:cubicBezTo>
                    <a:pt x="1897" y="1077"/>
                    <a:pt x="1942" y="1010"/>
                    <a:pt x="1988" y="942"/>
                  </a:cubicBezTo>
                  <a:cubicBezTo>
                    <a:pt x="2145" y="570"/>
                    <a:pt x="1423" y="130"/>
                    <a:pt x="1141" y="51"/>
                  </a:cubicBezTo>
                  <a:cubicBezTo>
                    <a:pt x="1022" y="21"/>
                    <a:pt x="869" y="1"/>
                    <a:pt x="720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"/>
            <p:cNvSpPr/>
            <p:nvPr/>
          </p:nvSpPr>
          <p:spPr>
            <a:xfrm>
              <a:off x="2247050" y="3258550"/>
              <a:ext cx="64550" cy="33375"/>
            </a:xfrm>
            <a:custGeom>
              <a:avLst/>
              <a:gdLst/>
              <a:ahLst/>
              <a:cxnLst/>
              <a:rect l="l" t="t" r="r" b="b"/>
              <a:pathLst>
                <a:path w="2582" h="1335" extrusionOk="0">
                  <a:moveTo>
                    <a:pt x="1242" y="0"/>
                  </a:moveTo>
                  <a:cubicBezTo>
                    <a:pt x="1106" y="0"/>
                    <a:pt x="968" y="18"/>
                    <a:pt x="833" y="54"/>
                  </a:cubicBezTo>
                  <a:cubicBezTo>
                    <a:pt x="1" y="332"/>
                    <a:pt x="1419" y="1335"/>
                    <a:pt x="2152" y="1335"/>
                  </a:cubicBezTo>
                  <a:cubicBezTo>
                    <a:pt x="2374" y="1335"/>
                    <a:pt x="2532" y="1244"/>
                    <a:pt x="2548" y="1014"/>
                  </a:cubicBezTo>
                  <a:cubicBezTo>
                    <a:pt x="2582" y="585"/>
                    <a:pt x="2255" y="280"/>
                    <a:pt x="1848" y="122"/>
                  </a:cubicBezTo>
                  <a:cubicBezTo>
                    <a:pt x="1652" y="41"/>
                    <a:pt x="1448" y="0"/>
                    <a:pt x="1242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"/>
            <p:cNvSpPr/>
            <p:nvPr/>
          </p:nvSpPr>
          <p:spPr>
            <a:xfrm>
              <a:off x="2350025" y="3296400"/>
              <a:ext cx="43950" cy="42525"/>
            </a:xfrm>
            <a:custGeom>
              <a:avLst/>
              <a:gdLst/>
              <a:ahLst/>
              <a:cxnLst/>
              <a:rect l="l" t="t" r="r" b="b"/>
              <a:pathLst>
                <a:path w="1758" h="1701" extrusionOk="0">
                  <a:moveTo>
                    <a:pt x="1034" y="1"/>
                  </a:moveTo>
                  <a:cubicBezTo>
                    <a:pt x="971" y="1"/>
                    <a:pt x="907" y="10"/>
                    <a:pt x="844" y="30"/>
                  </a:cubicBezTo>
                  <a:cubicBezTo>
                    <a:pt x="1" y="230"/>
                    <a:pt x="693" y="1700"/>
                    <a:pt x="1239" y="1700"/>
                  </a:cubicBezTo>
                  <a:cubicBezTo>
                    <a:pt x="1277" y="1700"/>
                    <a:pt x="1315" y="1693"/>
                    <a:pt x="1352" y="1677"/>
                  </a:cubicBezTo>
                  <a:cubicBezTo>
                    <a:pt x="1668" y="1542"/>
                    <a:pt x="1758" y="887"/>
                    <a:pt x="1656" y="515"/>
                  </a:cubicBezTo>
                  <a:cubicBezTo>
                    <a:pt x="1601" y="208"/>
                    <a:pt x="1330" y="1"/>
                    <a:pt x="1034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"/>
            <p:cNvSpPr/>
            <p:nvPr/>
          </p:nvSpPr>
          <p:spPr>
            <a:xfrm>
              <a:off x="2209325" y="3224700"/>
              <a:ext cx="55900" cy="33400"/>
            </a:xfrm>
            <a:custGeom>
              <a:avLst/>
              <a:gdLst/>
              <a:ahLst/>
              <a:cxnLst/>
              <a:rect l="l" t="t" r="r" b="b"/>
              <a:pathLst>
                <a:path w="2236" h="1336" extrusionOk="0">
                  <a:moveTo>
                    <a:pt x="381" y="1"/>
                  </a:moveTo>
                  <a:cubicBezTo>
                    <a:pt x="157" y="1"/>
                    <a:pt x="0" y="88"/>
                    <a:pt x="6" y="303"/>
                  </a:cubicBezTo>
                  <a:cubicBezTo>
                    <a:pt x="6" y="607"/>
                    <a:pt x="367" y="912"/>
                    <a:pt x="582" y="1092"/>
                  </a:cubicBezTo>
                  <a:cubicBezTo>
                    <a:pt x="752" y="1227"/>
                    <a:pt x="1038" y="1335"/>
                    <a:pt x="1297" y="1335"/>
                  </a:cubicBezTo>
                  <a:cubicBezTo>
                    <a:pt x="1450" y="1335"/>
                    <a:pt x="1594" y="1297"/>
                    <a:pt x="1699" y="1205"/>
                  </a:cubicBezTo>
                  <a:cubicBezTo>
                    <a:pt x="2235" y="727"/>
                    <a:pt x="1028" y="1"/>
                    <a:pt x="38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"/>
            <p:cNvSpPr/>
            <p:nvPr/>
          </p:nvSpPr>
          <p:spPr>
            <a:xfrm>
              <a:off x="2108200" y="3262125"/>
              <a:ext cx="58975" cy="28550"/>
            </a:xfrm>
            <a:custGeom>
              <a:avLst/>
              <a:gdLst/>
              <a:ahLst/>
              <a:cxnLst/>
              <a:rect l="l" t="t" r="r" b="b"/>
              <a:pathLst>
                <a:path w="2359" h="1142" extrusionOk="0">
                  <a:moveTo>
                    <a:pt x="946" y="0"/>
                  </a:moveTo>
                  <a:cubicBezTo>
                    <a:pt x="810" y="0"/>
                    <a:pt x="676" y="16"/>
                    <a:pt x="564" y="69"/>
                  </a:cubicBezTo>
                  <a:cubicBezTo>
                    <a:pt x="0" y="340"/>
                    <a:pt x="135" y="904"/>
                    <a:pt x="666" y="1051"/>
                  </a:cubicBezTo>
                  <a:cubicBezTo>
                    <a:pt x="745" y="1074"/>
                    <a:pt x="812" y="1096"/>
                    <a:pt x="880" y="1107"/>
                  </a:cubicBezTo>
                  <a:cubicBezTo>
                    <a:pt x="997" y="1128"/>
                    <a:pt x="1119" y="1141"/>
                    <a:pt x="1241" y="1141"/>
                  </a:cubicBezTo>
                  <a:cubicBezTo>
                    <a:pt x="1576" y="1141"/>
                    <a:pt x="1902" y="1042"/>
                    <a:pt x="2076" y="735"/>
                  </a:cubicBezTo>
                  <a:cubicBezTo>
                    <a:pt x="2358" y="216"/>
                    <a:pt x="1681" y="58"/>
                    <a:pt x="1309" y="24"/>
                  </a:cubicBezTo>
                  <a:cubicBezTo>
                    <a:pt x="1196" y="13"/>
                    <a:pt x="1070" y="0"/>
                    <a:pt x="946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"/>
            <p:cNvSpPr/>
            <p:nvPr/>
          </p:nvSpPr>
          <p:spPr>
            <a:xfrm>
              <a:off x="2230750" y="3289475"/>
              <a:ext cx="36775" cy="36875"/>
            </a:xfrm>
            <a:custGeom>
              <a:avLst/>
              <a:gdLst/>
              <a:ahLst/>
              <a:cxnLst/>
              <a:rect l="l" t="t" r="r" b="b"/>
              <a:pathLst>
                <a:path w="1471" h="1475" extrusionOk="0">
                  <a:moveTo>
                    <a:pt x="991" y="1"/>
                  </a:moveTo>
                  <a:cubicBezTo>
                    <a:pt x="781" y="1"/>
                    <a:pt x="548" y="93"/>
                    <a:pt x="402" y="239"/>
                  </a:cubicBezTo>
                  <a:cubicBezTo>
                    <a:pt x="44" y="587"/>
                    <a:pt x="0" y="1475"/>
                    <a:pt x="485" y="1475"/>
                  </a:cubicBezTo>
                  <a:cubicBezTo>
                    <a:pt x="582" y="1475"/>
                    <a:pt x="700" y="1439"/>
                    <a:pt x="842" y="1356"/>
                  </a:cubicBezTo>
                  <a:cubicBezTo>
                    <a:pt x="1146" y="1176"/>
                    <a:pt x="1428" y="736"/>
                    <a:pt x="1440" y="499"/>
                  </a:cubicBezTo>
                  <a:cubicBezTo>
                    <a:pt x="1471" y="143"/>
                    <a:pt x="1250" y="1"/>
                    <a:pt x="991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"/>
            <p:cNvSpPr/>
            <p:nvPr/>
          </p:nvSpPr>
          <p:spPr>
            <a:xfrm>
              <a:off x="2255600" y="3453175"/>
              <a:ext cx="49250" cy="30700"/>
            </a:xfrm>
            <a:custGeom>
              <a:avLst/>
              <a:gdLst/>
              <a:ahLst/>
              <a:cxnLst/>
              <a:rect l="l" t="t" r="r" b="b"/>
              <a:pathLst>
                <a:path w="1970" h="1228" extrusionOk="0">
                  <a:moveTo>
                    <a:pt x="862" y="0"/>
                  </a:moveTo>
                  <a:cubicBezTo>
                    <a:pt x="471" y="0"/>
                    <a:pt x="1" y="273"/>
                    <a:pt x="164" y="710"/>
                  </a:cubicBezTo>
                  <a:cubicBezTo>
                    <a:pt x="254" y="958"/>
                    <a:pt x="660" y="1161"/>
                    <a:pt x="1033" y="1218"/>
                  </a:cubicBezTo>
                  <a:cubicBezTo>
                    <a:pt x="1092" y="1224"/>
                    <a:pt x="1151" y="1228"/>
                    <a:pt x="1207" y="1228"/>
                  </a:cubicBezTo>
                  <a:cubicBezTo>
                    <a:pt x="1441" y="1228"/>
                    <a:pt x="1644" y="1167"/>
                    <a:pt x="1743" y="1003"/>
                  </a:cubicBezTo>
                  <a:cubicBezTo>
                    <a:pt x="1969" y="620"/>
                    <a:pt x="1326" y="67"/>
                    <a:pt x="987" y="10"/>
                  </a:cubicBezTo>
                  <a:cubicBezTo>
                    <a:pt x="947" y="4"/>
                    <a:pt x="905" y="0"/>
                    <a:pt x="862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"/>
            <p:cNvSpPr/>
            <p:nvPr/>
          </p:nvSpPr>
          <p:spPr>
            <a:xfrm>
              <a:off x="2117775" y="3325875"/>
              <a:ext cx="49400" cy="28575"/>
            </a:xfrm>
            <a:custGeom>
              <a:avLst/>
              <a:gdLst/>
              <a:ahLst/>
              <a:cxnLst/>
              <a:rect l="l" t="t" r="r" b="b"/>
              <a:pathLst>
                <a:path w="1976" h="1143" extrusionOk="0">
                  <a:moveTo>
                    <a:pt x="1207" y="1"/>
                  </a:moveTo>
                  <a:cubicBezTo>
                    <a:pt x="753" y="1"/>
                    <a:pt x="74" y="223"/>
                    <a:pt x="35" y="690"/>
                  </a:cubicBezTo>
                  <a:cubicBezTo>
                    <a:pt x="0" y="1049"/>
                    <a:pt x="270" y="1142"/>
                    <a:pt x="549" y="1142"/>
                  </a:cubicBezTo>
                  <a:cubicBezTo>
                    <a:pt x="640" y="1142"/>
                    <a:pt x="731" y="1133"/>
                    <a:pt x="813" y="1119"/>
                  </a:cubicBezTo>
                  <a:cubicBezTo>
                    <a:pt x="1118" y="1063"/>
                    <a:pt x="1558" y="938"/>
                    <a:pt x="1750" y="656"/>
                  </a:cubicBezTo>
                  <a:cubicBezTo>
                    <a:pt x="1761" y="634"/>
                    <a:pt x="1772" y="622"/>
                    <a:pt x="1784" y="600"/>
                  </a:cubicBezTo>
                  <a:cubicBezTo>
                    <a:pt x="1975" y="261"/>
                    <a:pt x="1693" y="58"/>
                    <a:pt x="1377" y="13"/>
                  </a:cubicBezTo>
                  <a:cubicBezTo>
                    <a:pt x="1326" y="5"/>
                    <a:pt x="1269" y="1"/>
                    <a:pt x="1207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"/>
            <p:cNvSpPr/>
            <p:nvPr/>
          </p:nvSpPr>
          <p:spPr>
            <a:xfrm>
              <a:off x="2309425" y="3480550"/>
              <a:ext cx="52975" cy="24225"/>
            </a:xfrm>
            <a:custGeom>
              <a:avLst/>
              <a:gdLst/>
              <a:ahLst/>
              <a:cxnLst/>
              <a:rect l="l" t="t" r="r" b="b"/>
              <a:pathLst>
                <a:path w="2119" h="969" extrusionOk="0">
                  <a:moveTo>
                    <a:pt x="969" y="0"/>
                  </a:moveTo>
                  <a:cubicBezTo>
                    <a:pt x="535" y="0"/>
                    <a:pt x="0" y="114"/>
                    <a:pt x="8" y="450"/>
                  </a:cubicBezTo>
                  <a:cubicBezTo>
                    <a:pt x="19" y="766"/>
                    <a:pt x="414" y="901"/>
                    <a:pt x="775" y="946"/>
                  </a:cubicBezTo>
                  <a:cubicBezTo>
                    <a:pt x="933" y="969"/>
                    <a:pt x="1091" y="969"/>
                    <a:pt x="1238" y="969"/>
                  </a:cubicBezTo>
                  <a:cubicBezTo>
                    <a:pt x="1870" y="935"/>
                    <a:pt x="2118" y="337"/>
                    <a:pt x="1452" y="66"/>
                  </a:cubicBezTo>
                  <a:cubicBezTo>
                    <a:pt x="1361" y="26"/>
                    <a:pt x="1177" y="0"/>
                    <a:pt x="969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"/>
            <p:cNvSpPr/>
            <p:nvPr/>
          </p:nvSpPr>
          <p:spPr>
            <a:xfrm>
              <a:off x="2165175" y="3261825"/>
              <a:ext cx="32425" cy="41550"/>
            </a:xfrm>
            <a:custGeom>
              <a:avLst/>
              <a:gdLst/>
              <a:ahLst/>
              <a:cxnLst/>
              <a:rect l="l" t="t" r="r" b="b"/>
              <a:pathLst>
                <a:path w="1297" h="1662" extrusionOk="0">
                  <a:moveTo>
                    <a:pt x="555" y="0"/>
                  </a:moveTo>
                  <a:cubicBezTo>
                    <a:pt x="367" y="0"/>
                    <a:pt x="195" y="146"/>
                    <a:pt x="102" y="431"/>
                  </a:cubicBezTo>
                  <a:cubicBezTo>
                    <a:pt x="0" y="781"/>
                    <a:pt x="57" y="1323"/>
                    <a:pt x="373" y="1548"/>
                  </a:cubicBezTo>
                  <a:lnTo>
                    <a:pt x="407" y="1571"/>
                  </a:lnTo>
                  <a:cubicBezTo>
                    <a:pt x="502" y="1634"/>
                    <a:pt x="590" y="1662"/>
                    <a:pt x="668" y="1662"/>
                  </a:cubicBezTo>
                  <a:cubicBezTo>
                    <a:pt x="1138" y="1662"/>
                    <a:pt x="1296" y="673"/>
                    <a:pt x="1016" y="296"/>
                  </a:cubicBezTo>
                  <a:cubicBezTo>
                    <a:pt x="874" y="98"/>
                    <a:pt x="709" y="0"/>
                    <a:pt x="555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"/>
            <p:cNvSpPr/>
            <p:nvPr/>
          </p:nvSpPr>
          <p:spPr>
            <a:xfrm>
              <a:off x="2265600" y="3403075"/>
              <a:ext cx="45450" cy="35250"/>
            </a:xfrm>
            <a:custGeom>
              <a:avLst/>
              <a:gdLst/>
              <a:ahLst/>
              <a:cxnLst/>
              <a:rect l="l" t="t" r="r" b="b"/>
              <a:pathLst>
                <a:path w="1818" h="1410" extrusionOk="0">
                  <a:moveTo>
                    <a:pt x="1354" y="1"/>
                  </a:moveTo>
                  <a:cubicBezTo>
                    <a:pt x="998" y="1"/>
                    <a:pt x="522" y="251"/>
                    <a:pt x="362" y="446"/>
                  </a:cubicBezTo>
                  <a:cubicBezTo>
                    <a:pt x="215" y="638"/>
                    <a:pt x="1" y="1055"/>
                    <a:pt x="181" y="1281"/>
                  </a:cubicBezTo>
                  <a:cubicBezTo>
                    <a:pt x="239" y="1358"/>
                    <a:pt x="345" y="1410"/>
                    <a:pt x="508" y="1410"/>
                  </a:cubicBezTo>
                  <a:cubicBezTo>
                    <a:pt x="536" y="1410"/>
                    <a:pt x="567" y="1408"/>
                    <a:pt x="599" y="1405"/>
                  </a:cubicBezTo>
                  <a:cubicBezTo>
                    <a:pt x="1050" y="1371"/>
                    <a:pt x="1817" y="897"/>
                    <a:pt x="1772" y="367"/>
                  </a:cubicBezTo>
                  <a:cubicBezTo>
                    <a:pt x="1751" y="98"/>
                    <a:pt x="1576" y="1"/>
                    <a:pt x="1354" y="1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"/>
            <p:cNvSpPr/>
            <p:nvPr/>
          </p:nvSpPr>
          <p:spPr>
            <a:xfrm>
              <a:off x="2306800" y="3415875"/>
              <a:ext cx="52475" cy="28250"/>
            </a:xfrm>
            <a:custGeom>
              <a:avLst/>
              <a:gdLst/>
              <a:ahLst/>
              <a:cxnLst/>
              <a:rect l="l" t="t" r="r" b="b"/>
              <a:pathLst>
                <a:path w="2099" h="1130" extrusionOk="0">
                  <a:moveTo>
                    <a:pt x="1502" y="0"/>
                  </a:moveTo>
                  <a:cubicBezTo>
                    <a:pt x="1059" y="0"/>
                    <a:pt x="491" y="240"/>
                    <a:pt x="327" y="453"/>
                  </a:cubicBezTo>
                  <a:cubicBezTo>
                    <a:pt x="0" y="859"/>
                    <a:pt x="406" y="1096"/>
                    <a:pt x="801" y="1130"/>
                  </a:cubicBezTo>
                  <a:cubicBezTo>
                    <a:pt x="1129" y="1119"/>
                    <a:pt x="1444" y="1028"/>
                    <a:pt x="1727" y="859"/>
                  </a:cubicBezTo>
                  <a:cubicBezTo>
                    <a:pt x="1896" y="746"/>
                    <a:pt x="2099" y="521"/>
                    <a:pt x="2043" y="306"/>
                  </a:cubicBezTo>
                  <a:cubicBezTo>
                    <a:pt x="1980" y="84"/>
                    <a:pt x="1763" y="0"/>
                    <a:pt x="1502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"/>
            <p:cNvSpPr/>
            <p:nvPr/>
          </p:nvSpPr>
          <p:spPr>
            <a:xfrm>
              <a:off x="2084200" y="3234525"/>
              <a:ext cx="60175" cy="27400"/>
            </a:xfrm>
            <a:custGeom>
              <a:avLst/>
              <a:gdLst/>
              <a:ahLst/>
              <a:cxnLst/>
              <a:rect l="l" t="t" r="r" b="b"/>
              <a:pathLst>
                <a:path w="2407" h="1096" extrusionOk="0">
                  <a:moveTo>
                    <a:pt x="1711" y="1"/>
                  </a:moveTo>
                  <a:cubicBezTo>
                    <a:pt x="1455" y="1"/>
                    <a:pt x="1182" y="63"/>
                    <a:pt x="1028" y="124"/>
                  </a:cubicBezTo>
                  <a:cubicBezTo>
                    <a:pt x="768" y="237"/>
                    <a:pt x="1" y="654"/>
                    <a:pt x="497" y="970"/>
                  </a:cubicBezTo>
                  <a:cubicBezTo>
                    <a:pt x="619" y="1053"/>
                    <a:pt x="851" y="1096"/>
                    <a:pt x="1109" y="1096"/>
                  </a:cubicBezTo>
                  <a:cubicBezTo>
                    <a:pt x="1377" y="1096"/>
                    <a:pt x="1673" y="1051"/>
                    <a:pt x="1908" y="959"/>
                  </a:cubicBezTo>
                  <a:cubicBezTo>
                    <a:pt x="2111" y="869"/>
                    <a:pt x="2269" y="745"/>
                    <a:pt x="2314" y="564"/>
                  </a:cubicBezTo>
                  <a:cubicBezTo>
                    <a:pt x="2407" y="127"/>
                    <a:pt x="2076" y="1"/>
                    <a:pt x="1711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"/>
            <p:cNvSpPr/>
            <p:nvPr/>
          </p:nvSpPr>
          <p:spPr>
            <a:xfrm>
              <a:off x="2213425" y="3425425"/>
              <a:ext cx="51350" cy="24200"/>
            </a:xfrm>
            <a:custGeom>
              <a:avLst/>
              <a:gdLst/>
              <a:ahLst/>
              <a:cxnLst/>
              <a:rect l="l" t="t" r="r" b="b"/>
              <a:pathLst>
                <a:path w="2054" h="968" extrusionOk="0">
                  <a:moveTo>
                    <a:pt x="1181" y="1"/>
                  </a:moveTo>
                  <a:cubicBezTo>
                    <a:pt x="997" y="1"/>
                    <a:pt x="820" y="33"/>
                    <a:pt x="643" y="82"/>
                  </a:cubicBezTo>
                  <a:cubicBezTo>
                    <a:pt x="350" y="184"/>
                    <a:pt x="0" y="443"/>
                    <a:pt x="260" y="759"/>
                  </a:cubicBezTo>
                  <a:cubicBezTo>
                    <a:pt x="395" y="921"/>
                    <a:pt x="642" y="967"/>
                    <a:pt x="885" y="967"/>
                  </a:cubicBezTo>
                  <a:cubicBezTo>
                    <a:pt x="1066" y="967"/>
                    <a:pt x="1246" y="941"/>
                    <a:pt x="1377" y="917"/>
                  </a:cubicBezTo>
                  <a:cubicBezTo>
                    <a:pt x="1580" y="895"/>
                    <a:pt x="1806" y="883"/>
                    <a:pt x="1873" y="691"/>
                  </a:cubicBezTo>
                  <a:cubicBezTo>
                    <a:pt x="2054" y="285"/>
                    <a:pt x="1602" y="3"/>
                    <a:pt x="1264" y="3"/>
                  </a:cubicBezTo>
                  <a:cubicBezTo>
                    <a:pt x="1236" y="2"/>
                    <a:pt x="1209" y="1"/>
                    <a:pt x="1181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"/>
            <p:cNvSpPr/>
            <p:nvPr/>
          </p:nvSpPr>
          <p:spPr>
            <a:xfrm>
              <a:off x="2322875" y="3442675"/>
              <a:ext cx="50425" cy="33850"/>
            </a:xfrm>
            <a:custGeom>
              <a:avLst/>
              <a:gdLst/>
              <a:ahLst/>
              <a:cxnLst/>
              <a:rect l="l" t="t" r="r" b="b"/>
              <a:pathLst>
                <a:path w="2017" h="1354" extrusionOk="0">
                  <a:moveTo>
                    <a:pt x="1526" y="0"/>
                  </a:moveTo>
                  <a:cubicBezTo>
                    <a:pt x="1322" y="0"/>
                    <a:pt x="1081" y="65"/>
                    <a:pt x="914" y="137"/>
                  </a:cubicBezTo>
                  <a:cubicBezTo>
                    <a:pt x="644" y="250"/>
                    <a:pt x="0" y="791"/>
                    <a:pt x="215" y="1141"/>
                  </a:cubicBezTo>
                  <a:cubicBezTo>
                    <a:pt x="260" y="1209"/>
                    <a:pt x="316" y="1254"/>
                    <a:pt x="395" y="1288"/>
                  </a:cubicBezTo>
                  <a:cubicBezTo>
                    <a:pt x="486" y="1333"/>
                    <a:pt x="585" y="1353"/>
                    <a:pt x="687" y="1353"/>
                  </a:cubicBezTo>
                  <a:cubicBezTo>
                    <a:pt x="1171" y="1353"/>
                    <a:pt x="1734" y="902"/>
                    <a:pt x="1873" y="521"/>
                  </a:cubicBezTo>
                  <a:cubicBezTo>
                    <a:pt x="2017" y="123"/>
                    <a:pt x="1806" y="0"/>
                    <a:pt x="1526" y="0"/>
                  </a:cubicBezTo>
                  <a:close/>
                </a:path>
              </a:pathLst>
            </a:custGeom>
            <a:solidFill>
              <a:srgbClr val="907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"/>
            <p:cNvSpPr/>
            <p:nvPr/>
          </p:nvSpPr>
          <p:spPr>
            <a:xfrm>
              <a:off x="2221825" y="3374800"/>
              <a:ext cx="62450" cy="32000"/>
            </a:xfrm>
            <a:custGeom>
              <a:avLst/>
              <a:gdLst/>
              <a:ahLst/>
              <a:cxnLst/>
              <a:rect l="l" t="t" r="r" b="b"/>
              <a:pathLst>
                <a:path w="2498" h="1280" extrusionOk="0">
                  <a:moveTo>
                    <a:pt x="1029" y="0"/>
                  </a:moveTo>
                  <a:cubicBezTo>
                    <a:pt x="807" y="0"/>
                    <a:pt x="600" y="74"/>
                    <a:pt x="443" y="257"/>
                  </a:cubicBezTo>
                  <a:cubicBezTo>
                    <a:pt x="1" y="751"/>
                    <a:pt x="1199" y="1280"/>
                    <a:pt x="1906" y="1280"/>
                  </a:cubicBezTo>
                  <a:cubicBezTo>
                    <a:pt x="2265" y="1280"/>
                    <a:pt x="2498" y="1144"/>
                    <a:pt x="2327" y="798"/>
                  </a:cubicBezTo>
                  <a:cubicBezTo>
                    <a:pt x="2158" y="494"/>
                    <a:pt x="1887" y="257"/>
                    <a:pt x="1571" y="121"/>
                  </a:cubicBezTo>
                  <a:cubicBezTo>
                    <a:pt x="1392" y="46"/>
                    <a:pt x="1206" y="0"/>
                    <a:pt x="1029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"/>
            <p:cNvSpPr/>
            <p:nvPr/>
          </p:nvSpPr>
          <p:spPr>
            <a:xfrm>
              <a:off x="2194800" y="3292500"/>
              <a:ext cx="41650" cy="43275"/>
            </a:xfrm>
            <a:custGeom>
              <a:avLst/>
              <a:gdLst/>
              <a:ahLst/>
              <a:cxnLst/>
              <a:rect l="l" t="t" r="r" b="b"/>
              <a:pathLst>
                <a:path w="1666" h="1731" extrusionOk="0">
                  <a:moveTo>
                    <a:pt x="701" y="1"/>
                  </a:moveTo>
                  <a:cubicBezTo>
                    <a:pt x="360" y="1"/>
                    <a:pt x="66" y="269"/>
                    <a:pt x="45" y="626"/>
                  </a:cubicBezTo>
                  <a:cubicBezTo>
                    <a:pt x="0" y="1010"/>
                    <a:pt x="203" y="1642"/>
                    <a:pt x="531" y="1721"/>
                  </a:cubicBezTo>
                  <a:cubicBezTo>
                    <a:pt x="555" y="1727"/>
                    <a:pt x="580" y="1730"/>
                    <a:pt x="605" y="1730"/>
                  </a:cubicBezTo>
                  <a:cubicBezTo>
                    <a:pt x="1164" y="1730"/>
                    <a:pt x="1665" y="81"/>
                    <a:pt x="779" y="5"/>
                  </a:cubicBezTo>
                  <a:cubicBezTo>
                    <a:pt x="753" y="2"/>
                    <a:pt x="726" y="1"/>
                    <a:pt x="701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"/>
            <p:cNvSpPr/>
            <p:nvPr/>
          </p:nvSpPr>
          <p:spPr>
            <a:xfrm>
              <a:off x="2378275" y="3446650"/>
              <a:ext cx="55200" cy="36850"/>
            </a:xfrm>
            <a:custGeom>
              <a:avLst/>
              <a:gdLst/>
              <a:ahLst/>
              <a:cxnLst/>
              <a:rect l="l" t="t" r="r" b="b"/>
              <a:pathLst>
                <a:path w="2208" h="1474" extrusionOk="0">
                  <a:moveTo>
                    <a:pt x="1856" y="0"/>
                  </a:moveTo>
                  <a:cubicBezTo>
                    <a:pt x="1246" y="0"/>
                    <a:pt x="0" y="983"/>
                    <a:pt x="639" y="1400"/>
                  </a:cubicBezTo>
                  <a:cubicBezTo>
                    <a:pt x="721" y="1451"/>
                    <a:pt x="820" y="1473"/>
                    <a:pt x="925" y="1473"/>
                  </a:cubicBezTo>
                  <a:cubicBezTo>
                    <a:pt x="1212" y="1473"/>
                    <a:pt x="1546" y="1308"/>
                    <a:pt x="1711" y="1118"/>
                  </a:cubicBezTo>
                  <a:cubicBezTo>
                    <a:pt x="1892" y="914"/>
                    <a:pt x="2208" y="553"/>
                    <a:pt x="2163" y="249"/>
                  </a:cubicBezTo>
                  <a:cubicBezTo>
                    <a:pt x="2141" y="73"/>
                    <a:pt x="2022" y="0"/>
                    <a:pt x="1856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"/>
            <p:cNvSpPr/>
            <p:nvPr/>
          </p:nvSpPr>
          <p:spPr>
            <a:xfrm>
              <a:off x="2265875" y="3355400"/>
              <a:ext cx="58700" cy="30100"/>
            </a:xfrm>
            <a:custGeom>
              <a:avLst/>
              <a:gdLst/>
              <a:ahLst/>
              <a:cxnLst/>
              <a:rect l="l" t="t" r="r" b="b"/>
              <a:pathLst>
                <a:path w="2348" h="1204" extrusionOk="0">
                  <a:moveTo>
                    <a:pt x="1540" y="0"/>
                  </a:moveTo>
                  <a:cubicBezTo>
                    <a:pt x="1364" y="0"/>
                    <a:pt x="1176" y="48"/>
                    <a:pt x="1016" y="96"/>
                  </a:cubicBezTo>
                  <a:cubicBezTo>
                    <a:pt x="644" y="186"/>
                    <a:pt x="1" y="446"/>
                    <a:pt x="362" y="920"/>
                  </a:cubicBezTo>
                  <a:cubicBezTo>
                    <a:pt x="527" y="1130"/>
                    <a:pt x="765" y="1203"/>
                    <a:pt x="1015" y="1203"/>
                  </a:cubicBezTo>
                  <a:cubicBezTo>
                    <a:pt x="1209" y="1203"/>
                    <a:pt x="1410" y="1159"/>
                    <a:pt x="1592" y="1100"/>
                  </a:cubicBezTo>
                  <a:cubicBezTo>
                    <a:pt x="1671" y="1078"/>
                    <a:pt x="1739" y="1044"/>
                    <a:pt x="1795" y="1021"/>
                  </a:cubicBezTo>
                  <a:cubicBezTo>
                    <a:pt x="2303" y="784"/>
                    <a:pt x="2348" y="209"/>
                    <a:pt x="1750" y="28"/>
                  </a:cubicBezTo>
                  <a:cubicBezTo>
                    <a:pt x="1684" y="8"/>
                    <a:pt x="1613" y="0"/>
                    <a:pt x="1540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"/>
            <p:cNvSpPr/>
            <p:nvPr/>
          </p:nvSpPr>
          <p:spPr>
            <a:xfrm>
              <a:off x="2280375" y="3440150"/>
              <a:ext cx="42050" cy="34900"/>
            </a:xfrm>
            <a:custGeom>
              <a:avLst/>
              <a:gdLst/>
              <a:ahLst/>
              <a:cxnLst/>
              <a:rect l="l" t="t" r="r" b="b"/>
              <a:pathLst>
                <a:path w="1682" h="1396" extrusionOk="0">
                  <a:moveTo>
                    <a:pt x="561" y="0"/>
                  </a:moveTo>
                  <a:cubicBezTo>
                    <a:pt x="1" y="0"/>
                    <a:pt x="182" y="928"/>
                    <a:pt x="594" y="1242"/>
                  </a:cubicBezTo>
                  <a:cubicBezTo>
                    <a:pt x="733" y="1340"/>
                    <a:pt x="921" y="1395"/>
                    <a:pt x="1097" y="1395"/>
                  </a:cubicBezTo>
                  <a:cubicBezTo>
                    <a:pt x="1407" y="1395"/>
                    <a:pt x="1681" y="1224"/>
                    <a:pt x="1587" y="813"/>
                  </a:cubicBezTo>
                  <a:cubicBezTo>
                    <a:pt x="1542" y="588"/>
                    <a:pt x="1193" y="204"/>
                    <a:pt x="865" y="69"/>
                  </a:cubicBezTo>
                  <a:cubicBezTo>
                    <a:pt x="746" y="21"/>
                    <a:pt x="645" y="0"/>
                    <a:pt x="561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"/>
            <p:cNvSpPr/>
            <p:nvPr/>
          </p:nvSpPr>
          <p:spPr>
            <a:xfrm>
              <a:off x="2129000" y="3379825"/>
              <a:ext cx="46925" cy="32500"/>
            </a:xfrm>
            <a:custGeom>
              <a:avLst/>
              <a:gdLst/>
              <a:ahLst/>
              <a:cxnLst/>
              <a:rect l="l" t="t" r="r" b="b"/>
              <a:pathLst>
                <a:path w="1877" h="1300" extrusionOk="0">
                  <a:moveTo>
                    <a:pt x="1198" y="0"/>
                  </a:moveTo>
                  <a:cubicBezTo>
                    <a:pt x="1091" y="0"/>
                    <a:pt x="976" y="20"/>
                    <a:pt x="861" y="56"/>
                  </a:cubicBezTo>
                  <a:cubicBezTo>
                    <a:pt x="500" y="168"/>
                    <a:pt x="138" y="428"/>
                    <a:pt x="82" y="687"/>
                  </a:cubicBezTo>
                  <a:cubicBezTo>
                    <a:pt x="0" y="1095"/>
                    <a:pt x="392" y="1300"/>
                    <a:pt x="755" y="1300"/>
                  </a:cubicBezTo>
                  <a:cubicBezTo>
                    <a:pt x="843" y="1300"/>
                    <a:pt x="930" y="1287"/>
                    <a:pt x="1007" y="1263"/>
                  </a:cubicBezTo>
                  <a:cubicBezTo>
                    <a:pt x="1335" y="1161"/>
                    <a:pt x="1876" y="507"/>
                    <a:pt x="1594" y="157"/>
                  </a:cubicBezTo>
                  <a:cubicBezTo>
                    <a:pt x="1505" y="47"/>
                    <a:pt x="1362" y="0"/>
                    <a:pt x="1198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"/>
            <p:cNvSpPr/>
            <p:nvPr/>
          </p:nvSpPr>
          <p:spPr>
            <a:xfrm>
              <a:off x="2139775" y="3304900"/>
              <a:ext cx="52775" cy="25650"/>
            </a:xfrm>
            <a:custGeom>
              <a:avLst/>
              <a:gdLst/>
              <a:ahLst/>
              <a:cxnLst/>
              <a:rect l="l" t="t" r="r" b="b"/>
              <a:pathLst>
                <a:path w="2111" h="1026" extrusionOk="0">
                  <a:moveTo>
                    <a:pt x="1280" y="0"/>
                  </a:moveTo>
                  <a:cubicBezTo>
                    <a:pt x="1246" y="0"/>
                    <a:pt x="1211" y="2"/>
                    <a:pt x="1174" y="6"/>
                  </a:cubicBezTo>
                  <a:cubicBezTo>
                    <a:pt x="1028" y="17"/>
                    <a:pt x="870" y="51"/>
                    <a:pt x="723" y="96"/>
                  </a:cubicBezTo>
                  <a:cubicBezTo>
                    <a:pt x="373" y="198"/>
                    <a:pt x="1" y="389"/>
                    <a:pt x="46" y="705"/>
                  </a:cubicBezTo>
                  <a:cubicBezTo>
                    <a:pt x="80" y="946"/>
                    <a:pt x="382" y="1026"/>
                    <a:pt x="710" y="1026"/>
                  </a:cubicBezTo>
                  <a:cubicBezTo>
                    <a:pt x="1044" y="1026"/>
                    <a:pt x="1405" y="943"/>
                    <a:pt x="1536" y="863"/>
                  </a:cubicBezTo>
                  <a:cubicBezTo>
                    <a:pt x="2110" y="512"/>
                    <a:pt x="1852" y="0"/>
                    <a:pt x="1280" y="0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"/>
            <p:cNvSpPr/>
            <p:nvPr/>
          </p:nvSpPr>
          <p:spPr>
            <a:xfrm>
              <a:off x="2360675" y="3461600"/>
              <a:ext cx="33075" cy="41675"/>
            </a:xfrm>
            <a:custGeom>
              <a:avLst/>
              <a:gdLst/>
              <a:ahLst/>
              <a:cxnLst/>
              <a:rect l="l" t="t" r="r" b="b"/>
              <a:pathLst>
                <a:path w="1323" h="1667" extrusionOk="0">
                  <a:moveTo>
                    <a:pt x="603" y="1"/>
                  </a:moveTo>
                  <a:cubicBezTo>
                    <a:pt x="510" y="1"/>
                    <a:pt x="409" y="41"/>
                    <a:pt x="305" y="136"/>
                  </a:cubicBezTo>
                  <a:lnTo>
                    <a:pt x="282" y="158"/>
                  </a:lnTo>
                  <a:cubicBezTo>
                    <a:pt x="0" y="441"/>
                    <a:pt x="23" y="971"/>
                    <a:pt x="181" y="1298"/>
                  </a:cubicBezTo>
                  <a:cubicBezTo>
                    <a:pt x="304" y="1545"/>
                    <a:pt x="472" y="1666"/>
                    <a:pt x="642" y="1666"/>
                  </a:cubicBezTo>
                  <a:cubicBezTo>
                    <a:pt x="814" y="1666"/>
                    <a:pt x="987" y="1542"/>
                    <a:pt x="1118" y="1298"/>
                  </a:cubicBezTo>
                  <a:cubicBezTo>
                    <a:pt x="1322" y="907"/>
                    <a:pt x="1043" y="1"/>
                    <a:pt x="603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"/>
            <p:cNvSpPr/>
            <p:nvPr/>
          </p:nvSpPr>
          <p:spPr>
            <a:xfrm>
              <a:off x="2178425" y="3397850"/>
              <a:ext cx="62625" cy="26100"/>
            </a:xfrm>
            <a:custGeom>
              <a:avLst/>
              <a:gdLst/>
              <a:ahLst/>
              <a:cxnLst/>
              <a:rect l="l" t="t" r="r" b="b"/>
              <a:pathLst>
                <a:path w="2505" h="1044" extrusionOk="0">
                  <a:moveTo>
                    <a:pt x="1419" y="1"/>
                  </a:moveTo>
                  <a:cubicBezTo>
                    <a:pt x="1025" y="1"/>
                    <a:pt x="613" y="101"/>
                    <a:pt x="441" y="249"/>
                  </a:cubicBezTo>
                  <a:cubicBezTo>
                    <a:pt x="1" y="632"/>
                    <a:pt x="825" y="937"/>
                    <a:pt x="1107" y="1005"/>
                  </a:cubicBezTo>
                  <a:cubicBezTo>
                    <a:pt x="1207" y="1028"/>
                    <a:pt x="1351" y="1044"/>
                    <a:pt x="1506" y="1044"/>
                  </a:cubicBezTo>
                  <a:cubicBezTo>
                    <a:pt x="1960" y="1044"/>
                    <a:pt x="2505" y="903"/>
                    <a:pt x="2303" y="373"/>
                  </a:cubicBezTo>
                  <a:cubicBezTo>
                    <a:pt x="2246" y="203"/>
                    <a:pt x="2066" y="102"/>
                    <a:pt x="1840" y="45"/>
                  </a:cubicBezTo>
                  <a:cubicBezTo>
                    <a:pt x="1711" y="15"/>
                    <a:pt x="1566" y="1"/>
                    <a:pt x="1419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"/>
            <p:cNvSpPr/>
            <p:nvPr/>
          </p:nvSpPr>
          <p:spPr>
            <a:xfrm>
              <a:off x="2143175" y="3337625"/>
              <a:ext cx="47700" cy="39275"/>
            </a:xfrm>
            <a:custGeom>
              <a:avLst/>
              <a:gdLst/>
              <a:ahLst/>
              <a:cxnLst/>
              <a:rect l="l" t="t" r="r" b="b"/>
              <a:pathLst>
                <a:path w="1908" h="1571" extrusionOk="0">
                  <a:moveTo>
                    <a:pt x="1447" y="1"/>
                  </a:moveTo>
                  <a:cubicBezTo>
                    <a:pt x="1122" y="1"/>
                    <a:pt x="664" y="351"/>
                    <a:pt x="531" y="547"/>
                  </a:cubicBezTo>
                  <a:cubicBezTo>
                    <a:pt x="296" y="867"/>
                    <a:pt x="1" y="1570"/>
                    <a:pt x="579" y="1570"/>
                  </a:cubicBezTo>
                  <a:cubicBezTo>
                    <a:pt x="612" y="1570"/>
                    <a:pt x="649" y="1568"/>
                    <a:pt x="689" y="1563"/>
                  </a:cubicBezTo>
                  <a:cubicBezTo>
                    <a:pt x="1185" y="1495"/>
                    <a:pt x="1907" y="863"/>
                    <a:pt x="1772" y="299"/>
                  </a:cubicBezTo>
                  <a:cubicBezTo>
                    <a:pt x="1761" y="209"/>
                    <a:pt x="1727" y="141"/>
                    <a:pt x="1670" y="85"/>
                  </a:cubicBezTo>
                  <a:cubicBezTo>
                    <a:pt x="1611" y="25"/>
                    <a:pt x="1534" y="1"/>
                    <a:pt x="1447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"/>
            <p:cNvSpPr/>
            <p:nvPr/>
          </p:nvSpPr>
          <p:spPr>
            <a:xfrm>
              <a:off x="2175050" y="3359475"/>
              <a:ext cx="43975" cy="42500"/>
            </a:xfrm>
            <a:custGeom>
              <a:avLst/>
              <a:gdLst/>
              <a:ahLst/>
              <a:cxnLst/>
              <a:rect l="l" t="t" r="r" b="b"/>
              <a:pathLst>
                <a:path w="1759" h="1700" extrusionOk="0">
                  <a:moveTo>
                    <a:pt x="531" y="0"/>
                  </a:moveTo>
                  <a:cubicBezTo>
                    <a:pt x="492" y="0"/>
                    <a:pt x="454" y="8"/>
                    <a:pt x="418" y="23"/>
                  </a:cubicBezTo>
                  <a:cubicBezTo>
                    <a:pt x="91" y="159"/>
                    <a:pt x="0" y="813"/>
                    <a:pt x="102" y="1185"/>
                  </a:cubicBezTo>
                  <a:cubicBezTo>
                    <a:pt x="167" y="1493"/>
                    <a:pt x="439" y="1700"/>
                    <a:pt x="735" y="1700"/>
                  </a:cubicBezTo>
                  <a:cubicBezTo>
                    <a:pt x="798" y="1700"/>
                    <a:pt x="862" y="1691"/>
                    <a:pt x="926" y="1671"/>
                  </a:cubicBezTo>
                  <a:cubicBezTo>
                    <a:pt x="1758" y="1470"/>
                    <a:pt x="1075" y="0"/>
                    <a:pt x="531" y="0"/>
                  </a:cubicBezTo>
                  <a:close/>
                </a:path>
              </a:pathLst>
            </a:custGeom>
            <a:solidFill>
              <a:srgbClr val="A587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"/>
            <p:cNvSpPr/>
            <p:nvPr/>
          </p:nvSpPr>
          <p:spPr>
            <a:xfrm>
              <a:off x="2181950" y="3343250"/>
              <a:ext cx="55825" cy="33400"/>
            </a:xfrm>
            <a:custGeom>
              <a:avLst/>
              <a:gdLst/>
              <a:ahLst/>
              <a:cxnLst/>
              <a:rect l="l" t="t" r="r" b="b"/>
              <a:pathLst>
                <a:path w="2233" h="1336" extrusionOk="0">
                  <a:moveTo>
                    <a:pt x="938" y="1"/>
                  </a:moveTo>
                  <a:cubicBezTo>
                    <a:pt x="785" y="1"/>
                    <a:pt x="642" y="38"/>
                    <a:pt x="537" y="131"/>
                  </a:cubicBezTo>
                  <a:cubicBezTo>
                    <a:pt x="0" y="608"/>
                    <a:pt x="1201" y="1335"/>
                    <a:pt x="1850" y="1335"/>
                  </a:cubicBezTo>
                  <a:cubicBezTo>
                    <a:pt x="2074" y="1335"/>
                    <a:pt x="2232" y="1248"/>
                    <a:pt x="2229" y="1033"/>
                  </a:cubicBezTo>
                  <a:cubicBezTo>
                    <a:pt x="2218" y="729"/>
                    <a:pt x="1857" y="424"/>
                    <a:pt x="1643" y="243"/>
                  </a:cubicBezTo>
                  <a:cubicBezTo>
                    <a:pt x="1480" y="109"/>
                    <a:pt x="1196" y="1"/>
                    <a:pt x="938" y="1"/>
                  </a:cubicBezTo>
                  <a:close/>
                </a:path>
              </a:pathLst>
            </a:custGeom>
            <a:solidFill>
              <a:srgbClr val="C0AB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"/>
            <p:cNvSpPr/>
            <p:nvPr/>
          </p:nvSpPr>
          <p:spPr>
            <a:xfrm>
              <a:off x="1944000" y="3413625"/>
              <a:ext cx="15375" cy="12850"/>
            </a:xfrm>
            <a:custGeom>
              <a:avLst/>
              <a:gdLst/>
              <a:ahLst/>
              <a:cxnLst/>
              <a:rect l="l" t="t" r="r" b="b"/>
              <a:pathLst>
                <a:path w="615" h="514" extrusionOk="0">
                  <a:moveTo>
                    <a:pt x="339" y="0"/>
                  </a:moveTo>
                  <a:cubicBezTo>
                    <a:pt x="331" y="0"/>
                    <a:pt x="324" y="1"/>
                    <a:pt x="317" y="1"/>
                  </a:cubicBezTo>
                  <a:cubicBezTo>
                    <a:pt x="91" y="12"/>
                    <a:pt x="1" y="306"/>
                    <a:pt x="170" y="453"/>
                  </a:cubicBezTo>
                  <a:cubicBezTo>
                    <a:pt x="222" y="495"/>
                    <a:pt x="281" y="514"/>
                    <a:pt x="339" y="514"/>
                  </a:cubicBezTo>
                  <a:cubicBezTo>
                    <a:pt x="482" y="514"/>
                    <a:pt x="615" y="399"/>
                    <a:pt x="599" y="238"/>
                  </a:cubicBezTo>
                  <a:cubicBezTo>
                    <a:pt x="588" y="99"/>
                    <a:pt x="476" y="0"/>
                    <a:pt x="339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"/>
            <p:cNvSpPr/>
            <p:nvPr/>
          </p:nvSpPr>
          <p:spPr>
            <a:xfrm>
              <a:off x="1947950" y="3462425"/>
              <a:ext cx="15250" cy="13025"/>
            </a:xfrm>
            <a:custGeom>
              <a:avLst/>
              <a:gdLst/>
              <a:ahLst/>
              <a:cxnLst/>
              <a:rect l="l" t="t" r="r" b="b"/>
              <a:pathLst>
                <a:path w="610" h="521" extrusionOk="0">
                  <a:moveTo>
                    <a:pt x="337" y="1"/>
                  </a:moveTo>
                  <a:cubicBezTo>
                    <a:pt x="330" y="1"/>
                    <a:pt x="323" y="1"/>
                    <a:pt x="317" y="1"/>
                  </a:cubicBezTo>
                  <a:cubicBezTo>
                    <a:pt x="1" y="58"/>
                    <a:pt x="34" y="520"/>
                    <a:pt x="362" y="520"/>
                  </a:cubicBezTo>
                  <a:cubicBezTo>
                    <a:pt x="497" y="509"/>
                    <a:pt x="610" y="385"/>
                    <a:pt x="599" y="238"/>
                  </a:cubicBezTo>
                  <a:cubicBezTo>
                    <a:pt x="588" y="109"/>
                    <a:pt x="475" y="1"/>
                    <a:pt x="337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"/>
            <p:cNvSpPr/>
            <p:nvPr/>
          </p:nvSpPr>
          <p:spPr>
            <a:xfrm>
              <a:off x="1970250" y="3436200"/>
              <a:ext cx="15450" cy="12850"/>
            </a:xfrm>
            <a:custGeom>
              <a:avLst/>
              <a:gdLst/>
              <a:ahLst/>
              <a:cxnLst/>
              <a:rect l="l" t="t" r="r" b="b"/>
              <a:pathLst>
                <a:path w="618" h="514" extrusionOk="0">
                  <a:moveTo>
                    <a:pt x="348" y="0"/>
                  </a:moveTo>
                  <a:cubicBezTo>
                    <a:pt x="341" y="0"/>
                    <a:pt x="334" y="0"/>
                    <a:pt x="327" y="1"/>
                  </a:cubicBezTo>
                  <a:cubicBezTo>
                    <a:pt x="90" y="24"/>
                    <a:pt x="0" y="306"/>
                    <a:pt x="181" y="452"/>
                  </a:cubicBezTo>
                  <a:cubicBezTo>
                    <a:pt x="233" y="495"/>
                    <a:pt x="291" y="513"/>
                    <a:pt x="348" y="513"/>
                  </a:cubicBezTo>
                  <a:cubicBezTo>
                    <a:pt x="488" y="513"/>
                    <a:pt x="617" y="399"/>
                    <a:pt x="609" y="238"/>
                  </a:cubicBezTo>
                  <a:cubicBezTo>
                    <a:pt x="599" y="99"/>
                    <a:pt x="476" y="0"/>
                    <a:pt x="348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"/>
            <p:cNvSpPr/>
            <p:nvPr/>
          </p:nvSpPr>
          <p:spPr>
            <a:xfrm>
              <a:off x="1988000" y="3533250"/>
              <a:ext cx="13600" cy="12850"/>
            </a:xfrm>
            <a:custGeom>
              <a:avLst/>
              <a:gdLst/>
              <a:ahLst/>
              <a:cxnLst/>
              <a:rect l="l" t="t" r="r" b="b"/>
              <a:pathLst>
                <a:path w="544" h="514" extrusionOk="0">
                  <a:moveTo>
                    <a:pt x="274" y="0"/>
                  </a:moveTo>
                  <a:cubicBezTo>
                    <a:pt x="138" y="0"/>
                    <a:pt x="0" y="94"/>
                    <a:pt x="12" y="272"/>
                  </a:cubicBezTo>
                  <a:cubicBezTo>
                    <a:pt x="23" y="436"/>
                    <a:pt x="144" y="514"/>
                    <a:pt x="266" y="514"/>
                  </a:cubicBezTo>
                  <a:cubicBezTo>
                    <a:pt x="404" y="514"/>
                    <a:pt x="543" y="417"/>
                    <a:pt x="531" y="238"/>
                  </a:cubicBezTo>
                  <a:cubicBezTo>
                    <a:pt x="521" y="77"/>
                    <a:pt x="398" y="0"/>
                    <a:pt x="274" y="0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"/>
            <p:cNvSpPr/>
            <p:nvPr/>
          </p:nvSpPr>
          <p:spPr>
            <a:xfrm>
              <a:off x="2151075" y="3545075"/>
              <a:ext cx="15375" cy="13150"/>
            </a:xfrm>
            <a:custGeom>
              <a:avLst/>
              <a:gdLst/>
              <a:ahLst/>
              <a:cxnLst/>
              <a:rect l="l" t="t" r="r" b="b"/>
              <a:pathLst>
                <a:path w="615" h="526" extrusionOk="0">
                  <a:moveTo>
                    <a:pt x="336" y="1"/>
                  </a:moveTo>
                  <a:cubicBezTo>
                    <a:pt x="330" y="1"/>
                    <a:pt x="323" y="1"/>
                    <a:pt x="316" y="2"/>
                  </a:cubicBezTo>
                  <a:cubicBezTo>
                    <a:pt x="90" y="24"/>
                    <a:pt x="0" y="318"/>
                    <a:pt x="169" y="464"/>
                  </a:cubicBezTo>
                  <a:cubicBezTo>
                    <a:pt x="221" y="506"/>
                    <a:pt x="280" y="525"/>
                    <a:pt x="338" y="525"/>
                  </a:cubicBezTo>
                  <a:cubicBezTo>
                    <a:pt x="481" y="525"/>
                    <a:pt x="614" y="408"/>
                    <a:pt x="598" y="239"/>
                  </a:cubicBezTo>
                  <a:cubicBezTo>
                    <a:pt x="588" y="109"/>
                    <a:pt x="474" y="1"/>
                    <a:pt x="336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"/>
            <p:cNvSpPr/>
            <p:nvPr/>
          </p:nvSpPr>
          <p:spPr>
            <a:xfrm>
              <a:off x="2321075" y="3630550"/>
              <a:ext cx="15925" cy="13050"/>
            </a:xfrm>
            <a:custGeom>
              <a:avLst/>
              <a:gdLst/>
              <a:ahLst/>
              <a:cxnLst/>
              <a:rect l="l" t="t" r="r" b="b"/>
              <a:pathLst>
                <a:path w="637" h="522" extrusionOk="0">
                  <a:moveTo>
                    <a:pt x="364" y="1"/>
                  </a:moveTo>
                  <a:cubicBezTo>
                    <a:pt x="357" y="1"/>
                    <a:pt x="350" y="1"/>
                    <a:pt x="343" y="2"/>
                  </a:cubicBezTo>
                  <a:cubicBezTo>
                    <a:pt x="1" y="24"/>
                    <a:pt x="37" y="522"/>
                    <a:pt x="356" y="522"/>
                  </a:cubicBezTo>
                  <a:cubicBezTo>
                    <a:pt x="363" y="522"/>
                    <a:pt x="370" y="521"/>
                    <a:pt x="377" y="521"/>
                  </a:cubicBezTo>
                  <a:cubicBezTo>
                    <a:pt x="524" y="510"/>
                    <a:pt x="637" y="374"/>
                    <a:pt x="614" y="239"/>
                  </a:cubicBezTo>
                  <a:cubicBezTo>
                    <a:pt x="603" y="99"/>
                    <a:pt x="491" y="1"/>
                    <a:pt x="364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"/>
            <p:cNvSpPr/>
            <p:nvPr/>
          </p:nvSpPr>
          <p:spPr>
            <a:xfrm>
              <a:off x="2343475" y="3595850"/>
              <a:ext cx="15375" cy="13150"/>
            </a:xfrm>
            <a:custGeom>
              <a:avLst/>
              <a:gdLst/>
              <a:ahLst/>
              <a:cxnLst/>
              <a:rect l="l" t="t" r="r" b="b"/>
              <a:pathLst>
                <a:path w="615" h="526" extrusionOk="0">
                  <a:moveTo>
                    <a:pt x="338" y="1"/>
                  </a:moveTo>
                  <a:cubicBezTo>
                    <a:pt x="331" y="1"/>
                    <a:pt x="323" y="1"/>
                    <a:pt x="316" y="2"/>
                  </a:cubicBezTo>
                  <a:cubicBezTo>
                    <a:pt x="90" y="24"/>
                    <a:pt x="0" y="318"/>
                    <a:pt x="181" y="464"/>
                  </a:cubicBezTo>
                  <a:cubicBezTo>
                    <a:pt x="229" y="506"/>
                    <a:pt x="286" y="525"/>
                    <a:pt x="342" y="525"/>
                  </a:cubicBezTo>
                  <a:cubicBezTo>
                    <a:pt x="481" y="525"/>
                    <a:pt x="614" y="408"/>
                    <a:pt x="598" y="239"/>
                  </a:cubicBezTo>
                  <a:cubicBezTo>
                    <a:pt x="587" y="99"/>
                    <a:pt x="475" y="1"/>
                    <a:pt x="338" y="1"/>
                  </a:cubicBezTo>
                  <a:close/>
                </a:path>
              </a:pathLst>
            </a:custGeom>
            <a:solidFill>
              <a:srgbClr val="BF4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"/>
            <p:cNvSpPr/>
            <p:nvPr/>
          </p:nvSpPr>
          <p:spPr>
            <a:xfrm>
              <a:off x="1992250" y="3213075"/>
              <a:ext cx="400050" cy="197775"/>
            </a:xfrm>
            <a:custGeom>
              <a:avLst/>
              <a:gdLst/>
              <a:ahLst/>
              <a:cxnLst/>
              <a:rect l="l" t="t" r="r" b="b"/>
              <a:pathLst>
                <a:path w="16002" h="7911" extrusionOk="0">
                  <a:moveTo>
                    <a:pt x="7709" y="1"/>
                  </a:moveTo>
                  <a:cubicBezTo>
                    <a:pt x="7195" y="1"/>
                    <a:pt x="6681" y="51"/>
                    <a:pt x="6173" y="158"/>
                  </a:cubicBezTo>
                  <a:cubicBezTo>
                    <a:pt x="5281" y="339"/>
                    <a:pt x="4615" y="1050"/>
                    <a:pt x="3701" y="1208"/>
                  </a:cubicBezTo>
                  <a:cubicBezTo>
                    <a:pt x="2505" y="1411"/>
                    <a:pt x="1490" y="1162"/>
                    <a:pt x="700" y="2189"/>
                  </a:cubicBezTo>
                  <a:cubicBezTo>
                    <a:pt x="643" y="2268"/>
                    <a:pt x="587" y="2336"/>
                    <a:pt x="542" y="2404"/>
                  </a:cubicBezTo>
                  <a:cubicBezTo>
                    <a:pt x="0" y="3273"/>
                    <a:pt x="102" y="4288"/>
                    <a:pt x="587" y="5202"/>
                  </a:cubicBezTo>
                  <a:cubicBezTo>
                    <a:pt x="1208" y="6353"/>
                    <a:pt x="2234" y="7256"/>
                    <a:pt x="3363" y="7910"/>
                  </a:cubicBezTo>
                  <a:cubicBezTo>
                    <a:pt x="3318" y="7798"/>
                    <a:pt x="3273" y="7696"/>
                    <a:pt x="3216" y="7594"/>
                  </a:cubicBezTo>
                  <a:cubicBezTo>
                    <a:pt x="2107" y="5328"/>
                    <a:pt x="3605" y="4206"/>
                    <a:pt x="5506" y="4206"/>
                  </a:cubicBezTo>
                  <a:cubicBezTo>
                    <a:pt x="6256" y="4206"/>
                    <a:pt x="7068" y="4380"/>
                    <a:pt x="7809" y="4728"/>
                  </a:cubicBezTo>
                  <a:cubicBezTo>
                    <a:pt x="8761" y="5199"/>
                    <a:pt x="10224" y="6395"/>
                    <a:pt x="11470" y="6395"/>
                  </a:cubicBezTo>
                  <a:cubicBezTo>
                    <a:pt x="11715" y="6395"/>
                    <a:pt x="11953" y="6348"/>
                    <a:pt x="12176" y="6240"/>
                  </a:cubicBezTo>
                  <a:cubicBezTo>
                    <a:pt x="13237" y="5721"/>
                    <a:pt x="13237" y="4412"/>
                    <a:pt x="14399" y="3882"/>
                  </a:cubicBezTo>
                  <a:cubicBezTo>
                    <a:pt x="14818" y="3691"/>
                    <a:pt x="15277" y="3589"/>
                    <a:pt x="15743" y="3589"/>
                  </a:cubicBezTo>
                  <a:cubicBezTo>
                    <a:pt x="15829" y="3589"/>
                    <a:pt x="15915" y="3593"/>
                    <a:pt x="16001" y="3600"/>
                  </a:cubicBezTo>
                  <a:cubicBezTo>
                    <a:pt x="15651" y="2979"/>
                    <a:pt x="14963" y="2517"/>
                    <a:pt x="14342" y="2189"/>
                  </a:cubicBezTo>
                  <a:cubicBezTo>
                    <a:pt x="13395" y="1670"/>
                    <a:pt x="12277" y="1219"/>
                    <a:pt x="11262" y="779"/>
                  </a:cubicBezTo>
                  <a:cubicBezTo>
                    <a:pt x="10150" y="286"/>
                    <a:pt x="8932" y="1"/>
                    <a:pt x="77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"/>
            <p:cNvSpPr/>
            <p:nvPr/>
          </p:nvSpPr>
          <p:spPr>
            <a:xfrm>
              <a:off x="324725" y="3379275"/>
              <a:ext cx="446025" cy="172500"/>
            </a:xfrm>
            <a:custGeom>
              <a:avLst/>
              <a:gdLst/>
              <a:ahLst/>
              <a:cxnLst/>
              <a:rect l="l" t="t" r="r" b="b"/>
              <a:pathLst>
                <a:path w="17841" h="6900" extrusionOk="0">
                  <a:moveTo>
                    <a:pt x="10237" y="0"/>
                  </a:moveTo>
                  <a:cubicBezTo>
                    <a:pt x="6349" y="0"/>
                    <a:pt x="2289" y="1270"/>
                    <a:pt x="0" y="4399"/>
                  </a:cubicBezTo>
                  <a:cubicBezTo>
                    <a:pt x="2380" y="6103"/>
                    <a:pt x="4950" y="6899"/>
                    <a:pt x="7480" y="6899"/>
                  </a:cubicBezTo>
                  <a:cubicBezTo>
                    <a:pt x="11286" y="6899"/>
                    <a:pt x="15001" y="5098"/>
                    <a:pt x="17841" y="1872"/>
                  </a:cubicBezTo>
                  <a:cubicBezTo>
                    <a:pt x="15937" y="706"/>
                    <a:pt x="13135" y="0"/>
                    <a:pt x="10237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"/>
            <p:cNvSpPr/>
            <p:nvPr/>
          </p:nvSpPr>
          <p:spPr>
            <a:xfrm>
              <a:off x="238675" y="3411675"/>
              <a:ext cx="519375" cy="122175"/>
            </a:xfrm>
            <a:custGeom>
              <a:avLst/>
              <a:gdLst/>
              <a:ahLst/>
              <a:cxnLst/>
              <a:rect l="l" t="t" r="r" b="b"/>
              <a:pathLst>
                <a:path w="20775" h="4887" extrusionOk="0">
                  <a:moveTo>
                    <a:pt x="17175" y="0"/>
                  </a:moveTo>
                  <a:cubicBezTo>
                    <a:pt x="16724" y="440"/>
                    <a:pt x="16306" y="914"/>
                    <a:pt x="15923" y="1399"/>
                  </a:cubicBezTo>
                  <a:lnTo>
                    <a:pt x="14230" y="1659"/>
                  </a:lnTo>
                  <a:cubicBezTo>
                    <a:pt x="14016" y="1704"/>
                    <a:pt x="13812" y="1738"/>
                    <a:pt x="13587" y="1761"/>
                  </a:cubicBezTo>
                  <a:lnTo>
                    <a:pt x="13508" y="1682"/>
                  </a:lnTo>
                  <a:cubicBezTo>
                    <a:pt x="14004" y="1162"/>
                    <a:pt x="14467" y="610"/>
                    <a:pt x="14884" y="34"/>
                  </a:cubicBezTo>
                  <a:lnTo>
                    <a:pt x="14884" y="34"/>
                  </a:lnTo>
                  <a:cubicBezTo>
                    <a:pt x="14309" y="519"/>
                    <a:pt x="13756" y="1038"/>
                    <a:pt x="13237" y="1591"/>
                  </a:cubicBezTo>
                  <a:cubicBezTo>
                    <a:pt x="13192" y="1648"/>
                    <a:pt x="13192" y="1715"/>
                    <a:pt x="13237" y="1772"/>
                  </a:cubicBezTo>
                  <a:lnTo>
                    <a:pt x="13282" y="1828"/>
                  </a:lnTo>
                  <a:cubicBezTo>
                    <a:pt x="12977" y="1873"/>
                    <a:pt x="12673" y="1919"/>
                    <a:pt x="12368" y="1952"/>
                  </a:cubicBezTo>
                  <a:lnTo>
                    <a:pt x="11240" y="2110"/>
                  </a:lnTo>
                  <a:cubicBezTo>
                    <a:pt x="11341" y="1986"/>
                    <a:pt x="11431" y="1873"/>
                    <a:pt x="11533" y="1749"/>
                  </a:cubicBezTo>
                  <a:cubicBezTo>
                    <a:pt x="11680" y="1591"/>
                    <a:pt x="11826" y="1422"/>
                    <a:pt x="11962" y="1241"/>
                  </a:cubicBezTo>
                  <a:cubicBezTo>
                    <a:pt x="12097" y="1072"/>
                    <a:pt x="12233" y="880"/>
                    <a:pt x="12345" y="700"/>
                  </a:cubicBezTo>
                  <a:cubicBezTo>
                    <a:pt x="12402" y="598"/>
                    <a:pt x="12458" y="497"/>
                    <a:pt x="12503" y="395"/>
                  </a:cubicBezTo>
                  <a:cubicBezTo>
                    <a:pt x="12560" y="294"/>
                    <a:pt x="12582" y="192"/>
                    <a:pt x="12616" y="79"/>
                  </a:cubicBezTo>
                  <a:lnTo>
                    <a:pt x="12616" y="79"/>
                  </a:lnTo>
                  <a:lnTo>
                    <a:pt x="12447" y="361"/>
                  </a:lnTo>
                  <a:cubicBezTo>
                    <a:pt x="12379" y="452"/>
                    <a:pt x="12312" y="542"/>
                    <a:pt x="12244" y="621"/>
                  </a:cubicBezTo>
                  <a:cubicBezTo>
                    <a:pt x="12176" y="711"/>
                    <a:pt x="12109" y="790"/>
                    <a:pt x="12030" y="869"/>
                  </a:cubicBezTo>
                  <a:lnTo>
                    <a:pt x="11804" y="1106"/>
                  </a:lnTo>
                  <a:cubicBezTo>
                    <a:pt x="11646" y="1264"/>
                    <a:pt x="11499" y="1422"/>
                    <a:pt x="11341" y="1580"/>
                  </a:cubicBezTo>
                  <a:cubicBezTo>
                    <a:pt x="11183" y="1738"/>
                    <a:pt x="11037" y="1907"/>
                    <a:pt x="10901" y="2088"/>
                  </a:cubicBezTo>
                  <a:cubicBezTo>
                    <a:pt x="10879" y="2110"/>
                    <a:pt x="10879" y="2133"/>
                    <a:pt x="10879" y="2155"/>
                  </a:cubicBezTo>
                  <a:lnTo>
                    <a:pt x="10416" y="2212"/>
                  </a:lnTo>
                  <a:lnTo>
                    <a:pt x="9366" y="2359"/>
                  </a:lnTo>
                  <a:cubicBezTo>
                    <a:pt x="9750" y="1783"/>
                    <a:pt x="10100" y="1196"/>
                    <a:pt x="10427" y="587"/>
                  </a:cubicBezTo>
                  <a:lnTo>
                    <a:pt x="10427" y="587"/>
                  </a:lnTo>
                  <a:cubicBezTo>
                    <a:pt x="9919" y="1162"/>
                    <a:pt x="9445" y="1772"/>
                    <a:pt x="9005" y="2392"/>
                  </a:cubicBezTo>
                  <a:cubicBezTo>
                    <a:pt x="8182" y="2505"/>
                    <a:pt x="7369" y="2607"/>
                    <a:pt x="6591" y="2697"/>
                  </a:cubicBezTo>
                  <a:lnTo>
                    <a:pt x="6557" y="2697"/>
                  </a:lnTo>
                  <a:cubicBezTo>
                    <a:pt x="6828" y="2460"/>
                    <a:pt x="7087" y="2223"/>
                    <a:pt x="7347" y="1975"/>
                  </a:cubicBezTo>
                  <a:cubicBezTo>
                    <a:pt x="7629" y="1659"/>
                    <a:pt x="7911" y="1332"/>
                    <a:pt x="8193" y="993"/>
                  </a:cubicBezTo>
                  <a:lnTo>
                    <a:pt x="8193" y="993"/>
                  </a:lnTo>
                  <a:cubicBezTo>
                    <a:pt x="7843" y="1253"/>
                    <a:pt x="7527" y="1535"/>
                    <a:pt x="7200" y="1828"/>
                  </a:cubicBezTo>
                  <a:cubicBezTo>
                    <a:pt x="6861" y="2088"/>
                    <a:pt x="6545" y="2359"/>
                    <a:pt x="6218" y="2629"/>
                  </a:cubicBezTo>
                  <a:cubicBezTo>
                    <a:pt x="6196" y="2663"/>
                    <a:pt x="6184" y="2697"/>
                    <a:pt x="6184" y="2731"/>
                  </a:cubicBezTo>
                  <a:lnTo>
                    <a:pt x="3262" y="3092"/>
                  </a:lnTo>
                  <a:cubicBezTo>
                    <a:pt x="1298" y="3329"/>
                    <a:pt x="1" y="3510"/>
                    <a:pt x="1" y="3510"/>
                  </a:cubicBezTo>
                  <a:cubicBezTo>
                    <a:pt x="1" y="3510"/>
                    <a:pt x="1310" y="3419"/>
                    <a:pt x="3273" y="3250"/>
                  </a:cubicBezTo>
                  <a:cubicBezTo>
                    <a:pt x="4176" y="3171"/>
                    <a:pt x="5225" y="3081"/>
                    <a:pt x="6331" y="2957"/>
                  </a:cubicBezTo>
                  <a:cubicBezTo>
                    <a:pt x="6636" y="3284"/>
                    <a:pt x="6940" y="3600"/>
                    <a:pt x="7256" y="3927"/>
                  </a:cubicBezTo>
                  <a:cubicBezTo>
                    <a:pt x="7437" y="4096"/>
                    <a:pt x="7617" y="4266"/>
                    <a:pt x="7809" y="4435"/>
                  </a:cubicBezTo>
                  <a:cubicBezTo>
                    <a:pt x="8012" y="4593"/>
                    <a:pt x="8204" y="4751"/>
                    <a:pt x="8419" y="4886"/>
                  </a:cubicBezTo>
                  <a:cubicBezTo>
                    <a:pt x="8249" y="4694"/>
                    <a:pt x="8080" y="4514"/>
                    <a:pt x="7911" y="4333"/>
                  </a:cubicBezTo>
                  <a:cubicBezTo>
                    <a:pt x="7742" y="4153"/>
                    <a:pt x="7584" y="3950"/>
                    <a:pt x="7426" y="3769"/>
                  </a:cubicBezTo>
                  <a:cubicBezTo>
                    <a:pt x="7177" y="3487"/>
                    <a:pt x="6929" y="3205"/>
                    <a:pt x="6670" y="2923"/>
                  </a:cubicBezTo>
                  <a:cubicBezTo>
                    <a:pt x="7380" y="2855"/>
                    <a:pt x="8103" y="2765"/>
                    <a:pt x="8847" y="2675"/>
                  </a:cubicBezTo>
                  <a:cubicBezTo>
                    <a:pt x="8847" y="2708"/>
                    <a:pt x="8859" y="2754"/>
                    <a:pt x="8881" y="2776"/>
                  </a:cubicBezTo>
                  <a:lnTo>
                    <a:pt x="9400" y="3273"/>
                  </a:lnTo>
                  <a:cubicBezTo>
                    <a:pt x="9581" y="3408"/>
                    <a:pt x="9773" y="3555"/>
                    <a:pt x="9965" y="3690"/>
                  </a:cubicBezTo>
                  <a:cubicBezTo>
                    <a:pt x="10145" y="3826"/>
                    <a:pt x="10337" y="3972"/>
                    <a:pt x="10529" y="4096"/>
                  </a:cubicBezTo>
                  <a:cubicBezTo>
                    <a:pt x="10709" y="4232"/>
                    <a:pt x="10890" y="4378"/>
                    <a:pt x="11093" y="4525"/>
                  </a:cubicBezTo>
                  <a:cubicBezTo>
                    <a:pt x="10935" y="4345"/>
                    <a:pt x="10777" y="4175"/>
                    <a:pt x="10608" y="3995"/>
                  </a:cubicBezTo>
                  <a:cubicBezTo>
                    <a:pt x="10450" y="3814"/>
                    <a:pt x="10269" y="3668"/>
                    <a:pt x="10089" y="3510"/>
                  </a:cubicBezTo>
                  <a:cubicBezTo>
                    <a:pt x="9908" y="3352"/>
                    <a:pt x="9739" y="3205"/>
                    <a:pt x="9558" y="3047"/>
                  </a:cubicBezTo>
                  <a:cubicBezTo>
                    <a:pt x="9412" y="2923"/>
                    <a:pt x="9276" y="2787"/>
                    <a:pt x="9129" y="2652"/>
                  </a:cubicBezTo>
                  <a:cubicBezTo>
                    <a:pt x="9141" y="2652"/>
                    <a:pt x="9141" y="2641"/>
                    <a:pt x="9152" y="2641"/>
                  </a:cubicBezTo>
                  <a:lnTo>
                    <a:pt x="10438" y="2483"/>
                  </a:lnTo>
                  <a:lnTo>
                    <a:pt x="11037" y="2392"/>
                  </a:lnTo>
                  <a:lnTo>
                    <a:pt x="11477" y="2799"/>
                  </a:lnTo>
                  <a:cubicBezTo>
                    <a:pt x="11680" y="2968"/>
                    <a:pt x="11894" y="3137"/>
                    <a:pt x="12097" y="3295"/>
                  </a:cubicBezTo>
                  <a:cubicBezTo>
                    <a:pt x="12537" y="3600"/>
                    <a:pt x="12955" y="3905"/>
                    <a:pt x="13406" y="4187"/>
                  </a:cubicBezTo>
                  <a:cubicBezTo>
                    <a:pt x="13226" y="3995"/>
                    <a:pt x="13034" y="3826"/>
                    <a:pt x="12842" y="3634"/>
                  </a:cubicBezTo>
                  <a:lnTo>
                    <a:pt x="12255" y="3126"/>
                  </a:lnTo>
                  <a:cubicBezTo>
                    <a:pt x="12052" y="2957"/>
                    <a:pt x="11860" y="2776"/>
                    <a:pt x="11657" y="2607"/>
                  </a:cubicBezTo>
                  <a:lnTo>
                    <a:pt x="11386" y="2359"/>
                  </a:lnTo>
                  <a:lnTo>
                    <a:pt x="12391" y="2212"/>
                  </a:lnTo>
                  <a:cubicBezTo>
                    <a:pt x="12752" y="2167"/>
                    <a:pt x="13113" y="2110"/>
                    <a:pt x="13463" y="2054"/>
                  </a:cubicBezTo>
                  <a:cubicBezTo>
                    <a:pt x="13530" y="2133"/>
                    <a:pt x="13598" y="2223"/>
                    <a:pt x="13666" y="2302"/>
                  </a:cubicBezTo>
                  <a:cubicBezTo>
                    <a:pt x="13835" y="2460"/>
                    <a:pt x="13993" y="2618"/>
                    <a:pt x="14162" y="2776"/>
                  </a:cubicBezTo>
                  <a:cubicBezTo>
                    <a:pt x="14332" y="2934"/>
                    <a:pt x="14535" y="3058"/>
                    <a:pt x="14715" y="3205"/>
                  </a:cubicBezTo>
                  <a:cubicBezTo>
                    <a:pt x="14918" y="3306"/>
                    <a:pt x="15110" y="3431"/>
                    <a:pt x="15313" y="3532"/>
                  </a:cubicBezTo>
                  <a:cubicBezTo>
                    <a:pt x="15144" y="3374"/>
                    <a:pt x="14975" y="3227"/>
                    <a:pt x="14805" y="3081"/>
                  </a:cubicBezTo>
                  <a:cubicBezTo>
                    <a:pt x="14636" y="2945"/>
                    <a:pt x="14489" y="2765"/>
                    <a:pt x="14320" y="2618"/>
                  </a:cubicBezTo>
                  <a:cubicBezTo>
                    <a:pt x="14162" y="2471"/>
                    <a:pt x="14027" y="2280"/>
                    <a:pt x="13869" y="2110"/>
                  </a:cubicBezTo>
                  <a:lnTo>
                    <a:pt x="13779" y="1998"/>
                  </a:lnTo>
                  <a:cubicBezTo>
                    <a:pt x="13937" y="1964"/>
                    <a:pt x="14117" y="1941"/>
                    <a:pt x="14275" y="1907"/>
                  </a:cubicBezTo>
                  <a:cubicBezTo>
                    <a:pt x="14783" y="1828"/>
                    <a:pt x="15268" y="1738"/>
                    <a:pt x="15731" y="1659"/>
                  </a:cubicBezTo>
                  <a:lnTo>
                    <a:pt x="15731" y="1659"/>
                  </a:lnTo>
                  <a:cubicBezTo>
                    <a:pt x="15731" y="1659"/>
                    <a:pt x="15719" y="1670"/>
                    <a:pt x="15719" y="1682"/>
                  </a:cubicBezTo>
                  <a:lnTo>
                    <a:pt x="15708" y="1693"/>
                  </a:lnTo>
                  <a:cubicBezTo>
                    <a:pt x="15674" y="1761"/>
                    <a:pt x="15697" y="1840"/>
                    <a:pt x="15753" y="1873"/>
                  </a:cubicBezTo>
                  <a:lnTo>
                    <a:pt x="15776" y="1885"/>
                  </a:lnTo>
                  <a:cubicBezTo>
                    <a:pt x="16081" y="2054"/>
                    <a:pt x="16397" y="2212"/>
                    <a:pt x="16724" y="2370"/>
                  </a:cubicBezTo>
                  <a:cubicBezTo>
                    <a:pt x="17028" y="2550"/>
                    <a:pt x="17344" y="2731"/>
                    <a:pt x="17672" y="2889"/>
                  </a:cubicBezTo>
                  <a:cubicBezTo>
                    <a:pt x="17412" y="2641"/>
                    <a:pt x="17130" y="2404"/>
                    <a:pt x="16837" y="2178"/>
                  </a:cubicBezTo>
                  <a:cubicBezTo>
                    <a:pt x="16577" y="2009"/>
                    <a:pt x="16306" y="1862"/>
                    <a:pt x="16035" y="1704"/>
                  </a:cubicBezTo>
                  <a:cubicBezTo>
                    <a:pt x="16069" y="1659"/>
                    <a:pt x="16103" y="1614"/>
                    <a:pt x="16137" y="1569"/>
                  </a:cubicBezTo>
                  <a:lnTo>
                    <a:pt x="17593" y="1264"/>
                  </a:lnTo>
                  <a:cubicBezTo>
                    <a:pt x="18067" y="1162"/>
                    <a:pt x="18518" y="1072"/>
                    <a:pt x="18902" y="959"/>
                  </a:cubicBezTo>
                  <a:cubicBezTo>
                    <a:pt x="19285" y="847"/>
                    <a:pt x="19624" y="756"/>
                    <a:pt x="19906" y="677"/>
                  </a:cubicBezTo>
                  <a:lnTo>
                    <a:pt x="20775" y="429"/>
                  </a:lnTo>
                  <a:lnTo>
                    <a:pt x="20775" y="429"/>
                  </a:lnTo>
                  <a:lnTo>
                    <a:pt x="19883" y="621"/>
                  </a:lnTo>
                  <a:lnTo>
                    <a:pt x="18879" y="847"/>
                  </a:lnTo>
                  <a:cubicBezTo>
                    <a:pt x="18484" y="948"/>
                    <a:pt x="18044" y="1016"/>
                    <a:pt x="17559" y="1106"/>
                  </a:cubicBezTo>
                  <a:lnTo>
                    <a:pt x="16318" y="1332"/>
                  </a:lnTo>
                  <a:cubicBezTo>
                    <a:pt x="16622" y="903"/>
                    <a:pt x="16916" y="463"/>
                    <a:pt x="17175" y="0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"/>
            <p:cNvSpPr/>
            <p:nvPr/>
          </p:nvSpPr>
          <p:spPr>
            <a:xfrm>
              <a:off x="358300" y="3160600"/>
              <a:ext cx="255325" cy="336850"/>
            </a:xfrm>
            <a:custGeom>
              <a:avLst/>
              <a:gdLst/>
              <a:ahLst/>
              <a:cxnLst/>
              <a:rect l="l" t="t" r="r" b="b"/>
              <a:pathLst>
                <a:path w="10213" h="13474" extrusionOk="0">
                  <a:moveTo>
                    <a:pt x="9919" y="0"/>
                  </a:moveTo>
                  <a:lnTo>
                    <a:pt x="9445" y="418"/>
                  </a:lnTo>
                  <a:cubicBezTo>
                    <a:pt x="7369" y="2099"/>
                    <a:pt x="4187" y="2415"/>
                    <a:pt x="2437" y="4322"/>
                  </a:cubicBezTo>
                  <a:cubicBezTo>
                    <a:pt x="0" y="6793"/>
                    <a:pt x="553" y="10449"/>
                    <a:pt x="1162" y="13474"/>
                  </a:cubicBezTo>
                  <a:cubicBezTo>
                    <a:pt x="4029" y="12548"/>
                    <a:pt x="7233" y="12627"/>
                    <a:pt x="8711" y="9479"/>
                  </a:cubicBezTo>
                  <a:cubicBezTo>
                    <a:pt x="10212" y="6714"/>
                    <a:pt x="9039" y="3397"/>
                    <a:pt x="9829" y="407"/>
                  </a:cubicBezTo>
                  <a:lnTo>
                    <a:pt x="9919" y="0"/>
                  </a:ln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"/>
            <p:cNvSpPr/>
            <p:nvPr/>
          </p:nvSpPr>
          <p:spPr>
            <a:xfrm>
              <a:off x="389050" y="3222650"/>
              <a:ext cx="175475" cy="268875"/>
            </a:xfrm>
            <a:custGeom>
              <a:avLst/>
              <a:gdLst/>
              <a:ahLst/>
              <a:cxnLst/>
              <a:rect l="l" t="t" r="r" b="b"/>
              <a:pathLst>
                <a:path w="7019" h="10755" extrusionOk="0">
                  <a:moveTo>
                    <a:pt x="6534" y="1"/>
                  </a:moveTo>
                  <a:lnTo>
                    <a:pt x="6218" y="441"/>
                  </a:lnTo>
                  <a:cubicBezTo>
                    <a:pt x="6026" y="723"/>
                    <a:pt x="5732" y="1118"/>
                    <a:pt x="5405" y="1614"/>
                  </a:cubicBezTo>
                  <a:cubicBezTo>
                    <a:pt x="5078" y="2100"/>
                    <a:pt x="4694" y="2664"/>
                    <a:pt x="4288" y="3285"/>
                  </a:cubicBezTo>
                  <a:cubicBezTo>
                    <a:pt x="4130" y="3544"/>
                    <a:pt x="3961" y="3804"/>
                    <a:pt x="3792" y="4063"/>
                  </a:cubicBezTo>
                  <a:lnTo>
                    <a:pt x="3758" y="3781"/>
                  </a:lnTo>
                  <a:lnTo>
                    <a:pt x="3713" y="3409"/>
                  </a:lnTo>
                  <a:cubicBezTo>
                    <a:pt x="3701" y="3285"/>
                    <a:pt x="3679" y="3160"/>
                    <a:pt x="3679" y="3036"/>
                  </a:cubicBezTo>
                  <a:lnTo>
                    <a:pt x="3656" y="2675"/>
                  </a:lnTo>
                  <a:cubicBezTo>
                    <a:pt x="3645" y="2551"/>
                    <a:pt x="3634" y="2427"/>
                    <a:pt x="3622" y="2303"/>
                  </a:cubicBezTo>
                  <a:cubicBezTo>
                    <a:pt x="3622" y="2043"/>
                    <a:pt x="3622" y="1795"/>
                    <a:pt x="3611" y="1547"/>
                  </a:cubicBezTo>
                  <a:cubicBezTo>
                    <a:pt x="3555" y="1795"/>
                    <a:pt x="3509" y="2043"/>
                    <a:pt x="3464" y="2292"/>
                  </a:cubicBezTo>
                  <a:cubicBezTo>
                    <a:pt x="3453" y="2416"/>
                    <a:pt x="3442" y="2540"/>
                    <a:pt x="3430" y="2664"/>
                  </a:cubicBezTo>
                  <a:cubicBezTo>
                    <a:pt x="3430" y="2799"/>
                    <a:pt x="3419" y="2923"/>
                    <a:pt x="3419" y="3048"/>
                  </a:cubicBezTo>
                  <a:cubicBezTo>
                    <a:pt x="3408" y="3183"/>
                    <a:pt x="3419" y="3307"/>
                    <a:pt x="3419" y="3431"/>
                  </a:cubicBezTo>
                  <a:lnTo>
                    <a:pt x="3430" y="3815"/>
                  </a:lnTo>
                  <a:cubicBezTo>
                    <a:pt x="3442" y="4052"/>
                    <a:pt x="3476" y="4278"/>
                    <a:pt x="3487" y="4515"/>
                  </a:cubicBezTo>
                  <a:lnTo>
                    <a:pt x="3036" y="5237"/>
                  </a:lnTo>
                  <a:lnTo>
                    <a:pt x="2404" y="6320"/>
                  </a:lnTo>
                  <a:cubicBezTo>
                    <a:pt x="2404" y="6297"/>
                    <a:pt x="2392" y="6275"/>
                    <a:pt x="2392" y="6264"/>
                  </a:cubicBezTo>
                  <a:cubicBezTo>
                    <a:pt x="2347" y="6117"/>
                    <a:pt x="2325" y="5970"/>
                    <a:pt x="2302" y="5823"/>
                  </a:cubicBezTo>
                  <a:cubicBezTo>
                    <a:pt x="2268" y="5677"/>
                    <a:pt x="2268" y="5519"/>
                    <a:pt x="2257" y="5372"/>
                  </a:cubicBezTo>
                  <a:cubicBezTo>
                    <a:pt x="2246" y="5214"/>
                    <a:pt x="2257" y="5067"/>
                    <a:pt x="2257" y="4909"/>
                  </a:cubicBezTo>
                  <a:lnTo>
                    <a:pt x="2279" y="3973"/>
                  </a:lnTo>
                  <a:cubicBezTo>
                    <a:pt x="2268" y="3657"/>
                    <a:pt x="2257" y="3352"/>
                    <a:pt x="2223" y="3036"/>
                  </a:cubicBezTo>
                  <a:cubicBezTo>
                    <a:pt x="2200" y="3194"/>
                    <a:pt x="2178" y="3352"/>
                    <a:pt x="2167" y="3499"/>
                  </a:cubicBezTo>
                  <a:cubicBezTo>
                    <a:pt x="2144" y="3657"/>
                    <a:pt x="2121" y="3815"/>
                    <a:pt x="2099" y="3962"/>
                  </a:cubicBezTo>
                  <a:cubicBezTo>
                    <a:pt x="2054" y="4278"/>
                    <a:pt x="2009" y="4582"/>
                    <a:pt x="1975" y="4898"/>
                  </a:cubicBezTo>
                  <a:cubicBezTo>
                    <a:pt x="1964" y="5056"/>
                    <a:pt x="1952" y="5214"/>
                    <a:pt x="1952" y="5372"/>
                  </a:cubicBezTo>
                  <a:cubicBezTo>
                    <a:pt x="1941" y="5530"/>
                    <a:pt x="1964" y="5699"/>
                    <a:pt x="1975" y="5857"/>
                  </a:cubicBezTo>
                  <a:cubicBezTo>
                    <a:pt x="1986" y="6027"/>
                    <a:pt x="2020" y="6185"/>
                    <a:pt x="2065" y="6343"/>
                  </a:cubicBezTo>
                  <a:cubicBezTo>
                    <a:pt x="2099" y="6467"/>
                    <a:pt x="2133" y="6602"/>
                    <a:pt x="2178" y="6726"/>
                  </a:cubicBezTo>
                  <a:cubicBezTo>
                    <a:pt x="2076" y="6895"/>
                    <a:pt x="1975" y="7076"/>
                    <a:pt x="1885" y="7234"/>
                  </a:cubicBezTo>
                  <a:cubicBezTo>
                    <a:pt x="1535" y="7843"/>
                    <a:pt x="1230" y="8419"/>
                    <a:pt x="948" y="8927"/>
                  </a:cubicBezTo>
                  <a:cubicBezTo>
                    <a:pt x="925" y="8408"/>
                    <a:pt x="892" y="7888"/>
                    <a:pt x="858" y="7381"/>
                  </a:cubicBezTo>
                  <a:cubicBezTo>
                    <a:pt x="846" y="7053"/>
                    <a:pt x="835" y="6726"/>
                    <a:pt x="813" y="6410"/>
                  </a:cubicBezTo>
                  <a:cubicBezTo>
                    <a:pt x="801" y="6083"/>
                    <a:pt x="767" y="5756"/>
                    <a:pt x="734" y="5429"/>
                  </a:cubicBezTo>
                  <a:cubicBezTo>
                    <a:pt x="688" y="5756"/>
                    <a:pt x="655" y="6083"/>
                    <a:pt x="632" y="6399"/>
                  </a:cubicBezTo>
                  <a:cubicBezTo>
                    <a:pt x="598" y="6726"/>
                    <a:pt x="576" y="7053"/>
                    <a:pt x="564" y="7381"/>
                  </a:cubicBezTo>
                  <a:cubicBezTo>
                    <a:pt x="564" y="8024"/>
                    <a:pt x="598" y="8690"/>
                    <a:pt x="632" y="9344"/>
                  </a:cubicBezTo>
                  <a:lnTo>
                    <a:pt x="632" y="9355"/>
                  </a:lnTo>
                  <a:lnTo>
                    <a:pt x="632" y="9367"/>
                  </a:lnTo>
                  <a:cubicBezTo>
                    <a:pt x="643" y="9401"/>
                    <a:pt x="655" y="9423"/>
                    <a:pt x="666" y="9434"/>
                  </a:cubicBezTo>
                  <a:cubicBezTo>
                    <a:pt x="497" y="9762"/>
                    <a:pt x="350" y="10055"/>
                    <a:pt x="237" y="10269"/>
                  </a:cubicBezTo>
                  <a:lnTo>
                    <a:pt x="0" y="10755"/>
                  </a:lnTo>
                  <a:cubicBezTo>
                    <a:pt x="0" y="10755"/>
                    <a:pt x="113" y="10597"/>
                    <a:pt x="305" y="10315"/>
                  </a:cubicBezTo>
                  <a:cubicBezTo>
                    <a:pt x="440" y="10100"/>
                    <a:pt x="621" y="9818"/>
                    <a:pt x="835" y="9502"/>
                  </a:cubicBezTo>
                  <a:cubicBezTo>
                    <a:pt x="970" y="9468"/>
                    <a:pt x="1095" y="9446"/>
                    <a:pt x="1219" y="9412"/>
                  </a:cubicBezTo>
                  <a:cubicBezTo>
                    <a:pt x="1354" y="9378"/>
                    <a:pt x="1478" y="9310"/>
                    <a:pt x="1591" y="9254"/>
                  </a:cubicBezTo>
                  <a:cubicBezTo>
                    <a:pt x="1704" y="9197"/>
                    <a:pt x="1828" y="9130"/>
                    <a:pt x="1930" y="9062"/>
                  </a:cubicBezTo>
                  <a:lnTo>
                    <a:pt x="2246" y="8836"/>
                  </a:lnTo>
                  <a:cubicBezTo>
                    <a:pt x="2449" y="8678"/>
                    <a:pt x="2641" y="8509"/>
                    <a:pt x="2832" y="8340"/>
                  </a:cubicBezTo>
                  <a:cubicBezTo>
                    <a:pt x="3013" y="8159"/>
                    <a:pt x="3193" y="7979"/>
                    <a:pt x="3363" y="7798"/>
                  </a:cubicBezTo>
                  <a:lnTo>
                    <a:pt x="3363" y="7798"/>
                  </a:lnTo>
                  <a:cubicBezTo>
                    <a:pt x="3148" y="7934"/>
                    <a:pt x="2934" y="8080"/>
                    <a:pt x="2731" y="8216"/>
                  </a:cubicBezTo>
                  <a:cubicBezTo>
                    <a:pt x="2629" y="8283"/>
                    <a:pt x="2528" y="8362"/>
                    <a:pt x="2426" y="8430"/>
                  </a:cubicBezTo>
                  <a:lnTo>
                    <a:pt x="2110" y="8633"/>
                  </a:lnTo>
                  <a:lnTo>
                    <a:pt x="1794" y="8814"/>
                  </a:lnTo>
                  <a:lnTo>
                    <a:pt x="1467" y="8972"/>
                  </a:lnTo>
                  <a:cubicBezTo>
                    <a:pt x="1354" y="9017"/>
                    <a:pt x="1241" y="9051"/>
                    <a:pt x="1128" y="9096"/>
                  </a:cubicBezTo>
                  <a:lnTo>
                    <a:pt x="1083" y="9096"/>
                  </a:lnTo>
                  <a:cubicBezTo>
                    <a:pt x="1399" y="8599"/>
                    <a:pt x="1772" y="8024"/>
                    <a:pt x="2155" y="7403"/>
                  </a:cubicBezTo>
                  <a:cubicBezTo>
                    <a:pt x="2246" y="7245"/>
                    <a:pt x="2347" y="7065"/>
                    <a:pt x="2449" y="6907"/>
                  </a:cubicBezTo>
                  <a:cubicBezTo>
                    <a:pt x="2686" y="6783"/>
                    <a:pt x="2945" y="6658"/>
                    <a:pt x="3193" y="6534"/>
                  </a:cubicBezTo>
                  <a:cubicBezTo>
                    <a:pt x="3442" y="6410"/>
                    <a:pt x="3701" y="6286"/>
                    <a:pt x="3950" y="6151"/>
                  </a:cubicBezTo>
                  <a:cubicBezTo>
                    <a:pt x="4198" y="6027"/>
                    <a:pt x="4435" y="5880"/>
                    <a:pt x="4672" y="5733"/>
                  </a:cubicBezTo>
                  <a:cubicBezTo>
                    <a:pt x="4796" y="5665"/>
                    <a:pt x="4909" y="5575"/>
                    <a:pt x="5022" y="5485"/>
                  </a:cubicBezTo>
                  <a:cubicBezTo>
                    <a:pt x="5134" y="5406"/>
                    <a:pt x="5247" y="5304"/>
                    <a:pt x="5337" y="5203"/>
                  </a:cubicBezTo>
                  <a:lnTo>
                    <a:pt x="5337" y="5203"/>
                  </a:lnTo>
                  <a:cubicBezTo>
                    <a:pt x="5213" y="5271"/>
                    <a:pt x="5112" y="5350"/>
                    <a:pt x="4976" y="5406"/>
                  </a:cubicBezTo>
                  <a:cubicBezTo>
                    <a:pt x="4852" y="5474"/>
                    <a:pt x="4728" y="5541"/>
                    <a:pt x="4593" y="5586"/>
                  </a:cubicBezTo>
                  <a:cubicBezTo>
                    <a:pt x="4344" y="5699"/>
                    <a:pt x="4085" y="5801"/>
                    <a:pt x="3837" y="5914"/>
                  </a:cubicBezTo>
                  <a:cubicBezTo>
                    <a:pt x="3476" y="6060"/>
                    <a:pt x="3126" y="6218"/>
                    <a:pt x="2765" y="6376"/>
                  </a:cubicBezTo>
                  <a:lnTo>
                    <a:pt x="3329" y="5417"/>
                  </a:lnTo>
                  <a:cubicBezTo>
                    <a:pt x="3487" y="5180"/>
                    <a:pt x="3634" y="4943"/>
                    <a:pt x="3780" y="4706"/>
                  </a:cubicBezTo>
                  <a:lnTo>
                    <a:pt x="4141" y="4661"/>
                  </a:lnTo>
                  <a:cubicBezTo>
                    <a:pt x="4299" y="4627"/>
                    <a:pt x="4446" y="4593"/>
                    <a:pt x="4593" y="4560"/>
                  </a:cubicBezTo>
                  <a:cubicBezTo>
                    <a:pt x="4897" y="4469"/>
                    <a:pt x="5180" y="4368"/>
                    <a:pt x="5462" y="4232"/>
                  </a:cubicBezTo>
                  <a:cubicBezTo>
                    <a:pt x="5732" y="4108"/>
                    <a:pt x="6003" y="3962"/>
                    <a:pt x="6263" y="3792"/>
                  </a:cubicBezTo>
                  <a:cubicBezTo>
                    <a:pt x="6511" y="3634"/>
                    <a:pt x="6771" y="3476"/>
                    <a:pt x="7019" y="3296"/>
                  </a:cubicBezTo>
                  <a:lnTo>
                    <a:pt x="7019" y="3296"/>
                  </a:lnTo>
                  <a:cubicBezTo>
                    <a:pt x="6455" y="3510"/>
                    <a:pt x="5902" y="3758"/>
                    <a:pt x="5349" y="3973"/>
                  </a:cubicBezTo>
                  <a:cubicBezTo>
                    <a:pt x="5213" y="4018"/>
                    <a:pt x="5067" y="4074"/>
                    <a:pt x="4931" y="4108"/>
                  </a:cubicBezTo>
                  <a:cubicBezTo>
                    <a:pt x="4807" y="4153"/>
                    <a:pt x="4649" y="4199"/>
                    <a:pt x="4514" y="4232"/>
                  </a:cubicBezTo>
                  <a:cubicBezTo>
                    <a:pt x="4367" y="4266"/>
                    <a:pt x="4232" y="4289"/>
                    <a:pt x="4085" y="4311"/>
                  </a:cubicBezTo>
                  <a:lnTo>
                    <a:pt x="4017" y="4323"/>
                  </a:lnTo>
                  <a:cubicBezTo>
                    <a:pt x="4198" y="4029"/>
                    <a:pt x="4378" y="3736"/>
                    <a:pt x="4548" y="3454"/>
                  </a:cubicBezTo>
                  <a:cubicBezTo>
                    <a:pt x="4931" y="2822"/>
                    <a:pt x="5270" y="2224"/>
                    <a:pt x="5574" y="1716"/>
                  </a:cubicBezTo>
                  <a:cubicBezTo>
                    <a:pt x="5868" y="1208"/>
                    <a:pt x="6105" y="768"/>
                    <a:pt x="6274" y="475"/>
                  </a:cubicBezTo>
                  <a:lnTo>
                    <a:pt x="6534" y="1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"/>
            <p:cNvSpPr/>
            <p:nvPr/>
          </p:nvSpPr>
          <p:spPr>
            <a:xfrm>
              <a:off x="1681375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305" y="0"/>
                  </a:moveTo>
                  <a:cubicBezTo>
                    <a:pt x="135" y="0"/>
                    <a:pt x="0" y="429"/>
                    <a:pt x="0" y="948"/>
                  </a:cubicBezTo>
                  <a:cubicBezTo>
                    <a:pt x="0" y="1467"/>
                    <a:pt x="147" y="1885"/>
                    <a:pt x="305" y="1885"/>
                  </a:cubicBezTo>
                  <a:cubicBezTo>
                    <a:pt x="463" y="1885"/>
                    <a:pt x="598" y="1456"/>
                    <a:pt x="598" y="948"/>
                  </a:cubicBezTo>
                  <a:cubicBezTo>
                    <a:pt x="598" y="429"/>
                    <a:pt x="463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"/>
            <p:cNvSpPr/>
            <p:nvPr/>
          </p:nvSpPr>
          <p:spPr>
            <a:xfrm>
              <a:off x="1826375" y="1566700"/>
              <a:ext cx="14975" cy="47150"/>
            </a:xfrm>
            <a:custGeom>
              <a:avLst/>
              <a:gdLst/>
              <a:ahLst/>
              <a:cxnLst/>
              <a:rect l="l" t="t" r="r" b="b"/>
              <a:pathLst>
                <a:path w="599" h="1886" extrusionOk="0">
                  <a:moveTo>
                    <a:pt x="305" y="1"/>
                  </a:moveTo>
                  <a:cubicBezTo>
                    <a:pt x="136" y="1"/>
                    <a:pt x="0" y="430"/>
                    <a:pt x="0" y="949"/>
                  </a:cubicBezTo>
                  <a:cubicBezTo>
                    <a:pt x="0" y="1468"/>
                    <a:pt x="136" y="1885"/>
                    <a:pt x="305" y="1885"/>
                  </a:cubicBezTo>
                  <a:cubicBezTo>
                    <a:pt x="463" y="1885"/>
                    <a:pt x="598" y="1468"/>
                    <a:pt x="598" y="949"/>
                  </a:cubicBezTo>
                  <a:cubicBezTo>
                    <a:pt x="598" y="430"/>
                    <a:pt x="463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"/>
            <p:cNvSpPr/>
            <p:nvPr/>
          </p:nvSpPr>
          <p:spPr>
            <a:xfrm>
              <a:off x="1789400" y="1589850"/>
              <a:ext cx="14975" cy="47125"/>
            </a:xfrm>
            <a:custGeom>
              <a:avLst/>
              <a:gdLst/>
              <a:ahLst/>
              <a:cxnLst/>
              <a:rect l="l" t="t" r="r" b="b"/>
              <a:pathLst>
                <a:path w="599" h="1885" extrusionOk="0">
                  <a:moveTo>
                    <a:pt x="294" y="0"/>
                  </a:moveTo>
                  <a:cubicBezTo>
                    <a:pt x="136" y="0"/>
                    <a:pt x="1" y="429"/>
                    <a:pt x="1" y="948"/>
                  </a:cubicBezTo>
                  <a:cubicBezTo>
                    <a:pt x="1" y="1467"/>
                    <a:pt x="136" y="1885"/>
                    <a:pt x="294" y="1885"/>
                  </a:cubicBezTo>
                  <a:cubicBezTo>
                    <a:pt x="464" y="1885"/>
                    <a:pt x="599" y="1467"/>
                    <a:pt x="599" y="948"/>
                  </a:cubicBezTo>
                  <a:cubicBezTo>
                    <a:pt x="599" y="429"/>
                    <a:pt x="464" y="0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"/>
            <p:cNvSpPr/>
            <p:nvPr/>
          </p:nvSpPr>
          <p:spPr>
            <a:xfrm>
              <a:off x="668875" y="2560850"/>
              <a:ext cx="488650" cy="462875"/>
            </a:xfrm>
            <a:custGeom>
              <a:avLst/>
              <a:gdLst/>
              <a:ahLst/>
              <a:cxnLst/>
              <a:rect l="l" t="t" r="r" b="b"/>
              <a:pathLst>
                <a:path w="19546" h="18515" extrusionOk="0">
                  <a:moveTo>
                    <a:pt x="5903" y="0"/>
                  </a:moveTo>
                  <a:lnTo>
                    <a:pt x="5903" y="0"/>
                  </a:lnTo>
                  <a:cubicBezTo>
                    <a:pt x="5912" y="98"/>
                    <a:pt x="5920" y="161"/>
                    <a:pt x="5913" y="161"/>
                  </a:cubicBezTo>
                  <a:cubicBezTo>
                    <a:pt x="5911" y="161"/>
                    <a:pt x="5907" y="156"/>
                    <a:pt x="5903" y="147"/>
                  </a:cubicBezTo>
                  <a:cubicBezTo>
                    <a:pt x="5901" y="142"/>
                    <a:pt x="5898" y="140"/>
                    <a:pt x="5892" y="140"/>
                  </a:cubicBezTo>
                  <a:cubicBezTo>
                    <a:pt x="5606" y="140"/>
                    <a:pt x="1" y="7417"/>
                    <a:pt x="4977" y="14444"/>
                  </a:cubicBezTo>
                  <a:cubicBezTo>
                    <a:pt x="7232" y="17631"/>
                    <a:pt x="10539" y="18514"/>
                    <a:pt x="13515" y="18514"/>
                  </a:cubicBezTo>
                  <a:cubicBezTo>
                    <a:pt x="16051" y="18514"/>
                    <a:pt x="18346" y="17873"/>
                    <a:pt x="19545" y="17468"/>
                  </a:cubicBezTo>
                  <a:cubicBezTo>
                    <a:pt x="18214" y="15775"/>
                    <a:pt x="7133" y="1636"/>
                    <a:pt x="5903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"/>
            <p:cNvSpPr/>
            <p:nvPr/>
          </p:nvSpPr>
          <p:spPr>
            <a:xfrm>
              <a:off x="649150" y="2557750"/>
              <a:ext cx="511750" cy="597500"/>
            </a:xfrm>
            <a:custGeom>
              <a:avLst/>
              <a:gdLst/>
              <a:ahLst/>
              <a:cxnLst/>
              <a:rect l="l" t="t" r="r" b="b"/>
              <a:pathLst>
                <a:path w="20470" h="23900" extrusionOk="0">
                  <a:moveTo>
                    <a:pt x="20334" y="17592"/>
                  </a:moveTo>
                  <a:cubicBezTo>
                    <a:pt x="17728" y="18472"/>
                    <a:pt x="9953" y="20470"/>
                    <a:pt x="5766" y="14568"/>
                  </a:cubicBezTo>
                  <a:cubicBezTo>
                    <a:pt x="700" y="7414"/>
                    <a:pt x="6601" y="0"/>
                    <a:pt x="6692" y="271"/>
                  </a:cubicBezTo>
                  <a:cubicBezTo>
                    <a:pt x="6714" y="316"/>
                    <a:pt x="6703" y="248"/>
                    <a:pt x="6692" y="124"/>
                  </a:cubicBezTo>
                  <a:cubicBezTo>
                    <a:pt x="6658" y="68"/>
                    <a:pt x="6624" y="23"/>
                    <a:pt x="6601" y="0"/>
                  </a:cubicBezTo>
                  <a:cubicBezTo>
                    <a:pt x="6601" y="0"/>
                    <a:pt x="0" y="6804"/>
                    <a:pt x="4232" y="13586"/>
                  </a:cubicBezTo>
                  <a:cubicBezTo>
                    <a:pt x="10664" y="23900"/>
                    <a:pt x="20470" y="17761"/>
                    <a:pt x="20470" y="17761"/>
                  </a:cubicBezTo>
                  <a:close/>
                </a:path>
              </a:pathLst>
            </a:custGeom>
            <a:solidFill>
              <a:srgbClr val="C798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"/>
            <p:cNvSpPr/>
            <p:nvPr/>
          </p:nvSpPr>
          <p:spPr>
            <a:xfrm>
              <a:off x="970450" y="2794425"/>
              <a:ext cx="89450" cy="108625"/>
            </a:xfrm>
            <a:custGeom>
              <a:avLst/>
              <a:gdLst/>
              <a:ahLst/>
              <a:cxnLst/>
              <a:rect l="l" t="t" r="r" b="b"/>
              <a:pathLst>
                <a:path w="3578" h="4345" extrusionOk="0">
                  <a:moveTo>
                    <a:pt x="1" y="0"/>
                  </a:moveTo>
                  <a:lnTo>
                    <a:pt x="1" y="0"/>
                  </a:lnTo>
                  <a:cubicBezTo>
                    <a:pt x="125" y="271"/>
                    <a:pt x="260" y="531"/>
                    <a:pt x="418" y="790"/>
                  </a:cubicBezTo>
                  <a:cubicBezTo>
                    <a:pt x="576" y="1050"/>
                    <a:pt x="746" y="1298"/>
                    <a:pt x="926" y="1535"/>
                  </a:cubicBezTo>
                  <a:cubicBezTo>
                    <a:pt x="1129" y="1806"/>
                    <a:pt x="1344" y="2088"/>
                    <a:pt x="1592" y="2348"/>
                  </a:cubicBezTo>
                  <a:cubicBezTo>
                    <a:pt x="1829" y="2607"/>
                    <a:pt x="2066" y="2867"/>
                    <a:pt x="2292" y="3104"/>
                  </a:cubicBezTo>
                  <a:cubicBezTo>
                    <a:pt x="2404" y="3228"/>
                    <a:pt x="2528" y="3318"/>
                    <a:pt x="2630" y="3431"/>
                  </a:cubicBezTo>
                  <a:cubicBezTo>
                    <a:pt x="2732" y="3544"/>
                    <a:pt x="2833" y="3645"/>
                    <a:pt x="2923" y="3736"/>
                  </a:cubicBezTo>
                  <a:cubicBezTo>
                    <a:pt x="3127" y="3950"/>
                    <a:pt x="3352" y="4153"/>
                    <a:pt x="3578" y="4345"/>
                  </a:cubicBezTo>
                  <a:cubicBezTo>
                    <a:pt x="3465" y="4074"/>
                    <a:pt x="3330" y="3803"/>
                    <a:pt x="3172" y="3544"/>
                  </a:cubicBezTo>
                  <a:cubicBezTo>
                    <a:pt x="3025" y="3273"/>
                    <a:pt x="2856" y="3025"/>
                    <a:pt x="2664" y="2788"/>
                  </a:cubicBezTo>
                  <a:cubicBezTo>
                    <a:pt x="2472" y="2517"/>
                    <a:pt x="2258" y="2235"/>
                    <a:pt x="2009" y="1975"/>
                  </a:cubicBezTo>
                  <a:cubicBezTo>
                    <a:pt x="1772" y="1727"/>
                    <a:pt x="1547" y="1456"/>
                    <a:pt x="1310" y="1230"/>
                  </a:cubicBezTo>
                  <a:cubicBezTo>
                    <a:pt x="1073" y="1005"/>
                    <a:pt x="870" y="768"/>
                    <a:pt x="667" y="587"/>
                  </a:cubicBezTo>
                  <a:cubicBezTo>
                    <a:pt x="463" y="384"/>
                    <a:pt x="238" y="18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"/>
            <p:cNvSpPr/>
            <p:nvPr/>
          </p:nvSpPr>
          <p:spPr>
            <a:xfrm>
              <a:off x="1035900" y="2899075"/>
              <a:ext cx="33600" cy="37000"/>
            </a:xfrm>
            <a:custGeom>
              <a:avLst/>
              <a:gdLst/>
              <a:ahLst/>
              <a:cxnLst/>
              <a:rect l="l" t="t" r="r" b="b"/>
              <a:pathLst>
                <a:path w="1344" h="1480" extrusionOk="0">
                  <a:moveTo>
                    <a:pt x="1" y="1"/>
                  </a:moveTo>
                  <a:cubicBezTo>
                    <a:pt x="1" y="114"/>
                    <a:pt x="23" y="227"/>
                    <a:pt x="57" y="339"/>
                  </a:cubicBezTo>
                  <a:cubicBezTo>
                    <a:pt x="91" y="543"/>
                    <a:pt x="272" y="757"/>
                    <a:pt x="441" y="960"/>
                  </a:cubicBezTo>
                  <a:cubicBezTo>
                    <a:pt x="610" y="1118"/>
                    <a:pt x="802" y="1253"/>
                    <a:pt x="1005" y="1355"/>
                  </a:cubicBezTo>
                  <a:cubicBezTo>
                    <a:pt x="1118" y="1411"/>
                    <a:pt x="1231" y="1445"/>
                    <a:pt x="1344" y="1479"/>
                  </a:cubicBezTo>
                  <a:cubicBezTo>
                    <a:pt x="1321" y="1355"/>
                    <a:pt x="1287" y="1242"/>
                    <a:pt x="1242" y="1141"/>
                  </a:cubicBezTo>
                  <a:cubicBezTo>
                    <a:pt x="1140" y="926"/>
                    <a:pt x="1005" y="734"/>
                    <a:pt x="836" y="565"/>
                  </a:cubicBezTo>
                  <a:cubicBezTo>
                    <a:pt x="757" y="486"/>
                    <a:pt x="667" y="407"/>
                    <a:pt x="576" y="339"/>
                  </a:cubicBezTo>
                  <a:cubicBezTo>
                    <a:pt x="486" y="283"/>
                    <a:pt x="396" y="215"/>
                    <a:pt x="317" y="159"/>
                  </a:cubicBezTo>
                  <a:cubicBezTo>
                    <a:pt x="215" y="91"/>
                    <a:pt x="114" y="35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"/>
            <p:cNvSpPr/>
            <p:nvPr/>
          </p:nvSpPr>
          <p:spPr>
            <a:xfrm>
              <a:off x="2564625" y="2912675"/>
              <a:ext cx="372975" cy="258875"/>
            </a:xfrm>
            <a:custGeom>
              <a:avLst/>
              <a:gdLst/>
              <a:ahLst/>
              <a:cxnLst/>
              <a:rect l="l" t="t" r="r" b="b"/>
              <a:pathLst>
                <a:path w="14919" h="10355" extrusionOk="0">
                  <a:moveTo>
                    <a:pt x="12564" y="0"/>
                  </a:moveTo>
                  <a:cubicBezTo>
                    <a:pt x="6454" y="0"/>
                    <a:pt x="1686" y="4185"/>
                    <a:pt x="1" y="10312"/>
                  </a:cubicBezTo>
                  <a:cubicBezTo>
                    <a:pt x="295" y="10340"/>
                    <a:pt x="600" y="10354"/>
                    <a:pt x="914" y="10354"/>
                  </a:cubicBezTo>
                  <a:cubicBezTo>
                    <a:pt x="6153" y="10354"/>
                    <a:pt x="13801" y="6483"/>
                    <a:pt x="14919" y="202"/>
                  </a:cubicBezTo>
                  <a:cubicBezTo>
                    <a:pt x="14115" y="66"/>
                    <a:pt x="13329" y="0"/>
                    <a:pt x="12564" y="0"/>
                  </a:cubicBezTo>
                  <a:close/>
                </a:path>
              </a:pathLst>
            </a:custGeom>
            <a:solidFill>
              <a:srgbClr val="8EC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"/>
            <p:cNvSpPr/>
            <p:nvPr/>
          </p:nvSpPr>
          <p:spPr>
            <a:xfrm>
              <a:off x="2577600" y="2870300"/>
              <a:ext cx="433350" cy="297650"/>
            </a:xfrm>
            <a:custGeom>
              <a:avLst/>
              <a:gdLst/>
              <a:ahLst/>
              <a:cxnLst/>
              <a:rect l="l" t="t" r="r" b="b"/>
              <a:pathLst>
                <a:path w="17334" h="11906" extrusionOk="0">
                  <a:moveTo>
                    <a:pt x="17333" y="1"/>
                  </a:moveTo>
                  <a:cubicBezTo>
                    <a:pt x="17333" y="1"/>
                    <a:pt x="16194" y="656"/>
                    <a:pt x="14512" y="1671"/>
                  </a:cubicBezTo>
                  <a:cubicBezTo>
                    <a:pt x="13734" y="2145"/>
                    <a:pt x="12842" y="2687"/>
                    <a:pt x="11894" y="3285"/>
                  </a:cubicBezTo>
                  <a:cubicBezTo>
                    <a:pt x="11477" y="3127"/>
                    <a:pt x="11071" y="2969"/>
                    <a:pt x="10642" y="2822"/>
                  </a:cubicBezTo>
                  <a:cubicBezTo>
                    <a:pt x="10405" y="2743"/>
                    <a:pt x="10157" y="2675"/>
                    <a:pt x="9920" y="2608"/>
                  </a:cubicBezTo>
                  <a:cubicBezTo>
                    <a:pt x="9672" y="2529"/>
                    <a:pt x="9423" y="2506"/>
                    <a:pt x="9175" y="2461"/>
                  </a:cubicBezTo>
                  <a:lnTo>
                    <a:pt x="9175" y="2461"/>
                  </a:lnTo>
                  <a:cubicBezTo>
                    <a:pt x="9412" y="2562"/>
                    <a:pt x="9638" y="2653"/>
                    <a:pt x="9875" y="2743"/>
                  </a:cubicBezTo>
                  <a:cubicBezTo>
                    <a:pt x="10112" y="2833"/>
                    <a:pt x="10337" y="2946"/>
                    <a:pt x="10563" y="3036"/>
                  </a:cubicBezTo>
                  <a:cubicBezTo>
                    <a:pt x="10913" y="3194"/>
                    <a:pt x="11263" y="3330"/>
                    <a:pt x="11612" y="3465"/>
                  </a:cubicBezTo>
                  <a:cubicBezTo>
                    <a:pt x="11014" y="3838"/>
                    <a:pt x="10394" y="4232"/>
                    <a:pt x="9773" y="4639"/>
                  </a:cubicBezTo>
                  <a:cubicBezTo>
                    <a:pt x="9750" y="4605"/>
                    <a:pt x="9728" y="4582"/>
                    <a:pt x="9694" y="4560"/>
                  </a:cubicBezTo>
                  <a:lnTo>
                    <a:pt x="9006" y="4368"/>
                  </a:lnTo>
                  <a:cubicBezTo>
                    <a:pt x="8769" y="4323"/>
                    <a:pt x="8532" y="4266"/>
                    <a:pt x="8306" y="4221"/>
                  </a:cubicBezTo>
                  <a:cubicBezTo>
                    <a:pt x="8069" y="4176"/>
                    <a:pt x="7843" y="4142"/>
                    <a:pt x="7606" y="4108"/>
                  </a:cubicBezTo>
                  <a:cubicBezTo>
                    <a:pt x="7381" y="4075"/>
                    <a:pt x="7155" y="4007"/>
                    <a:pt x="6918" y="3973"/>
                  </a:cubicBezTo>
                  <a:lnTo>
                    <a:pt x="6918" y="3973"/>
                  </a:lnTo>
                  <a:cubicBezTo>
                    <a:pt x="7133" y="4075"/>
                    <a:pt x="7358" y="4154"/>
                    <a:pt x="7573" y="4244"/>
                  </a:cubicBezTo>
                  <a:cubicBezTo>
                    <a:pt x="7798" y="4334"/>
                    <a:pt x="8024" y="4379"/>
                    <a:pt x="8261" y="4447"/>
                  </a:cubicBezTo>
                  <a:cubicBezTo>
                    <a:pt x="8487" y="4503"/>
                    <a:pt x="8712" y="4560"/>
                    <a:pt x="8938" y="4627"/>
                  </a:cubicBezTo>
                  <a:cubicBezTo>
                    <a:pt x="9119" y="4684"/>
                    <a:pt x="9310" y="4740"/>
                    <a:pt x="9491" y="4797"/>
                  </a:cubicBezTo>
                  <a:cubicBezTo>
                    <a:pt x="9491" y="4797"/>
                    <a:pt x="9491" y="4808"/>
                    <a:pt x="9491" y="4819"/>
                  </a:cubicBezTo>
                  <a:cubicBezTo>
                    <a:pt x="9130" y="5056"/>
                    <a:pt x="8769" y="5293"/>
                    <a:pt x="8396" y="5519"/>
                  </a:cubicBezTo>
                  <a:lnTo>
                    <a:pt x="7900" y="5857"/>
                  </a:lnTo>
                  <a:lnTo>
                    <a:pt x="7336" y="5688"/>
                  </a:lnTo>
                  <a:cubicBezTo>
                    <a:pt x="7076" y="5632"/>
                    <a:pt x="6817" y="5575"/>
                    <a:pt x="6557" y="5519"/>
                  </a:cubicBezTo>
                  <a:cubicBezTo>
                    <a:pt x="6038" y="5440"/>
                    <a:pt x="5519" y="5350"/>
                    <a:pt x="4989" y="5293"/>
                  </a:cubicBezTo>
                  <a:lnTo>
                    <a:pt x="4989" y="5293"/>
                  </a:lnTo>
                  <a:cubicBezTo>
                    <a:pt x="5237" y="5383"/>
                    <a:pt x="5496" y="5462"/>
                    <a:pt x="5745" y="5541"/>
                  </a:cubicBezTo>
                  <a:lnTo>
                    <a:pt x="6512" y="5745"/>
                  </a:lnTo>
                  <a:cubicBezTo>
                    <a:pt x="6760" y="5812"/>
                    <a:pt x="7008" y="5891"/>
                    <a:pt x="7268" y="5948"/>
                  </a:cubicBezTo>
                  <a:lnTo>
                    <a:pt x="7618" y="6061"/>
                  </a:lnTo>
                  <a:cubicBezTo>
                    <a:pt x="7336" y="6252"/>
                    <a:pt x="7054" y="6444"/>
                    <a:pt x="6783" y="6625"/>
                  </a:cubicBezTo>
                  <a:cubicBezTo>
                    <a:pt x="6478" y="6828"/>
                    <a:pt x="6185" y="7031"/>
                    <a:pt x="5891" y="7234"/>
                  </a:cubicBezTo>
                  <a:cubicBezTo>
                    <a:pt x="5790" y="7200"/>
                    <a:pt x="5699" y="7155"/>
                    <a:pt x="5598" y="7110"/>
                  </a:cubicBezTo>
                  <a:cubicBezTo>
                    <a:pt x="5384" y="7042"/>
                    <a:pt x="5158" y="6975"/>
                    <a:pt x="4943" y="6896"/>
                  </a:cubicBezTo>
                  <a:cubicBezTo>
                    <a:pt x="4718" y="6828"/>
                    <a:pt x="4492" y="6805"/>
                    <a:pt x="4266" y="6771"/>
                  </a:cubicBezTo>
                  <a:cubicBezTo>
                    <a:pt x="4041" y="6749"/>
                    <a:pt x="3804" y="6738"/>
                    <a:pt x="3578" y="6738"/>
                  </a:cubicBezTo>
                  <a:cubicBezTo>
                    <a:pt x="3804" y="6805"/>
                    <a:pt x="4018" y="6850"/>
                    <a:pt x="4233" y="6907"/>
                  </a:cubicBezTo>
                  <a:cubicBezTo>
                    <a:pt x="4458" y="6963"/>
                    <a:pt x="4661" y="7054"/>
                    <a:pt x="4876" y="7121"/>
                  </a:cubicBezTo>
                  <a:cubicBezTo>
                    <a:pt x="5090" y="7189"/>
                    <a:pt x="5293" y="7290"/>
                    <a:pt x="5496" y="7358"/>
                  </a:cubicBezTo>
                  <a:lnTo>
                    <a:pt x="5643" y="7415"/>
                  </a:lnTo>
                  <a:cubicBezTo>
                    <a:pt x="5496" y="7516"/>
                    <a:pt x="5361" y="7618"/>
                    <a:pt x="5226" y="7719"/>
                  </a:cubicBezTo>
                  <a:cubicBezTo>
                    <a:pt x="4785" y="8024"/>
                    <a:pt x="4379" y="8317"/>
                    <a:pt x="3996" y="8599"/>
                  </a:cubicBezTo>
                  <a:cubicBezTo>
                    <a:pt x="3996" y="8599"/>
                    <a:pt x="3996" y="8577"/>
                    <a:pt x="4007" y="8577"/>
                  </a:cubicBezTo>
                  <a:lnTo>
                    <a:pt x="4007" y="8554"/>
                  </a:lnTo>
                  <a:cubicBezTo>
                    <a:pt x="4007" y="8475"/>
                    <a:pt x="3950" y="8419"/>
                    <a:pt x="3883" y="8408"/>
                  </a:cubicBezTo>
                  <a:lnTo>
                    <a:pt x="3860" y="8408"/>
                  </a:lnTo>
                  <a:cubicBezTo>
                    <a:pt x="3510" y="8396"/>
                    <a:pt x="3161" y="8385"/>
                    <a:pt x="2799" y="8385"/>
                  </a:cubicBezTo>
                  <a:cubicBezTo>
                    <a:pt x="2438" y="8351"/>
                    <a:pt x="2077" y="8340"/>
                    <a:pt x="1716" y="8340"/>
                  </a:cubicBezTo>
                  <a:cubicBezTo>
                    <a:pt x="2066" y="8453"/>
                    <a:pt x="2416" y="8532"/>
                    <a:pt x="2777" y="8611"/>
                  </a:cubicBezTo>
                  <a:cubicBezTo>
                    <a:pt x="3082" y="8645"/>
                    <a:pt x="3386" y="8656"/>
                    <a:pt x="3702" y="8678"/>
                  </a:cubicBezTo>
                  <a:cubicBezTo>
                    <a:pt x="3691" y="8735"/>
                    <a:pt x="3680" y="8791"/>
                    <a:pt x="3668" y="8836"/>
                  </a:cubicBezTo>
                  <a:cubicBezTo>
                    <a:pt x="3251" y="9164"/>
                    <a:pt x="2867" y="9468"/>
                    <a:pt x="2506" y="9762"/>
                  </a:cubicBezTo>
                  <a:cubicBezTo>
                    <a:pt x="2111" y="10066"/>
                    <a:pt x="1750" y="10337"/>
                    <a:pt x="1457" y="10608"/>
                  </a:cubicBezTo>
                  <a:cubicBezTo>
                    <a:pt x="1163" y="10879"/>
                    <a:pt x="892" y="11105"/>
                    <a:pt x="678" y="11296"/>
                  </a:cubicBezTo>
                  <a:cubicBezTo>
                    <a:pt x="260" y="11680"/>
                    <a:pt x="1" y="11906"/>
                    <a:pt x="1" y="11906"/>
                  </a:cubicBezTo>
                  <a:lnTo>
                    <a:pt x="712" y="11342"/>
                  </a:lnTo>
                  <a:cubicBezTo>
                    <a:pt x="938" y="11161"/>
                    <a:pt x="1208" y="10935"/>
                    <a:pt x="1524" y="10687"/>
                  </a:cubicBezTo>
                  <a:cubicBezTo>
                    <a:pt x="1840" y="10439"/>
                    <a:pt x="2201" y="10179"/>
                    <a:pt x="2596" y="9875"/>
                  </a:cubicBezTo>
                  <a:lnTo>
                    <a:pt x="3612" y="9130"/>
                  </a:lnTo>
                  <a:lnTo>
                    <a:pt x="3612" y="9130"/>
                  </a:lnTo>
                  <a:cubicBezTo>
                    <a:pt x="3510" y="9649"/>
                    <a:pt x="3454" y="10168"/>
                    <a:pt x="3420" y="10698"/>
                  </a:cubicBezTo>
                  <a:cubicBezTo>
                    <a:pt x="3623" y="10112"/>
                    <a:pt x="3792" y="9502"/>
                    <a:pt x="3928" y="8893"/>
                  </a:cubicBezTo>
                  <a:cubicBezTo>
                    <a:pt x="4379" y="8588"/>
                    <a:pt x="4842" y="8261"/>
                    <a:pt x="5327" y="7922"/>
                  </a:cubicBezTo>
                  <a:cubicBezTo>
                    <a:pt x="5508" y="7787"/>
                    <a:pt x="5688" y="7663"/>
                    <a:pt x="5869" y="7539"/>
                  </a:cubicBezTo>
                  <a:lnTo>
                    <a:pt x="5970" y="7584"/>
                  </a:lnTo>
                  <a:cubicBezTo>
                    <a:pt x="5756" y="8272"/>
                    <a:pt x="5587" y="8961"/>
                    <a:pt x="5451" y="9671"/>
                  </a:cubicBezTo>
                  <a:cubicBezTo>
                    <a:pt x="5767" y="8983"/>
                    <a:pt x="6038" y="8272"/>
                    <a:pt x="6264" y="7550"/>
                  </a:cubicBezTo>
                  <a:cubicBezTo>
                    <a:pt x="6286" y="7482"/>
                    <a:pt x="6252" y="7415"/>
                    <a:pt x="6196" y="7381"/>
                  </a:cubicBezTo>
                  <a:lnTo>
                    <a:pt x="6128" y="7358"/>
                  </a:lnTo>
                  <a:cubicBezTo>
                    <a:pt x="6377" y="7189"/>
                    <a:pt x="6636" y="7008"/>
                    <a:pt x="6896" y="6839"/>
                  </a:cubicBezTo>
                  <a:cubicBezTo>
                    <a:pt x="7212" y="6636"/>
                    <a:pt x="7528" y="6422"/>
                    <a:pt x="7843" y="6207"/>
                  </a:cubicBezTo>
                  <a:lnTo>
                    <a:pt x="7843" y="6207"/>
                  </a:lnTo>
                  <a:cubicBezTo>
                    <a:pt x="7810" y="6354"/>
                    <a:pt x="7776" y="6501"/>
                    <a:pt x="7731" y="6659"/>
                  </a:cubicBezTo>
                  <a:cubicBezTo>
                    <a:pt x="7674" y="6862"/>
                    <a:pt x="7618" y="7076"/>
                    <a:pt x="7573" y="7302"/>
                  </a:cubicBezTo>
                  <a:cubicBezTo>
                    <a:pt x="7528" y="7516"/>
                    <a:pt x="7482" y="7742"/>
                    <a:pt x="7460" y="7968"/>
                  </a:cubicBezTo>
                  <a:cubicBezTo>
                    <a:pt x="7460" y="8080"/>
                    <a:pt x="7460" y="8193"/>
                    <a:pt x="7449" y="8306"/>
                  </a:cubicBezTo>
                  <a:cubicBezTo>
                    <a:pt x="7449" y="8419"/>
                    <a:pt x="7471" y="8520"/>
                    <a:pt x="7494" y="8633"/>
                  </a:cubicBezTo>
                  <a:lnTo>
                    <a:pt x="7528" y="8306"/>
                  </a:lnTo>
                  <a:cubicBezTo>
                    <a:pt x="7539" y="8193"/>
                    <a:pt x="7561" y="8092"/>
                    <a:pt x="7584" y="7979"/>
                  </a:cubicBezTo>
                  <a:cubicBezTo>
                    <a:pt x="7606" y="7877"/>
                    <a:pt x="7640" y="7776"/>
                    <a:pt x="7674" y="7663"/>
                  </a:cubicBezTo>
                  <a:lnTo>
                    <a:pt x="7764" y="7347"/>
                  </a:lnTo>
                  <a:cubicBezTo>
                    <a:pt x="7843" y="7144"/>
                    <a:pt x="7911" y="6929"/>
                    <a:pt x="7979" y="6726"/>
                  </a:cubicBezTo>
                  <a:cubicBezTo>
                    <a:pt x="8047" y="6523"/>
                    <a:pt x="8103" y="6297"/>
                    <a:pt x="8159" y="6072"/>
                  </a:cubicBezTo>
                  <a:cubicBezTo>
                    <a:pt x="8159" y="6049"/>
                    <a:pt x="8159" y="6027"/>
                    <a:pt x="8148" y="6004"/>
                  </a:cubicBezTo>
                  <a:cubicBezTo>
                    <a:pt x="8272" y="5925"/>
                    <a:pt x="8396" y="5835"/>
                    <a:pt x="8521" y="5745"/>
                  </a:cubicBezTo>
                  <a:cubicBezTo>
                    <a:pt x="8825" y="5553"/>
                    <a:pt x="9119" y="5361"/>
                    <a:pt x="9412" y="5158"/>
                  </a:cubicBezTo>
                  <a:lnTo>
                    <a:pt x="9412" y="5158"/>
                  </a:lnTo>
                  <a:cubicBezTo>
                    <a:pt x="9322" y="5846"/>
                    <a:pt x="9254" y="6534"/>
                    <a:pt x="9231" y="7223"/>
                  </a:cubicBezTo>
                  <a:cubicBezTo>
                    <a:pt x="9435" y="6478"/>
                    <a:pt x="9593" y="5722"/>
                    <a:pt x="9717" y="4966"/>
                  </a:cubicBezTo>
                  <a:cubicBezTo>
                    <a:pt x="10405" y="4515"/>
                    <a:pt x="11093" y="4052"/>
                    <a:pt x="11748" y="3634"/>
                  </a:cubicBezTo>
                  <a:lnTo>
                    <a:pt x="11793" y="3623"/>
                  </a:lnTo>
                  <a:lnTo>
                    <a:pt x="11793" y="3623"/>
                  </a:lnTo>
                  <a:cubicBezTo>
                    <a:pt x="11658" y="3950"/>
                    <a:pt x="11522" y="4278"/>
                    <a:pt x="11398" y="4616"/>
                  </a:cubicBezTo>
                  <a:cubicBezTo>
                    <a:pt x="11285" y="5022"/>
                    <a:pt x="11172" y="5440"/>
                    <a:pt x="11082" y="5857"/>
                  </a:cubicBezTo>
                  <a:cubicBezTo>
                    <a:pt x="11274" y="5474"/>
                    <a:pt x="11443" y="5079"/>
                    <a:pt x="11601" y="4684"/>
                  </a:cubicBezTo>
                  <a:cubicBezTo>
                    <a:pt x="11782" y="4300"/>
                    <a:pt x="11951" y="3917"/>
                    <a:pt x="12120" y="3522"/>
                  </a:cubicBezTo>
                  <a:cubicBezTo>
                    <a:pt x="12131" y="3488"/>
                    <a:pt x="12131" y="3443"/>
                    <a:pt x="12120" y="3409"/>
                  </a:cubicBezTo>
                  <a:lnTo>
                    <a:pt x="14591" y="1806"/>
                  </a:lnTo>
                  <a:cubicBezTo>
                    <a:pt x="16239" y="735"/>
                    <a:pt x="17333" y="1"/>
                    <a:pt x="17333" y="1"/>
                  </a:cubicBezTo>
                  <a:close/>
                </a:path>
              </a:pathLst>
            </a:custGeom>
            <a:solidFill>
              <a:srgbClr val="7C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"/>
            <p:cNvSpPr/>
            <p:nvPr/>
          </p:nvSpPr>
          <p:spPr>
            <a:xfrm>
              <a:off x="2749125" y="2937725"/>
              <a:ext cx="228525" cy="398925"/>
            </a:xfrm>
            <a:custGeom>
              <a:avLst/>
              <a:gdLst/>
              <a:ahLst/>
              <a:cxnLst/>
              <a:rect l="l" t="t" r="r" b="b"/>
              <a:pathLst>
                <a:path w="9141" h="15957" extrusionOk="0">
                  <a:moveTo>
                    <a:pt x="5146" y="1"/>
                  </a:moveTo>
                  <a:cubicBezTo>
                    <a:pt x="2980" y="2088"/>
                    <a:pt x="68" y="3420"/>
                    <a:pt x="125" y="6907"/>
                  </a:cubicBezTo>
                  <a:cubicBezTo>
                    <a:pt x="1" y="10055"/>
                    <a:pt x="2506" y="12526"/>
                    <a:pt x="3115" y="15550"/>
                  </a:cubicBezTo>
                  <a:lnTo>
                    <a:pt x="3217" y="15957"/>
                  </a:lnTo>
                  <a:lnTo>
                    <a:pt x="3454" y="15370"/>
                  </a:lnTo>
                  <a:cubicBezTo>
                    <a:pt x="4571" y="12944"/>
                    <a:pt x="7302" y="11262"/>
                    <a:pt x="8035" y="8780"/>
                  </a:cubicBezTo>
                  <a:cubicBezTo>
                    <a:pt x="9141" y="5485"/>
                    <a:pt x="7031" y="2450"/>
                    <a:pt x="5146" y="1"/>
                  </a:cubicBezTo>
                  <a:close/>
                </a:path>
              </a:pathLst>
            </a:custGeom>
            <a:solidFill>
              <a:srgbClr val="60A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"/>
            <p:cNvSpPr/>
            <p:nvPr/>
          </p:nvSpPr>
          <p:spPr>
            <a:xfrm>
              <a:off x="2803300" y="2943950"/>
              <a:ext cx="117375" cy="313425"/>
            </a:xfrm>
            <a:custGeom>
              <a:avLst/>
              <a:gdLst/>
              <a:ahLst/>
              <a:cxnLst/>
              <a:rect l="l" t="t" r="r" b="b"/>
              <a:pathLst>
                <a:path w="4695" h="12537" extrusionOk="0">
                  <a:moveTo>
                    <a:pt x="3024" y="0"/>
                  </a:moveTo>
                  <a:cubicBezTo>
                    <a:pt x="3024" y="0"/>
                    <a:pt x="2991" y="192"/>
                    <a:pt x="2945" y="530"/>
                  </a:cubicBezTo>
                  <a:cubicBezTo>
                    <a:pt x="2923" y="779"/>
                    <a:pt x="2866" y="1106"/>
                    <a:pt x="2821" y="1490"/>
                  </a:cubicBezTo>
                  <a:cubicBezTo>
                    <a:pt x="2720" y="1580"/>
                    <a:pt x="2607" y="1659"/>
                    <a:pt x="2517" y="1738"/>
                  </a:cubicBezTo>
                  <a:cubicBezTo>
                    <a:pt x="2415" y="1828"/>
                    <a:pt x="2336" y="1952"/>
                    <a:pt x="2246" y="2043"/>
                  </a:cubicBezTo>
                  <a:cubicBezTo>
                    <a:pt x="2167" y="2144"/>
                    <a:pt x="2099" y="2257"/>
                    <a:pt x="2031" y="2370"/>
                  </a:cubicBezTo>
                  <a:lnTo>
                    <a:pt x="1851" y="2708"/>
                  </a:lnTo>
                  <a:cubicBezTo>
                    <a:pt x="1738" y="2945"/>
                    <a:pt x="1637" y="3171"/>
                    <a:pt x="1546" y="3419"/>
                  </a:cubicBezTo>
                  <a:cubicBezTo>
                    <a:pt x="1467" y="3656"/>
                    <a:pt x="1377" y="3893"/>
                    <a:pt x="1309" y="4141"/>
                  </a:cubicBezTo>
                  <a:cubicBezTo>
                    <a:pt x="1445" y="3927"/>
                    <a:pt x="1558" y="3701"/>
                    <a:pt x="1682" y="3476"/>
                  </a:cubicBezTo>
                  <a:cubicBezTo>
                    <a:pt x="1749" y="3374"/>
                    <a:pt x="1806" y="3261"/>
                    <a:pt x="1873" y="3148"/>
                  </a:cubicBezTo>
                  <a:lnTo>
                    <a:pt x="2065" y="2832"/>
                  </a:lnTo>
                  <a:lnTo>
                    <a:pt x="2268" y="2528"/>
                  </a:lnTo>
                  <a:lnTo>
                    <a:pt x="2494" y="2246"/>
                  </a:lnTo>
                  <a:cubicBezTo>
                    <a:pt x="2573" y="2155"/>
                    <a:pt x="2663" y="2076"/>
                    <a:pt x="2742" y="1997"/>
                  </a:cubicBezTo>
                  <a:lnTo>
                    <a:pt x="2776" y="1964"/>
                  </a:lnTo>
                  <a:lnTo>
                    <a:pt x="2776" y="1964"/>
                  </a:lnTo>
                  <a:cubicBezTo>
                    <a:pt x="2709" y="2550"/>
                    <a:pt x="2630" y="3239"/>
                    <a:pt x="2562" y="3961"/>
                  </a:cubicBezTo>
                  <a:cubicBezTo>
                    <a:pt x="2551" y="4141"/>
                    <a:pt x="2528" y="4344"/>
                    <a:pt x="2517" y="4536"/>
                  </a:cubicBezTo>
                  <a:cubicBezTo>
                    <a:pt x="2359" y="4751"/>
                    <a:pt x="2178" y="4965"/>
                    <a:pt x="2009" y="5191"/>
                  </a:cubicBezTo>
                  <a:cubicBezTo>
                    <a:pt x="1840" y="5416"/>
                    <a:pt x="1670" y="5631"/>
                    <a:pt x="1501" y="5868"/>
                  </a:cubicBezTo>
                  <a:cubicBezTo>
                    <a:pt x="1332" y="6094"/>
                    <a:pt x="1174" y="6331"/>
                    <a:pt x="1027" y="6567"/>
                  </a:cubicBezTo>
                  <a:cubicBezTo>
                    <a:pt x="959" y="6692"/>
                    <a:pt x="892" y="6816"/>
                    <a:pt x="824" y="6940"/>
                  </a:cubicBezTo>
                  <a:cubicBezTo>
                    <a:pt x="756" y="7064"/>
                    <a:pt x="700" y="7199"/>
                    <a:pt x="666" y="7335"/>
                  </a:cubicBezTo>
                  <a:cubicBezTo>
                    <a:pt x="745" y="7222"/>
                    <a:pt x="801" y="7098"/>
                    <a:pt x="903" y="6985"/>
                  </a:cubicBezTo>
                  <a:cubicBezTo>
                    <a:pt x="1005" y="6883"/>
                    <a:pt x="1072" y="6771"/>
                    <a:pt x="1163" y="6669"/>
                  </a:cubicBezTo>
                  <a:cubicBezTo>
                    <a:pt x="1343" y="6455"/>
                    <a:pt x="1524" y="6240"/>
                    <a:pt x="1704" y="6037"/>
                  </a:cubicBezTo>
                  <a:cubicBezTo>
                    <a:pt x="1964" y="5744"/>
                    <a:pt x="2212" y="5450"/>
                    <a:pt x="2460" y="5157"/>
                  </a:cubicBezTo>
                  <a:lnTo>
                    <a:pt x="2460" y="5157"/>
                  </a:lnTo>
                  <a:cubicBezTo>
                    <a:pt x="2426" y="5518"/>
                    <a:pt x="2404" y="5890"/>
                    <a:pt x="2370" y="6263"/>
                  </a:cubicBezTo>
                  <a:cubicBezTo>
                    <a:pt x="2336" y="6545"/>
                    <a:pt x="2314" y="6827"/>
                    <a:pt x="2280" y="7098"/>
                  </a:cubicBezTo>
                  <a:lnTo>
                    <a:pt x="1975" y="7301"/>
                  </a:lnTo>
                  <a:cubicBezTo>
                    <a:pt x="1851" y="7391"/>
                    <a:pt x="1738" y="7493"/>
                    <a:pt x="1614" y="7594"/>
                  </a:cubicBezTo>
                  <a:cubicBezTo>
                    <a:pt x="1377" y="7797"/>
                    <a:pt x="1174" y="8023"/>
                    <a:pt x="971" y="8260"/>
                  </a:cubicBezTo>
                  <a:cubicBezTo>
                    <a:pt x="790" y="8497"/>
                    <a:pt x="610" y="8745"/>
                    <a:pt x="452" y="9005"/>
                  </a:cubicBezTo>
                  <a:cubicBezTo>
                    <a:pt x="294" y="9264"/>
                    <a:pt x="136" y="9524"/>
                    <a:pt x="0" y="9795"/>
                  </a:cubicBezTo>
                  <a:cubicBezTo>
                    <a:pt x="407" y="9343"/>
                    <a:pt x="790" y="8881"/>
                    <a:pt x="1196" y="8452"/>
                  </a:cubicBezTo>
                  <a:cubicBezTo>
                    <a:pt x="1298" y="8350"/>
                    <a:pt x="1400" y="8238"/>
                    <a:pt x="1501" y="8136"/>
                  </a:cubicBezTo>
                  <a:cubicBezTo>
                    <a:pt x="1614" y="8034"/>
                    <a:pt x="1727" y="7944"/>
                    <a:pt x="1828" y="7843"/>
                  </a:cubicBezTo>
                  <a:cubicBezTo>
                    <a:pt x="1941" y="7752"/>
                    <a:pt x="2054" y="7662"/>
                    <a:pt x="2178" y="7583"/>
                  </a:cubicBezTo>
                  <a:cubicBezTo>
                    <a:pt x="2201" y="7560"/>
                    <a:pt x="2223" y="7549"/>
                    <a:pt x="2246" y="7538"/>
                  </a:cubicBezTo>
                  <a:lnTo>
                    <a:pt x="2246" y="7538"/>
                  </a:lnTo>
                  <a:cubicBezTo>
                    <a:pt x="2212" y="7888"/>
                    <a:pt x="2178" y="8226"/>
                    <a:pt x="2144" y="8565"/>
                  </a:cubicBezTo>
                  <a:cubicBezTo>
                    <a:pt x="2077" y="9298"/>
                    <a:pt x="2031" y="9987"/>
                    <a:pt x="1986" y="10573"/>
                  </a:cubicBezTo>
                  <a:cubicBezTo>
                    <a:pt x="1941" y="11160"/>
                    <a:pt x="1930" y="11645"/>
                    <a:pt x="1907" y="11995"/>
                  </a:cubicBezTo>
                  <a:cubicBezTo>
                    <a:pt x="1885" y="12345"/>
                    <a:pt x="1885" y="12537"/>
                    <a:pt x="1885" y="12537"/>
                  </a:cubicBezTo>
                  <a:cubicBezTo>
                    <a:pt x="1885" y="12537"/>
                    <a:pt x="1919" y="12345"/>
                    <a:pt x="1975" y="12006"/>
                  </a:cubicBezTo>
                  <a:cubicBezTo>
                    <a:pt x="2031" y="11668"/>
                    <a:pt x="2110" y="11171"/>
                    <a:pt x="2189" y="10596"/>
                  </a:cubicBezTo>
                  <a:cubicBezTo>
                    <a:pt x="2257" y="10009"/>
                    <a:pt x="2359" y="9321"/>
                    <a:pt x="2449" y="8599"/>
                  </a:cubicBezTo>
                  <a:cubicBezTo>
                    <a:pt x="2483" y="8294"/>
                    <a:pt x="2528" y="7989"/>
                    <a:pt x="2562" y="7673"/>
                  </a:cubicBezTo>
                  <a:cubicBezTo>
                    <a:pt x="2607" y="7752"/>
                    <a:pt x="2663" y="7843"/>
                    <a:pt x="2709" y="7922"/>
                  </a:cubicBezTo>
                  <a:lnTo>
                    <a:pt x="2912" y="8226"/>
                  </a:lnTo>
                  <a:cubicBezTo>
                    <a:pt x="2979" y="8339"/>
                    <a:pt x="3047" y="8441"/>
                    <a:pt x="3115" y="8542"/>
                  </a:cubicBezTo>
                  <a:lnTo>
                    <a:pt x="3295" y="8869"/>
                  </a:lnTo>
                  <a:cubicBezTo>
                    <a:pt x="3352" y="8971"/>
                    <a:pt x="3419" y="9073"/>
                    <a:pt x="3487" y="9185"/>
                  </a:cubicBezTo>
                  <a:cubicBezTo>
                    <a:pt x="3600" y="9411"/>
                    <a:pt x="3702" y="9637"/>
                    <a:pt x="3826" y="9862"/>
                  </a:cubicBezTo>
                  <a:cubicBezTo>
                    <a:pt x="3769" y="9614"/>
                    <a:pt x="3690" y="9377"/>
                    <a:pt x="3623" y="9129"/>
                  </a:cubicBezTo>
                  <a:cubicBezTo>
                    <a:pt x="3589" y="9005"/>
                    <a:pt x="3532" y="8892"/>
                    <a:pt x="3487" y="8779"/>
                  </a:cubicBezTo>
                  <a:cubicBezTo>
                    <a:pt x="3442" y="8655"/>
                    <a:pt x="3386" y="8542"/>
                    <a:pt x="3329" y="8429"/>
                  </a:cubicBezTo>
                  <a:cubicBezTo>
                    <a:pt x="3284" y="8305"/>
                    <a:pt x="3216" y="8204"/>
                    <a:pt x="3160" y="8080"/>
                  </a:cubicBezTo>
                  <a:lnTo>
                    <a:pt x="2979" y="7752"/>
                  </a:lnTo>
                  <a:cubicBezTo>
                    <a:pt x="2866" y="7549"/>
                    <a:pt x="2742" y="7346"/>
                    <a:pt x="2618" y="7143"/>
                  </a:cubicBezTo>
                  <a:cubicBezTo>
                    <a:pt x="2652" y="6861"/>
                    <a:pt x="2675" y="6579"/>
                    <a:pt x="2709" y="6297"/>
                  </a:cubicBezTo>
                  <a:cubicBezTo>
                    <a:pt x="2742" y="5879"/>
                    <a:pt x="2776" y="5462"/>
                    <a:pt x="2799" y="5044"/>
                  </a:cubicBezTo>
                  <a:cubicBezTo>
                    <a:pt x="2810" y="5067"/>
                    <a:pt x="2821" y="5078"/>
                    <a:pt x="2844" y="5089"/>
                  </a:cubicBezTo>
                  <a:cubicBezTo>
                    <a:pt x="2934" y="5202"/>
                    <a:pt x="3024" y="5326"/>
                    <a:pt x="3115" y="5450"/>
                  </a:cubicBezTo>
                  <a:cubicBezTo>
                    <a:pt x="3205" y="5563"/>
                    <a:pt x="3273" y="5699"/>
                    <a:pt x="3352" y="5834"/>
                  </a:cubicBezTo>
                  <a:cubicBezTo>
                    <a:pt x="3431" y="5958"/>
                    <a:pt x="3487" y="6105"/>
                    <a:pt x="3555" y="6240"/>
                  </a:cubicBezTo>
                  <a:lnTo>
                    <a:pt x="3950" y="7087"/>
                  </a:lnTo>
                  <a:cubicBezTo>
                    <a:pt x="4085" y="7369"/>
                    <a:pt x="4243" y="7639"/>
                    <a:pt x="4412" y="7910"/>
                  </a:cubicBezTo>
                  <a:cubicBezTo>
                    <a:pt x="4367" y="7764"/>
                    <a:pt x="4311" y="7617"/>
                    <a:pt x="4254" y="7470"/>
                  </a:cubicBezTo>
                  <a:cubicBezTo>
                    <a:pt x="4198" y="7324"/>
                    <a:pt x="4164" y="7166"/>
                    <a:pt x="4119" y="7019"/>
                  </a:cubicBezTo>
                  <a:cubicBezTo>
                    <a:pt x="4017" y="6725"/>
                    <a:pt x="3927" y="6432"/>
                    <a:pt x="3814" y="6127"/>
                  </a:cubicBezTo>
                  <a:cubicBezTo>
                    <a:pt x="3758" y="5981"/>
                    <a:pt x="3690" y="5834"/>
                    <a:pt x="3634" y="5687"/>
                  </a:cubicBezTo>
                  <a:cubicBezTo>
                    <a:pt x="3566" y="5552"/>
                    <a:pt x="3476" y="5405"/>
                    <a:pt x="3397" y="5270"/>
                  </a:cubicBezTo>
                  <a:cubicBezTo>
                    <a:pt x="3318" y="5123"/>
                    <a:pt x="3205" y="4999"/>
                    <a:pt x="3103" y="4875"/>
                  </a:cubicBezTo>
                  <a:cubicBezTo>
                    <a:pt x="3013" y="4773"/>
                    <a:pt x="2923" y="4683"/>
                    <a:pt x="2833" y="4581"/>
                  </a:cubicBezTo>
                  <a:cubicBezTo>
                    <a:pt x="2844" y="4390"/>
                    <a:pt x="2855" y="4187"/>
                    <a:pt x="2866" y="3995"/>
                  </a:cubicBezTo>
                  <a:cubicBezTo>
                    <a:pt x="2912" y="3295"/>
                    <a:pt x="2934" y="2641"/>
                    <a:pt x="2968" y="2076"/>
                  </a:cubicBezTo>
                  <a:cubicBezTo>
                    <a:pt x="3216" y="2516"/>
                    <a:pt x="3465" y="2968"/>
                    <a:pt x="3724" y="3408"/>
                  </a:cubicBezTo>
                  <a:cubicBezTo>
                    <a:pt x="3882" y="3690"/>
                    <a:pt x="4040" y="3983"/>
                    <a:pt x="4198" y="4266"/>
                  </a:cubicBezTo>
                  <a:cubicBezTo>
                    <a:pt x="4356" y="4559"/>
                    <a:pt x="4525" y="4830"/>
                    <a:pt x="4695" y="5112"/>
                  </a:cubicBezTo>
                  <a:cubicBezTo>
                    <a:pt x="4593" y="4796"/>
                    <a:pt x="4480" y="4491"/>
                    <a:pt x="4367" y="4187"/>
                  </a:cubicBezTo>
                  <a:cubicBezTo>
                    <a:pt x="4254" y="3893"/>
                    <a:pt x="4119" y="3588"/>
                    <a:pt x="3995" y="3284"/>
                  </a:cubicBezTo>
                  <a:cubicBezTo>
                    <a:pt x="3702" y="2708"/>
                    <a:pt x="3386" y="2122"/>
                    <a:pt x="3070" y="1557"/>
                  </a:cubicBezTo>
                  <a:lnTo>
                    <a:pt x="3058" y="1546"/>
                  </a:lnTo>
                  <a:lnTo>
                    <a:pt x="3047" y="1523"/>
                  </a:lnTo>
                  <a:cubicBezTo>
                    <a:pt x="3036" y="1512"/>
                    <a:pt x="3013" y="1490"/>
                    <a:pt x="2991" y="1478"/>
                  </a:cubicBezTo>
                  <a:cubicBezTo>
                    <a:pt x="3002" y="1117"/>
                    <a:pt x="3002" y="790"/>
                    <a:pt x="3013" y="553"/>
                  </a:cubicBezTo>
                  <a:cubicBezTo>
                    <a:pt x="3024" y="192"/>
                    <a:pt x="3024" y="0"/>
                    <a:pt x="3024" y="0"/>
                  </a:cubicBez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"/>
            <p:cNvSpPr/>
            <p:nvPr/>
          </p:nvSpPr>
          <p:spPr>
            <a:xfrm>
              <a:off x="2904000" y="2859800"/>
              <a:ext cx="165900" cy="123200"/>
            </a:xfrm>
            <a:custGeom>
              <a:avLst/>
              <a:gdLst/>
              <a:ahLst/>
              <a:cxnLst/>
              <a:rect l="l" t="t" r="r" b="b"/>
              <a:pathLst>
                <a:path w="6636" h="4928" extrusionOk="0">
                  <a:moveTo>
                    <a:pt x="4166" y="1"/>
                  </a:moveTo>
                  <a:cubicBezTo>
                    <a:pt x="3751" y="1"/>
                    <a:pt x="3349" y="57"/>
                    <a:pt x="3014" y="150"/>
                  </a:cubicBezTo>
                  <a:cubicBezTo>
                    <a:pt x="1558" y="590"/>
                    <a:pt x="430" y="1741"/>
                    <a:pt x="1" y="3197"/>
                  </a:cubicBezTo>
                  <a:cubicBezTo>
                    <a:pt x="80" y="3355"/>
                    <a:pt x="170" y="3513"/>
                    <a:pt x="283" y="3648"/>
                  </a:cubicBezTo>
                  <a:lnTo>
                    <a:pt x="836" y="4483"/>
                  </a:lnTo>
                  <a:cubicBezTo>
                    <a:pt x="1554" y="4696"/>
                    <a:pt x="2273" y="4928"/>
                    <a:pt x="2998" y="4928"/>
                  </a:cubicBezTo>
                  <a:cubicBezTo>
                    <a:pt x="3388" y="4928"/>
                    <a:pt x="3781" y="4860"/>
                    <a:pt x="4176" y="4686"/>
                  </a:cubicBezTo>
                  <a:cubicBezTo>
                    <a:pt x="4740" y="4427"/>
                    <a:pt x="5259" y="4054"/>
                    <a:pt x="5677" y="3580"/>
                  </a:cubicBezTo>
                  <a:cubicBezTo>
                    <a:pt x="6433" y="2745"/>
                    <a:pt x="6636" y="1696"/>
                    <a:pt x="6275" y="726"/>
                  </a:cubicBezTo>
                  <a:cubicBezTo>
                    <a:pt x="5780" y="201"/>
                    <a:pt x="4951" y="1"/>
                    <a:pt x="4166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"/>
            <p:cNvSpPr/>
            <p:nvPr/>
          </p:nvSpPr>
          <p:spPr>
            <a:xfrm>
              <a:off x="2902025" y="2872225"/>
              <a:ext cx="120200" cy="101475"/>
            </a:xfrm>
            <a:custGeom>
              <a:avLst/>
              <a:gdLst/>
              <a:ahLst/>
              <a:cxnLst/>
              <a:rect l="l" t="t" r="r" b="b"/>
              <a:pathLst>
                <a:path w="4808" h="4059" extrusionOk="0">
                  <a:moveTo>
                    <a:pt x="2136" y="1"/>
                  </a:moveTo>
                  <a:cubicBezTo>
                    <a:pt x="1709" y="1"/>
                    <a:pt x="1207" y="389"/>
                    <a:pt x="904" y="748"/>
                  </a:cubicBezTo>
                  <a:cubicBezTo>
                    <a:pt x="531" y="1188"/>
                    <a:pt x="260" y="1696"/>
                    <a:pt x="125" y="2248"/>
                  </a:cubicBezTo>
                  <a:cubicBezTo>
                    <a:pt x="1" y="2801"/>
                    <a:pt x="80" y="3343"/>
                    <a:pt x="588" y="3682"/>
                  </a:cubicBezTo>
                  <a:cubicBezTo>
                    <a:pt x="825" y="3840"/>
                    <a:pt x="1107" y="3952"/>
                    <a:pt x="1389" y="3998"/>
                  </a:cubicBezTo>
                  <a:cubicBezTo>
                    <a:pt x="1426" y="4002"/>
                    <a:pt x="1461" y="4004"/>
                    <a:pt x="1496" y="4004"/>
                  </a:cubicBezTo>
                  <a:cubicBezTo>
                    <a:pt x="1707" y="4004"/>
                    <a:pt x="1887" y="3928"/>
                    <a:pt x="2100" y="3919"/>
                  </a:cubicBezTo>
                  <a:cubicBezTo>
                    <a:pt x="2122" y="3918"/>
                    <a:pt x="2144" y="3917"/>
                    <a:pt x="2167" y="3917"/>
                  </a:cubicBezTo>
                  <a:cubicBezTo>
                    <a:pt x="2585" y="3917"/>
                    <a:pt x="2989" y="4058"/>
                    <a:pt x="3404" y="4058"/>
                  </a:cubicBezTo>
                  <a:cubicBezTo>
                    <a:pt x="3558" y="4058"/>
                    <a:pt x="3713" y="4039"/>
                    <a:pt x="3871" y="3986"/>
                  </a:cubicBezTo>
                  <a:cubicBezTo>
                    <a:pt x="4187" y="3873"/>
                    <a:pt x="4718" y="3208"/>
                    <a:pt x="4074" y="3162"/>
                  </a:cubicBezTo>
                  <a:cubicBezTo>
                    <a:pt x="4368" y="3083"/>
                    <a:pt x="4808" y="2824"/>
                    <a:pt x="4684" y="2485"/>
                  </a:cubicBezTo>
                  <a:cubicBezTo>
                    <a:pt x="4604" y="2245"/>
                    <a:pt x="4278" y="2089"/>
                    <a:pt x="4006" y="2089"/>
                  </a:cubicBezTo>
                  <a:cubicBezTo>
                    <a:pt x="3933" y="2089"/>
                    <a:pt x="3863" y="2100"/>
                    <a:pt x="3804" y="2124"/>
                  </a:cubicBezTo>
                  <a:cubicBezTo>
                    <a:pt x="4107" y="1758"/>
                    <a:pt x="4001" y="1236"/>
                    <a:pt x="3635" y="1236"/>
                  </a:cubicBezTo>
                  <a:cubicBezTo>
                    <a:pt x="3539" y="1236"/>
                    <a:pt x="3425" y="1272"/>
                    <a:pt x="3296" y="1357"/>
                  </a:cubicBezTo>
                  <a:cubicBezTo>
                    <a:pt x="3454" y="1154"/>
                    <a:pt x="3702" y="759"/>
                    <a:pt x="3476" y="522"/>
                  </a:cubicBezTo>
                  <a:cubicBezTo>
                    <a:pt x="3416" y="454"/>
                    <a:pt x="3341" y="429"/>
                    <a:pt x="3261" y="429"/>
                  </a:cubicBezTo>
                  <a:cubicBezTo>
                    <a:pt x="3102" y="429"/>
                    <a:pt x="2923" y="526"/>
                    <a:pt x="2788" y="578"/>
                  </a:cubicBezTo>
                  <a:cubicBezTo>
                    <a:pt x="2648" y="157"/>
                    <a:pt x="2407" y="1"/>
                    <a:pt x="2136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"/>
            <p:cNvSpPr/>
            <p:nvPr/>
          </p:nvSpPr>
          <p:spPr>
            <a:xfrm>
              <a:off x="2902325" y="2841175"/>
              <a:ext cx="158550" cy="98850"/>
            </a:xfrm>
            <a:custGeom>
              <a:avLst/>
              <a:gdLst/>
              <a:ahLst/>
              <a:cxnLst/>
              <a:rect l="l" t="t" r="r" b="b"/>
              <a:pathLst>
                <a:path w="6342" h="3954" extrusionOk="0">
                  <a:moveTo>
                    <a:pt x="4236" y="0"/>
                  </a:moveTo>
                  <a:cubicBezTo>
                    <a:pt x="3592" y="0"/>
                    <a:pt x="2921" y="182"/>
                    <a:pt x="2415" y="421"/>
                  </a:cubicBezTo>
                  <a:cubicBezTo>
                    <a:pt x="1670" y="771"/>
                    <a:pt x="1061" y="1392"/>
                    <a:pt x="621" y="2080"/>
                  </a:cubicBezTo>
                  <a:cubicBezTo>
                    <a:pt x="406" y="2362"/>
                    <a:pt x="237" y="2667"/>
                    <a:pt x="102" y="3005"/>
                  </a:cubicBezTo>
                  <a:cubicBezTo>
                    <a:pt x="11" y="3276"/>
                    <a:pt x="0" y="3558"/>
                    <a:pt x="45" y="3840"/>
                  </a:cubicBezTo>
                  <a:cubicBezTo>
                    <a:pt x="45" y="3863"/>
                    <a:pt x="45" y="3874"/>
                    <a:pt x="56" y="3897"/>
                  </a:cubicBezTo>
                  <a:cubicBezTo>
                    <a:pt x="56" y="3908"/>
                    <a:pt x="68" y="3931"/>
                    <a:pt x="79" y="3953"/>
                  </a:cubicBezTo>
                  <a:cubicBezTo>
                    <a:pt x="305" y="3107"/>
                    <a:pt x="779" y="2351"/>
                    <a:pt x="1456" y="1798"/>
                  </a:cubicBezTo>
                  <a:cubicBezTo>
                    <a:pt x="1918" y="1380"/>
                    <a:pt x="2483" y="1064"/>
                    <a:pt x="3081" y="895"/>
                  </a:cubicBezTo>
                  <a:cubicBezTo>
                    <a:pt x="3415" y="802"/>
                    <a:pt x="3815" y="746"/>
                    <a:pt x="4228" y="746"/>
                  </a:cubicBezTo>
                  <a:cubicBezTo>
                    <a:pt x="5015" y="746"/>
                    <a:pt x="5846" y="949"/>
                    <a:pt x="6342" y="1482"/>
                  </a:cubicBezTo>
                  <a:cubicBezTo>
                    <a:pt x="6252" y="1234"/>
                    <a:pt x="6127" y="997"/>
                    <a:pt x="5981" y="782"/>
                  </a:cubicBezTo>
                  <a:cubicBezTo>
                    <a:pt x="5589" y="210"/>
                    <a:pt x="4928" y="0"/>
                    <a:pt x="42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"/>
            <p:cNvSpPr/>
            <p:nvPr/>
          </p:nvSpPr>
          <p:spPr>
            <a:xfrm>
              <a:off x="2907675" y="2884125"/>
              <a:ext cx="72525" cy="55900"/>
            </a:xfrm>
            <a:custGeom>
              <a:avLst/>
              <a:gdLst/>
              <a:ahLst/>
              <a:cxnLst/>
              <a:rect l="l" t="t" r="r" b="b"/>
              <a:pathLst>
                <a:path w="2901" h="2236" extrusionOk="0">
                  <a:moveTo>
                    <a:pt x="2901" y="1"/>
                  </a:moveTo>
                  <a:cubicBezTo>
                    <a:pt x="2709" y="46"/>
                    <a:pt x="2517" y="91"/>
                    <a:pt x="2325" y="159"/>
                  </a:cubicBezTo>
                  <a:cubicBezTo>
                    <a:pt x="2235" y="181"/>
                    <a:pt x="2144" y="215"/>
                    <a:pt x="2054" y="260"/>
                  </a:cubicBezTo>
                  <a:cubicBezTo>
                    <a:pt x="1953" y="294"/>
                    <a:pt x="1851" y="339"/>
                    <a:pt x="1750" y="385"/>
                  </a:cubicBezTo>
                  <a:cubicBezTo>
                    <a:pt x="1648" y="441"/>
                    <a:pt x="1546" y="497"/>
                    <a:pt x="1445" y="554"/>
                  </a:cubicBezTo>
                  <a:cubicBezTo>
                    <a:pt x="1343" y="610"/>
                    <a:pt x="1219" y="667"/>
                    <a:pt x="1129" y="734"/>
                  </a:cubicBezTo>
                  <a:cubicBezTo>
                    <a:pt x="1050" y="813"/>
                    <a:pt x="948" y="870"/>
                    <a:pt x="847" y="949"/>
                  </a:cubicBezTo>
                  <a:cubicBezTo>
                    <a:pt x="757" y="1016"/>
                    <a:pt x="666" y="1095"/>
                    <a:pt x="587" y="1186"/>
                  </a:cubicBezTo>
                  <a:cubicBezTo>
                    <a:pt x="508" y="1265"/>
                    <a:pt x="441" y="1344"/>
                    <a:pt x="362" y="1423"/>
                  </a:cubicBezTo>
                  <a:cubicBezTo>
                    <a:pt x="305" y="1502"/>
                    <a:pt x="249" y="1581"/>
                    <a:pt x="204" y="1671"/>
                  </a:cubicBezTo>
                  <a:cubicBezTo>
                    <a:pt x="158" y="1739"/>
                    <a:pt x="113" y="1818"/>
                    <a:pt x="91" y="1897"/>
                  </a:cubicBezTo>
                  <a:cubicBezTo>
                    <a:pt x="57" y="1953"/>
                    <a:pt x="46" y="2009"/>
                    <a:pt x="23" y="2066"/>
                  </a:cubicBezTo>
                  <a:cubicBezTo>
                    <a:pt x="0" y="2179"/>
                    <a:pt x="0" y="2235"/>
                    <a:pt x="0" y="2235"/>
                  </a:cubicBezTo>
                  <a:cubicBezTo>
                    <a:pt x="0" y="2235"/>
                    <a:pt x="23" y="2179"/>
                    <a:pt x="46" y="2088"/>
                  </a:cubicBezTo>
                  <a:cubicBezTo>
                    <a:pt x="57" y="2032"/>
                    <a:pt x="91" y="1987"/>
                    <a:pt x="125" y="1919"/>
                  </a:cubicBezTo>
                  <a:cubicBezTo>
                    <a:pt x="170" y="1851"/>
                    <a:pt x="215" y="1784"/>
                    <a:pt x="271" y="1727"/>
                  </a:cubicBezTo>
                  <a:cubicBezTo>
                    <a:pt x="316" y="1648"/>
                    <a:pt x="373" y="1581"/>
                    <a:pt x="452" y="1513"/>
                  </a:cubicBezTo>
                  <a:cubicBezTo>
                    <a:pt x="520" y="1434"/>
                    <a:pt x="599" y="1366"/>
                    <a:pt x="678" y="1299"/>
                  </a:cubicBezTo>
                  <a:cubicBezTo>
                    <a:pt x="723" y="1265"/>
                    <a:pt x="768" y="1220"/>
                    <a:pt x="802" y="1186"/>
                  </a:cubicBezTo>
                  <a:lnTo>
                    <a:pt x="948" y="1084"/>
                  </a:lnTo>
                  <a:cubicBezTo>
                    <a:pt x="1027" y="1005"/>
                    <a:pt x="1129" y="949"/>
                    <a:pt x="1230" y="881"/>
                  </a:cubicBezTo>
                  <a:cubicBezTo>
                    <a:pt x="1321" y="813"/>
                    <a:pt x="1422" y="746"/>
                    <a:pt x="1524" y="689"/>
                  </a:cubicBezTo>
                  <a:cubicBezTo>
                    <a:pt x="1625" y="633"/>
                    <a:pt x="1727" y="576"/>
                    <a:pt x="1817" y="520"/>
                  </a:cubicBezTo>
                  <a:cubicBezTo>
                    <a:pt x="2009" y="407"/>
                    <a:pt x="2201" y="317"/>
                    <a:pt x="2359" y="238"/>
                  </a:cubicBezTo>
                  <a:cubicBezTo>
                    <a:pt x="2438" y="204"/>
                    <a:pt x="2517" y="170"/>
                    <a:pt x="2585" y="136"/>
                  </a:cubicBezTo>
                  <a:cubicBezTo>
                    <a:pt x="2641" y="114"/>
                    <a:pt x="2709" y="91"/>
                    <a:pt x="2754" y="69"/>
                  </a:cubicBezTo>
                  <a:cubicBezTo>
                    <a:pt x="2844" y="23"/>
                    <a:pt x="2900" y="1"/>
                    <a:pt x="2901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"/>
            <p:cNvSpPr/>
            <p:nvPr/>
          </p:nvSpPr>
          <p:spPr>
            <a:xfrm>
              <a:off x="2923200" y="2902900"/>
              <a:ext cx="45725" cy="23000"/>
            </a:xfrm>
            <a:custGeom>
              <a:avLst/>
              <a:gdLst/>
              <a:ahLst/>
              <a:cxnLst/>
              <a:rect l="l" t="t" r="r" b="b"/>
              <a:pathLst>
                <a:path w="1829" h="920" extrusionOk="0">
                  <a:moveTo>
                    <a:pt x="1388" y="1"/>
                  </a:moveTo>
                  <a:cubicBezTo>
                    <a:pt x="1369" y="1"/>
                    <a:pt x="1350" y="2"/>
                    <a:pt x="1332" y="6"/>
                  </a:cubicBezTo>
                  <a:cubicBezTo>
                    <a:pt x="1264" y="6"/>
                    <a:pt x="1196" y="17"/>
                    <a:pt x="1140" y="28"/>
                  </a:cubicBezTo>
                  <a:cubicBezTo>
                    <a:pt x="1130" y="32"/>
                    <a:pt x="1119" y="34"/>
                    <a:pt x="1106" y="34"/>
                  </a:cubicBezTo>
                  <a:cubicBezTo>
                    <a:pt x="1066" y="34"/>
                    <a:pt x="1016" y="17"/>
                    <a:pt x="973" y="17"/>
                  </a:cubicBezTo>
                  <a:cubicBezTo>
                    <a:pt x="955" y="17"/>
                    <a:pt x="939" y="20"/>
                    <a:pt x="925" y="28"/>
                  </a:cubicBezTo>
                  <a:lnTo>
                    <a:pt x="745" y="107"/>
                  </a:lnTo>
                  <a:cubicBezTo>
                    <a:pt x="688" y="141"/>
                    <a:pt x="666" y="254"/>
                    <a:pt x="609" y="288"/>
                  </a:cubicBezTo>
                  <a:cubicBezTo>
                    <a:pt x="553" y="322"/>
                    <a:pt x="542" y="435"/>
                    <a:pt x="497" y="469"/>
                  </a:cubicBezTo>
                  <a:cubicBezTo>
                    <a:pt x="316" y="604"/>
                    <a:pt x="147" y="751"/>
                    <a:pt x="0" y="920"/>
                  </a:cubicBezTo>
                  <a:cubicBezTo>
                    <a:pt x="0" y="920"/>
                    <a:pt x="124" y="852"/>
                    <a:pt x="282" y="762"/>
                  </a:cubicBezTo>
                  <a:cubicBezTo>
                    <a:pt x="372" y="717"/>
                    <a:pt x="463" y="660"/>
                    <a:pt x="564" y="593"/>
                  </a:cubicBezTo>
                  <a:cubicBezTo>
                    <a:pt x="677" y="525"/>
                    <a:pt x="779" y="457"/>
                    <a:pt x="892" y="401"/>
                  </a:cubicBezTo>
                  <a:cubicBezTo>
                    <a:pt x="1004" y="344"/>
                    <a:pt x="1117" y="288"/>
                    <a:pt x="1219" y="243"/>
                  </a:cubicBezTo>
                  <a:cubicBezTo>
                    <a:pt x="1275" y="220"/>
                    <a:pt x="1332" y="186"/>
                    <a:pt x="1377" y="175"/>
                  </a:cubicBezTo>
                  <a:cubicBezTo>
                    <a:pt x="1422" y="153"/>
                    <a:pt x="1478" y="141"/>
                    <a:pt x="1512" y="119"/>
                  </a:cubicBezTo>
                  <a:cubicBezTo>
                    <a:pt x="1557" y="107"/>
                    <a:pt x="1602" y="85"/>
                    <a:pt x="1636" y="85"/>
                  </a:cubicBezTo>
                  <a:lnTo>
                    <a:pt x="1738" y="51"/>
                  </a:lnTo>
                  <a:cubicBezTo>
                    <a:pt x="1794" y="40"/>
                    <a:pt x="1828" y="28"/>
                    <a:pt x="1828" y="28"/>
                  </a:cubicBezTo>
                  <a:cubicBezTo>
                    <a:pt x="1794" y="17"/>
                    <a:pt x="1772" y="17"/>
                    <a:pt x="1749" y="6"/>
                  </a:cubicBezTo>
                  <a:cubicBezTo>
                    <a:pt x="1738" y="10"/>
                    <a:pt x="1727" y="11"/>
                    <a:pt x="1715" y="11"/>
                  </a:cubicBezTo>
                  <a:cubicBezTo>
                    <a:pt x="1691" y="11"/>
                    <a:pt x="1666" y="6"/>
                    <a:pt x="1636" y="6"/>
                  </a:cubicBezTo>
                  <a:lnTo>
                    <a:pt x="1501" y="6"/>
                  </a:lnTo>
                  <a:cubicBezTo>
                    <a:pt x="1463" y="6"/>
                    <a:pt x="1426" y="1"/>
                    <a:pt x="1388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"/>
            <p:cNvSpPr/>
            <p:nvPr/>
          </p:nvSpPr>
          <p:spPr>
            <a:xfrm>
              <a:off x="2924025" y="2912975"/>
              <a:ext cx="40650" cy="15475"/>
            </a:xfrm>
            <a:custGeom>
              <a:avLst/>
              <a:gdLst/>
              <a:ahLst/>
              <a:cxnLst/>
              <a:rect l="l" t="t" r="r" b="b"/>
              <a:pathLst>
                <a:path w="1626" h="619" extrusionOk="0">
                  <a:moveTo>
                    <a:pt x="1276" y="1"/>
                  </a:moveTo>
                  <a:cubicBezTo>
                    <a:pt x="1253" y="1"/>
                    <a:pt x="1231" y="3"/>
                    <a:pt x="1208" y="9"/>
                  </a:cubicBezTo>
                  <a:cubicBezTo>
                    <a:pt x="1152" y="9"/>
                    <a:pt x="1107" y="9"/>
                    <a:pt x="1050" y="20"/>
                  </a:cubicBezTo>
                  <a:cubicBezTo>
                    <a:pt x="994" y="32"/>
                    <a:pt x="949" y="43"/>
                    <a:pt x="892" y="66"/>
                  </a:cubicBezTo>
                  <a:lnTo>
                    <a:pt x="734" y="111"/>
                  </a:lnTo>
                  <a:cubicBezTo>
                    <a:pt x="678" y="133"/>
                    <a:pt x="633" y="156"/>
                    <a:pt x="576" y="178"/>
                  </a:cubicBezTo>
                  <a:cubicBezTo>
                    <a:pt x="531" y="201"/>
                    <a:pt x="475" y="224"/>
                    <a:pt x="441" y="257"/>
                  </a:cubicBezTo>
                  <a:cubicBezTo>
                    <a:pt x="351" y="303"/>
                    <a:pt x="272" y="359"/>
                    <a:pt x="204" y="415"/>
                  </a:cubicBezTo>
                  <a:cubicBezTo>
                    <a:pt x="148" y="460"/>
                    <a:pt x="103" y="506"/>
                    <a:pt x="57" y="562"/>
                  </a:cubicBezTo>
                  <a:cubicBezTo>
                    <a:pt x="24" y="596"/>
                    <a:pt x="1" y="618"/>
                    <a:pt x="1" y="618"/>
                  </a:cubicBezTo>
                  <a:lnTo>
                    <a:pt x="80" y="585"/>
                  </a:lnTo>
                  <a:cubicBezTo>
                    <a:pt x="125" y="562"/>
                    <a:pt x="181" y="528"/>
                    <a:pt x="260" y="494"/>
                  </a:cubicBezTo>
                  <a:cubicBezTo>
                    <a:pt x="294" y="483"/>
                    <a:pt x="339" y="460"/>
                    <a:pt x="373" y="449"/>
                  </a:cubicBezTo>
                  <a:cubicBezTo>
                    <a:pt x="418" y="427"/>
                    <a:pt x="464" y="404"/>
                    <a:pt x="509" y="382"/>
                  </a:cubicBezTo>
                  <a:cubicBezTo>
                    <a:pt x="588" y="336"/>
                    <a:pt x="689" y="291"/>
                    <a:pt x="791" y="269"/>
                  </a:cubicBezTo>
                  <a:cubicBezTo>
                    <a:pt x="892" y="235"/>
                    <a:pt x="994" y="201"/>
                    <a:pt x="1084" y="167"/>
                  </a:cubicBezTo>
                  <a:cubicBezTo>
                    <a:pt x="1141" y="156"/>
                    <a:pt x="1186" y="145"/>
                    <a:pt x="1231" y="133"/>
                  </a:cubicBezTo>
                  <a:lnTo>
                    <a:pt x="1355" y="99"/>
                  </a:lnTo>
                  <a:cubicBezTo>
                    <a:pt x="1434" y="77"/>
                    <a:pt x="1502" y="66"/>
                    <a:pt x="1547" y="54"/>
                  </a:cubicBezTo>
                  <a:lnTo>
                    <a:pt x="1626" y="32"/>
                  </a:lnTo>
                  <a:cubicBezTo>
                    <a:pt x="1592" y="32"/>
                    <a:pt x="1569" y="20"/>
                    <a:pt x="1547" y="20"/>
                  </a:cubicBezTo>
                  <a:cubicBezTo>
                    <a:pt x="1499" y="12"/>
                    <a:pt x="1451" y="4"/>
                    <a:pt x="1403" y="4"/>
                  </a:cubicBezTo>
                  <a:cubicBezTo>
                    <a:pt x="1383" y="4"/>
                    <a:pt x="1364" y="6"/>
                    <a:pt x="1344" y="9"/>
                  </a:cubicBezTo>
                  <a:cubicBezTo>
                    <a:pt x="1321" y="3"/>
                    <a:pt x="1299" y="1"/>
                    <a:pt x="1276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"/>
            <p:cNvSpPr/>
            <p:nvPr/>
          </p:nvSpPr>
          <p:spPr>
            <a:xfrm>
              <a:off x="2893000" y="2930925"/>
              <a:ext cx="126700" cy="171425"/>
            </a:xfrm>
            <a:custGeom>
              <a:avLst/>
              <a:gdLst/>
              <a:ahLst/>
              <a:cxnLst/>
              <a:rect l="l" t="t" r="r" b="b"/>
              <a:pathLst>
                <a:path w="5068" h="6857" extrusionOk="0">
                  <a:moveTo>
                    <a:pt x="384" y="1"/>
                  </a:moveTo>
                  <a:cubicBezTo>
                    <a:pt x="362" y="1"/>
                    <a:pt x="339" y="1"/>
                    <a:pt x="317" y="2"/>
                  </a:cubicBezTo>
                  <a:cubicBezTo>
                    <a:pt x="294" y="25"/>
                    <a:pt x="272" y="25"/>
                    <a:pt x="260" y="47"/>
                  </a:cubicBezTo>
                  <a:cubicBezTo>
                    <a:pt x="114" y="555"/>
                    <a:pt x="46" y="1074"/>
                    <a:pt x="35" y="1593"/>
                  </a:cubicBezTo>
                  <a:cubicBezTo>
                    <a:pt x="1" y="3308"/>
                    <a:pt x="305" y="5328"/>
                    <a:pt x="1840" y="6355"/>
                  </a:cubicBezTo>
                  <a:cubicBezTo>
                    <a:pt x="2308" y="6671"/>
                    <a:pt x="2855" y="6857"/>
                    <a:pt x="3378" y="6857"/>
                  </a:cubicBezTo>
                  <a:cubicBezTo>
                    <a:pt x="3787" y="6857"/>
                    <a:pt x="4182" y="6743"/>
                    <a:pt x="4514" y="6490"/>
                  </a:cubicBezTo>
                  <a:cubicBezTo>
                    <a:pt x="4548" y="6457"/>
                    <a:pt x="4582" y="6434"/>
                    <a:pt x="4616" y="6400"/>
                  </a:cubicBezTo>
                  <a:cubicBezTo>
                    <a:pt x="4695" y="6231"/>
                    <a:pt x="4763" y="6062"/>
                    <a:pt x="4808" y="5881"/>
                  </a:cubicBezTo>
                  <a:cubicBezTo>
                    <a:pt x="5067" y="4854"/>
                    <a:pt x="4774" y="3805"/>
                    <a:pt x="4311" y="2868"/>
                  </a:cubicBezTo>
                  <a:cubicBezTo>
                    <a:pt x="4029" y="2304"/>
                    <a:pt x="3499" y="1762"/>
                    <a:pt x="3047" y="1345"/>
                  </a:cubicBezTo>
                  <a:cubicBezTo>
                    <a:pt x="2309" y="705"/>
                    <a:pt x="1354" y="1"/>
                    <a:pt x="384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"/>
            <p:cNvSpPr/>
            <p:nvPr/>
          </p:nvSpPr>
          <p:spPr>
            <a:xfrm>
              <a:off x="2890750" y="2927300"/>
              <a:ext cx="97350" cy="98775"/>
            </a:xfrm>
            <a:custGeom>
              <a:avLst/>
              <a:gdLst/>
              <a:ahLst/>
              <a:cxnLst/>
              <a:rect l="l" t="t" r="r" b="b"/>
              <a:pathLst>
                <a:path w="3894" h="3951" extrusionOk="0">
                  <a:moveTo>
                    <a:pt x="576" y="0"/>
                  </a:moveTo>
                  <a:lnTo>
                    <a:pt x="113" y="621"/>
                  </a:lnTo>
                  <a:cubicBezTo>
                    <a:pt x="136" y="1264"/>
                    <a:pt x="23" y="1919"/>
                    <a:pt x="23" y="2551"/>
                  </a:cubicBezTo>
                  <a:cubicBezTo>
                    <a:pt x="46" y="2912"/>
                    <a:pt x="0" y="3442"/>
                    <a:pt x="316" y="3690"/>
                  </a:cubicBezTo>
                  <a:cubicBezTo>
                    <a:pt x="433" y="3789"/>
                    <a:pt x="579" y="3833"/>
                    <a:pt x="727" y="3833"/>
                  </a:cubicBezTo>
                  <a:cubicBezTo>
                    <a:pt x="1036" y="3833"/>
                    <a:pt x="1357" y="3641"/>
                    <a:pt x="1456" y="3352"/>
                  </a:cubicBezTo>
                  <a:cubicBezTo>
                    <a:pt x="1501" y="3577"/>
                    <a:pt x="1659" y="3950"/>
                    <a:pt x="1919" y="3950"/>
                  </a:cubicBezTo>
                  <a:cubicBezTo>
                    <a:pt x="1923" y="3950"/>
                    <a:pt x="1928" y="3950"/>
                    <a:pt x="1932" y="3950"/>
                  </a:cubicBezTo>
                  <a:cubicBezTo>
                    <a:pt x="2249" y="3950"/>
                    <a:pt x="2361" y="3552"/>
                    <a:pt x="2494" y="3352"/>
                  </a:cubicBezTo>
                  <a:cubicBezTo>
                    <a:pt x="2615" y="3407"/>
                    <a:pt x="2842" y="3569"/>
                    <a:pt x="3019" y="3569"/>
                  </a:cubicBezTo>
                  <a:cubicBezTo>
                    <a:pt x="3058" y="3569"/>
                    <a:pt x="3094" y="3562"/>
                    <a:pt x="3126" y="3544"/>
                  </a:cubicBezTo>
                  <a:cubicBezTo>
                    <a:pt x="3307" y="3453"/>
                    <a:pt x="3228" y="3261"/>
                    <a:pt x="3104" y="3126"/>
                  </a:cubicBezTo>
                  <a:lnTo>
                    <a:pt x="3104" y="3126"/>
                  </a:lnTo>
                  <a:cubicBezTo>
                    <a:pt x="3170" y="3184"/>
                    <a:pt x="3251" y="3212"/>
                    <a:pt x="3332" y="3212"/>
                  </a:cubicBezTo>
                  <a:cubicBezTo>
                    <a:pt x="3471" y="3212"/>
                    <a:pt x="3606" y="3129"/>
                    <a:pt x="3656" y="2979"/>
                  </a:cubicBezTo>
                  <a:cubicBezTo>
                    <a:pt x="3893" y="2539"/>
                    <a:pt x="3442" y="1704"/>
                    <a:pt x="3194" y="1354"/>
                  </a:cubicBezTo>
                  <a:cubicBezTo>
                    <a:pt x="2630" y="565"/>
                    <a:pt x="1366" y="339"/>
                    <a:pt x="576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"/>
            <p:cNvSpPr/>
            <p:nvPr/>
          </p:nvSpPr>
          <p:spPr>
            <a:xfrm>
              <a:off x="2900625" y="2927200"/>
              <a:ext cx="131200" cy="163750"/>
            </a:xfrm>
            <a:custGeom>
              <a:avLst/>
              <a:gdLst/>
              <a:ahLst/>
              <a:cxnLst/>
              <a:rect l="l" t="t" r="r" b="b"/>
              <a:pathLst>
                <a:path w="5248" h="6550" extrusionOk="0">
                  <a:moveTo>
                    <a:pt x="714" y="1"/>
                  </a:moveTo>
                  <a:cubicBezTo>
                    <a:pt x="438" y="1"/>
                    <a:pt x="189" y="44"/>
                    <a:pt x="0" y="151"/>
                  </a:cubicBezTo>
                  <a:cubicBezTo>
                    <a:pt x="16" y="151"/>
                    <a:pt x="32" y="151"/>
                    <a:pt x="47" y="151"/>
                  </a:cubicBezTo>
                  <a:cubicBezTo>
                    <a:pt x="1035" y="151"/>
                    <a:pt x="1998" y="850"/>
                    <a:pt x="2742" y="1494"/>
                  </a:cubicBezTo>
                  <a:cubicBezTo>
                    <a:pt x="3194" y="1911"/>
                    <a:pt x="3735" y="2442"/>
                    <a:pt x="4006" y="3017"/>
                  </a:cubicBezTo>
                  <a:cubicBezTo>
                    <a:pt x="4458" y="3954"/>
                    <a:pt x="4762" y="4992"/>
                    <a:pt x="4503" y="6030"/>
                  </a:cubicBezTo>
                  <a:cubicBezTo>
                    <a:pt x="4446" y="6211"/>
                    <a:pt x="4390" y="6380"/>
                    <a:pt x="4311" y="6549"/>
                  </a:cubicBezTo>
                  <a:cubicBezTo>
                    <a:pt x="4819" y="6098"/>
                    <a:pt x="5248" y="5421"/>
                    <a:pt x="5236" y="4766"/>
                  </a:cubicBezTo>
                  <a:cubicBezTo>
                    <a:pt x="5236" y="3762"/>
                    <a:pt x="5078" y="3186"/>
                    <a:pt x="4638" y="2272"/>
                  </a:cubicBezTo>
                  <a:cubicBezTo>
                    <a:pt x="4333" y="1663"/>
                    <a:pt x="3476" y="873"/>
                    <a:pt x="2833" y="557"/>
                  </a:cubicBezTo>
                  <a:cubicBezTo>
                    <a:pt x="2336" y="297"/>
                    <a:pt x="1433" y="1"/>
                    <a:pt x="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"/>
            <p:cNvSpPr/>
            <p:nvPr/>
          </p:nvSpPr>
          <p:spPr>
            <a:xfrm>
              <a:off x="2889050" y="2930975"/>
              <a:ext cx="67450" cy="38650"/>
            </a:xfrm>
            <a:custGeom>
              <a:avLst/>
              <a:gdLst/>
              <a:ahLst/>
              <a:cxnLst/>
              <a:rect l="l" t="t" r="r" b="b"/>
              <a:pathLst>
                <a:path w="2698" h="1546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46" y="11"/>
                    <a:pt x="136" y="45"/>
                  </a:cubicBezTo>
                  <a:cubicBezTo>
                    <a:pt x="215" y="79"/>
                    <a:pt x="328" y="124"/>
                    <a:pt x="475" y="181"/>
                  </a:cubicBezTo>
                  <a:cubicBezTo>
                    <a:pt x="610" y="248"/>
                    <a:pt x="768" y="305"/>
                    <a:pt x="937" y="384"/>
                  </a:cubicBezTo>
                  <a:cubicBezTo>
                    <a:pt x="1016" y="418"/>
                    <a:pt x="1095" y="463"/>
                    <a:pt x="1186" y="508"/>
                  </a:cubicBezTo>
                  <a:cubicBezTo>
                    <a:pt x="1276" y="542"/>
                    <a:pt x="1366" y="587"/>
                    <a:pt x="1456" y="632"/>
                  </a:cubicBezTo>
                  <a:cubicBezTo>
                    <a:pt x="1535" y="677"/>
                    <a:pt x="1626" y="733"/>
                    <a:pt x="1705" y="779"/>
                  </a:cubicBezTo>
                  <a:cubicBezTo>
                    <a:pt x="1795" y="824"/>
                    <a:pt x="1874" y="869"/>
                    <a:pt x="1953" y="914"/>
                  </a:cubicBezTo>
                  <a:cubicBezTo>
                    <a:pt x="2032" y="959"/>
                    <a:pt x="2111" y="1004"/>
                    <a:pt x="2179" y="1061"/>
                  </a:cubicBezTo>
                  <a:cubicBezTo>
                    <a:pt x="2235" y="1106"/>
                    <a:pt x="2303" y="1151"/>
                    <a:pt x="2359" y="1196"/>
                  </a:cubicBezTo>
                  <a:cubicBezTo>
                    <a:pt x="2404" y="1241"/>
                    <a:pt x="2461" y="1286"/>
                    <a:pt x="2506" y="1332"/>
                  </a:cubicBezTo>
                  <a:cubicBezTo>
                    <a:pt x="2540" y="1365"/>
                    <a:pt x="2574" y="1399"/>
                    <a:pt x="2607" y="1444"/>
                  </a:cubicBezTo>
                  <a:lnTo>
                    <a:pt x="2698" y="1546"/>
                  </a:lnTo>
                  <a:cubicBezTo>
                    <a:pt x="2698" y="1546"/>
                    <a:pt x="2675" y="1501"/>
                    <a:pt x="2641" y="1433"/>
                  </a:cubicBezTo>
                  <a:cubicBezTo>
                    <a:pt x="2619" y="1377"/>
                    <a:pt x="2585" y="1332"/>
                    <a:pt x="2551" y="1286"/>
                  </a:cubicBezTo>
                  <a:cubicBezTo>
                    <a:pt x="2517" y="1230"/>
                    <a:pt x="2472" y="1185"/>
                    <a:pt x="2427" y="1128"/>
                  </a:cubicBezTo>
                  <a:cubicBezTo>
                    <a:pt x="2370" y="1072"/>
                    <a:pt x="2314" y="1016"/>
                    <a:pt x="2246" y="959"/>
                  </a:cubicBezTo>
                  <a:cubicBezTo>
                    <a:pt x="2179" y="891"/>
                    <a:pt x="2111" y="835"/>
                    <a:pt x="2032" y="790"/>
                  </a:cubicBezTo>
                  <a:cubicBezTo>
                    <a:pt x="1953" y="733"/>
                    <a:pt x="1874" y="666"/>
                    <a:pt x="1795" y="621"/>
                  </a:cubicBezTo>
                  <a:cubicBezTo>
                    <a:pt x="1705" y="576"/>
                    <a:pt x="1614" y="530"/>
                    <a:pt x="1535" y="485"/>
                  </a:cubicBezTo>
                  <a:cubicBezTo>
                    <a:pt x="1355" y="395"/>
                    <a:pt x="1174" y="316"/>
                    <a:pt x="994" y="248"/>
                  </a:cubicBezTo>
                  <a:cubicBezTo>
                    <a:pt x="824" y="181"/>
                    <a:pt x="666" y="124"/>
                    <a:pt x="497" y="90"/>
                  </a:cubicBezTo>
                  <a:cubicBezTo>
                    <a:pt x="339" y="45"/>
                    <a:pt x="170" y="11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"/>
            <p:cNvSpPr/>
            <p:nvPr/>
          </p:nvSpPr>
          <p:spPr>
            <a:xfrm>
              <a:off x="2895825" y="2933775"/>
              <a:ext cx="45725" cy="38125"/>
            </a:xfrm>
            <a:custGeom>
              <a:avLst/>
              <a:gdLst/>
              <a:ahLst/>
              <a:cxnLst/>
              <a:rect l="l" t="t" r="r" b="b"/>
              <a:pathLst>
                <a:path w="1829" h="1525" extrusionOk="0">
                  <a:moveTo>
                    <a:pt x="1" y="1"/>
                  </a:moveTo>
                  <a:lnTo>
                    <a:pt x="91" y="69"/>
                  </a:lnTo>
                  <a:cubicBezTo>
                    <a:pt x="147" y="102"/>
                    <a:pt x="226" y="148"/>
                    <a:pt x="316" y="215"/>
                  </a:cubicBezTo>
                  <a:cubicBezTo>
                    <a:pt x="350" y="249"/>
                    <a:pt x="407" y="283"/>
                    <a:pt x="452" y="328"/>
                  </a:cubicBezTo>
                  <a:cubicBezTo>
                    <a:pt x="508" y="362"/>
                    <a:pt x="553" y="407"/>
                    <a:pt x="610" y="441"/>
                  </a:cubicBezTo>
                  <a:cubicBezTo>
                    <a:pt x="723" y="531"/>
                    <a:pt x="836" y="633"/>
                    <a:pt x="948" y="723"/>
                  </a:cubicBezTo>
                  <a:cubicBezTo>
                    <a:pt x="1061" y="825"/>
                    <a:pt x="1163" y="926"/>
                    <a:pt x="1264" y="1016"/>
                  </a:cubicBezTo>
                  <a:cubicBezTo>
                    <a:pt x="1377" y="1118"/>
                    <a:pt x="1467" y="1197"/>
                    <a:pt x="1546" y="1276"/>
                  </a:cubicBezTo>
                  <a:cubicBezTo>
                    <a:pt x="1637" y="1355"/>
                    <a:pt x="1704" y="1411"/>
                    <a:pt x="1750" y="1457"/>
                  </a:cubicBezTo>
                  <a:cubicBezTo>
                    <a:pt x="1806" y="1502"/>
                    <a:pt x="1829" y="1524"/>
                    <a:pt x="1829" y="1524"/>
                  </a:cubicBezTo>
                  <a:cubicBezTo>
                    <a:pt x="1817" y="1490"/>
                    <a:pt x="1795" y="1468"/>
                    <a:pt x="1783" y="1434"/>
                  </a:cubicBezTo>
                  <a:cubicBezTo>
                    <a:pt x="1738" y="1355"/>
                    <a:pt x="1682" y="1276"/>
                    <a:pt x="1625" y="1208"/>
                  </a:cubicBezTo>
                  <a:cubicBezTo>
                    <a:pt x="1558" y="1118"/>
                    <a:pt x="1467" y="1016"/>
                    <a:pt x="1377" y="904"/>
                  </a:cubicBezTo>
                  <a:cubicBezTo>
                    <a:pt x="1287" y="802"/>
                    <a:pt x="1163" y="700"/>
                    <a:pt x="1061" y="599"/>
                  </a:cubicBezTo>
                  <a:cubicBezTo>
                    <a:pt x="994" y="554"/>
                    <a:pt x="937" y="509"/>
                    <a:pt x="881" y="452"/>
                  </a:cubicBezTo>
                  <a:cubicBezTo>
                    <a:pt x="824" y="407"/>
                    <a:pt x="757" y="362"/>
                    <a:pt x="700" y="328"/>
                  </a:cubicBezTo>
                  <a:cubicBezTo>
                    <a:pt x="644" y="294"/>
                    <a:pt x="587" y="249"/>
                    <a:pt x="531" y="227"/>
                  </a:cubicBezTo>
                  <a:lnTo>
                    <a:pt x="362" y="136"/>
                  </a:lnTo>
                  <a:cubicBezTo>
                    <a:pt x="271" y="91"/>
                    <a:pt x="192" y="57"/>
                    <a:pt x="102" y="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"/>
            <p:cNvSpPr/>
            <p:nvPr/>
          </p:nvSpPr>
          <p:spPr>
            <a:xfrm>
              <a:off x="2892150" y="2931250"/>
              <a:ext cx="33875" cy="39800"/>
            </a:xfrm>
            <a:custGeom>
              <a:avLst/>
              <a:gdLst/>
              <a:ahLst/>
              <a:cxnLst/>
              <a:rect l="l" t="t" r="r" b="b"/>
              <a:pathLst>
                <a:path w="1355" h="1592" extrusionOk="0">
                  <a:moveTo>
                    <a:pt x="1" y="0"/>
                  </a:moveTo>
                  <a:cubicBezTo>
                    <a:pt x="1" y="0"/>
                    <a:pt x="80" y="113"/>
                    <a:pt x="204" y="260"/>
                  </a:cubicBezTo>
                  <a:cubicBezTo>
                    <a:pt x="238" y="294"/>
                    <a:pt x="272" y="328"/>
                    <a:pt x="306" y="373"/>
                  </a:cubicBezTo>
                  <a:cubicBezTo>
                    <a:pt x="351" y="429"/>
                    <a:pt x="384" y="474"/>
                    <a:pt x="418" y="519"/>
                  </a:cubicBezTo>
                  <a:cubicBezTo>
                    <a:pt x="497" y="610"/>
                    <a:pt x="588" y="700"/>
                    <a:pt x="667" y="801"/>
                  </a:cubicBezTo>
                  <a:cubicBezTo>
                    <a:pt x="757" y="903"/>
                    <a:pt x="836" y="1005"/>
                    <a:pt x="915" y="1084"/>
                  </a:cubicBezTo>
                  <a:cubicBezTo>
                    <a:pt x="949" y="1140"/>
                    <a:pt x="994" y="1174"/>
                    <a:pt x="1028" y="1219"/>
                  </a:cubicBezTo>
                  <a:cubicBezTo>
                    <a:pt x="1062" y="1264"/>
                    <a:pt x="1095" y="1309"/>
                    <a:pt x="1129" y="1343"/>
                  </a:cubicBezTo>
                  <a:cubicBezTo>
                    <a:pt x="1265" y="1501"/>
                    <a:pt x="1355" y="1591"/>
                    <a:pt x="1355" y="1591"/>
                  </a:cubicBezTo>
                  <a:cubicBezTo>
                    <a:pt x="1310" y="1490"/>
                    <a:pt x="1265" y="1388"/>
                    <a:pt x="1208" y="1298"/>
                  </a:cubicBezTo>
                  <a:cubicBezTo>
                    <a:pt x="1186" y="1253"/>
                    <a:pt x="1163" y="1208"/>
                    <a:pt x="1129" y="1151"/>
                  </a:cubicBezTo>
                  <a:cubicBezTo>
                    <a:pt x="1107" y="1106"/>
                    <a:pt x="1073" y="1061"/>
                    <a:pt x="1039" y="1005"/>
                  </a:cubicBezTo>
                  <a:cubicBezTo>
                    <a:pt x="960" y="903"/>
                    <a:pt x="892" y="801"/>
                    <a:pt x="802" y="700"/>
                  </a:cubicBezTo>
                  <a:cubicBezTo>
                    <a:pt x="712" y="598"/>
                    <a:pt x="621" y="497"/>
                    <a:pt x="531" y="418"/>
                  </a:cubicBezTo>
                  <a:cubicBezTo>
                    <a:pt x="452" y="339"/>
                    <a:pt x="362" y="260"/>
                    <a:pt x="272" y="192"/>
                  </a:cubicBezTo>
                  <a:cubicBezTo>
                    <a:pt x="181" y="124"/>
                    <a:pt x="91" y="57"/>
                    <a:pt x="1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"/>
            <p:cNvSpPr/>
            <p:nvPr/>
          </p:nvSpPr>
          <p:spPr>
            <a:xfrm>
              <a:off x="2776225" y="2929825"/>
              <a:ext cx="129225" cy="133600"/>
            </a:xfrm>
            <a:custGeom>
              <a:avLst/>
              <a:gdLst/>
              <a:ahLst/>
              <a:cxnLst/>
              <a:rect l="l" t="t" r="r" b="b"/>
              <a:pathLst>
                <a:path w="5169" h="5344" extrusionOk="0">
                  <a:moveTo>
                    <a:pt x="5021" y="1"/>
                  </a:moveTo>
                  <a:lnTo>
                    <a:pt x="4627" y="91"/>
                  </a:lnTo>
                  <a:cubicBezTo>
                    <a:pt x="4141" y="204"/>
                    <a:pt x="3667" y="351"/>
                    <a:pt x="3216" y="543"/>
                  </a:cubicBezTo>
                  <a:cubicBezTo>
                    <a:pt x="1839" y="1129"/>
                    <a:pt x="147" y="2280"/>
                    <a:pt x="23" y="3928"/>
                  </a:cubicBezTo>
                  <a:cubicBezTo>
                    <a:pt x="0" y="4357"/>
                    <a:pt x="124" y="4785"/>
                    <a:pt x="384" y="5124"/>
                  </a:cubicBezTo>
                  <a:cubicBezTo>
                    <a:pt x="553" y="5225"/>
                    <a:pt x="733" y="5293"/>
                    <a:pt x="937" y="5316"/>
                  </a:cubicBezTo>
                  <a:cubicBezTo>
                    <a:pt x="1078" y="5335"/>
                    <a:pt x="1218" y="5344"/>
                    <a:pt x="1355" y="5344"/>
                  </a:cubicBezTo>
                  <a:cubicBezTo>
                    <a:pt x="2035" y="5344"/>
                    <a:pt x="2660" y="5120"/>
                    <a:pt x="3261" y="4763"/>
                  </a:cubicBezTo>
                  <a:cubicBezTo>
                    <a:pt x="4107" y="4266"/>
                    <a:pt x="4638" y="3420"/>
                    <a:pt x="4920" y="2495"/>
                  </a:cubicBezTo>
                  <a:cubicBezTo>
                    <a:pt x="5021" y="2122"/>
                    <a:pt x="5089" y="1739"/>
                    <a:pt x="5134" y="1344"/>
                  </a:cubicBezTo>
                  <a:cubicBezTo>
                    <a:pt x="5168" y="892"/>
                    <a:pt x="5134" y="441"/>
                    <a:pt x="5021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"/>
            <p:cNvSpPr/>
            <p:nvPr/>
          </p:nvSpPr>
          <p:spPr>
            <a:xfrm>
              <a:off x="2826275" y="2923900"/>
              <a:ext cx="88475" cy="85725"/>
            </a:xfrm>
            <a:custGeom>
              <a:avLst/>
              <a:gdLst/>
              <a:ahLst/>
              <a:cxnLst/>
              <a:rect l="l" t="t" r="r" b="b"/>
              <a:pathLst>
                <a:path w="3539" h="3429" extrusionOk="0">
                  <a:moveTo>
                    <a:pt x="3189" y="1"/>
                  </a:moveTo>
                  <a:cubicBezTo>
                    <a:pt x="3189" y="1"/>
                    <a:pt x="3189" y="1"/>
                    <a:pt x="3189" y="1"/>
                  </a:cubicBezTo>
                  <a:lnTo>
                    <a:pt x="3189" y="1"/>
                  </a:lnTo>
                  <a:cubicBezTo>
                    <a:pt x="3189" y="1"/>
                    <a:pt x="3189" y="1"/>
                    <a:pt x="3189" y="1"/>
                  </a:cubicBezTo>
                  <a:close/>
                  <a:moveTo>
                    <a:pt x="3189" y="1"/>
                  </a:moveTo>
                  <a:lnTo>
                    <a:pt x="3189" y="1"/>
                  </a:lnTo>
                  <a:cubicBezTo>
                    <a:pt x="3196" y="103"/>
                    <a:pt x="1902" y="351"/>
                    <a:pt x="1756" y="396"/>
                  </a:cubicBezTo>
                  <a:cubicBezTo>
                    <a:pt x="1090" y="633"/>
                    <a:pt x="368" y="723"/>
                    <a:pt x="86" y="1490"/>
                  </a:cubicBezTo>
                  <a:cubicBezTo>
                    <a:pt x="1" y="1726"/>
                    <a:pt x="65" y="2181"/>
                    <a:pt x="332" y="2181"/>
                  </a:cubicBezTo>
                  <a:cubicBezTo>
                    <a:pt x="385" y="2181"/>
                    <a:pt x="445" y="2163"/>
                    <a:pt x="514" y="2122"/>
                  </a:cubicBezTo>
                  <a:lnTo>
                    <a:pt x="514" y="2122"/>
                  </a:lnTo>
                  <a:cubicBezTo>
                    <a:pt x="438" y="2334"/>
                    <a:pt x="410" y="2864"/>
                    <a:pt x="682" y="2864"/>
                  </a:cubicBezTo>
                  <a:cubicBezTo>
                    <a:pt x="729" y="2864"/>
                    <a:pt x="786" y="2848"/>
                    <a:pt x="853" y="2811"/>
                  </a:cubicBezTo>
                  <a:cubicBezTo>
                    <a:pt x="866" y="3152"/>
                    <a:pt x="1086" y="3366"/>
                    <a:pt x="1329" y="3366"/>
                  </a:cubicBezTo>
                  <a:cubicBezTo>
                    <a:pt x="1495" y="3366"/>
                    <a:pt x="1672" y="3266"/>
                    <a:pt x="1801" y="3036"/>
                  </a:cubicBezTo>
                  <a:lnTo>
                    <a:pt x="1801" y="3036"/>
                  </a:lnTo>
                  <a:cubicBezTo>
                    <a:pt x="1745" y="3326"/>
                    <a:pt x="1874" y="3428"/>
                    <a:pt x="2063" y="3428"/>
                  </a:cubicBezTo>
                  <a:cubicBezTo>
                    <a:pt x="2329" y="3428"/>
                    <a:pt x="2711" y="3224"/>
                    <a:pt x="2850" y="3059"/>
                  </a:cubicBezTo>
                  <a:cubicBezTo>
                    <a:pt x="3538" y="2201"/>
                    <a:pt x="3279" y="1006"/>
                    <a:pt x="3189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"/>
            <p:cNvSpPr/>
            <p:nvPr/>
          </p:nvSpPr>
          <p:spPr>
            <a:xfrm>
              <a:off x="2785800" y="2929550"/>
              <a:ext cx="137700" cy="148575"/>
            </a:xfrm>
            <a:custGeom>
              <a:avLst/>
              <a:gdLst/>
              <a:ahLst/>
              <a:cxnLst/>
              <a:rect l="l" t="t" r="r" b="b"/>
              <a:pathLst>
                <a:path w="5508" h="5943" extrusionOk="0">
                  <a:moveTo>
                    <a:pt x="4638" y="1"/>
                  </a:moveTo>
                  <a:cubicBezTo>
                    <a:pt x="4751" y="441"/>
                    <a:pt x="4785" y="892"/>
                    <a:pt x="4751" y="1343"/>
                  </a:cubicBezTo>
                  <a:cubicBezTo>
                    <a:pt x="4706" y="1738"/>
                    <a:pt x="4638" y="2122"/>
                    <a:pt x="4537" y="2506"/>
                  </a:cubicBezTo>
                  <a:cubicBezTo>
                    <a:pt x="4255" y="3420"/>
                    <a:pt x="3724" y="4266"/>
                    <a:pt x="2878" y="4763"/>
                  </a:cubicBezTo>
                  <a:cubicBezTo>
                    <a:pt x="2280" y="5127"/>
                    <a:pt x="1659" y="5344"/>
                    <a:pt x="983" y="5344"/>
                  </a:cubicBezTo>
                  <a:cubicBezTo>
                    <a:pt x="842" y="5344"/>
                    <a:pt x="699" y="5335"/>
                    <a:pt x="554" y="5315"/>
                  </a:cubicBezTo>
                  <a:cubicBezTo>
                    <a:pt x="350" y="5293"/>
                    <a:pt x="170" y="5225"/>
                    <a:pt x="1" y="5124"/>
                  </a:cubicBezTo>
                  <a:lnTo>
                    <a:pt x="1" y="5124"/>
                  </a:lnTo>
                  <a:cubicBezTo>
                    <a:pt x="215" y="5417"/>
                    <a:pt x="497" y="5643"/>
                    <a:pt x="836" y="5778"/>
                  </a:cubicBezTo>
                  <a:cubicBezTo>
                    <a:pt x="1106" y="5891"/>
                    <a:pt x="1393" y="5943"/>
                    <a:pt x="1685" y="5943"/>
                  </a:cubicBezTo>
                  <a:cubicBezTo>
                    <a:pt x="2905" y="5943"/>
                    <a:pt x="4206" y="5042"/>
                    <a:pt x="4661" y="3995"/>
                  </a:cubicBezTo>
                  <a:cubicBezTo>
                    <a:pt x="5248" y="2743"/>
                    <a:pt x="5507" y="1242"/>
                    <a:pt x="4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"/>
            <p:cNvSpPr/>
            <p:nvPr/>
          </p:nvSpPr>
          <p:spPr>
            <a:xfrm>
              <a:off x="2882000" y="2928425"/>
              <a:ext cx="23150" cy="80700"/>
            </a:xfrm>
            <a:custGeom>
              <a:avLst/>
              <a:gdLst/>
              <a:ahLst/>
              <a:cxnLst/>
              <a:rect l="l" t="t" r="r" b="b"/>
              <a:pathLst>
                <a:path w="926" h="3228" extrusionOk="0">
                  <a:moveTo>
                    <a:pt x="824" y="0"/>
                  </a:moveTo>
                  <a:cubicBezTo>
                    <a:pt x="824" y="1"/>
                    <a:pt x="824" y="57"/>
                    <a:pt x="847" y="136"/>
                  </a:cubicBezTo>
                  <a:cubicBezTo>
                    <a:pt x="847" y="192"/>
                    <a:pt x="847" y="249"/>
                    <a:pt x="847" y="305"/>
                  </a:cubicBezTo>
                  <a:cubicBezTo>
                    <a:pt x="847" y="373"/>
                    <a:pt x="836" y="441"/>
                    <a:pt x="836" y="520"/>
                  </a:cubicBezTo>
                  <a:cubicBezTo>
                    <a:pt x="824" y="599"/>
                    <a:pt x="824" y="678"/>
                    <a:pt x="802" y="768"/>
                  </a:cubicBezTo>
                  <a:cubicBezTo>
                    <a:pt x="779" y="858"/>
                    <a:pt x="768" y="971"/>
                    <a:pt x="745" y="1050"/>
                  </a:cubicBezTo>
                  <a:cubicBezTo>
                    <a:pt x="723" y="1140"/>
                    <a:pt x="700" y="1230"/>
                    <a:pt x="666" y="1332"/>
                  </a:cubicBezTo>
                  <a:cubicBezTo>
                    <a:pt x="644" y="1434"/>
                    <a:pt x="610" y="1535"/>
                    <a:pt x="576" y="1637"/>
                  </a:cubicBezTo>
                  <a:cubicBezTo>
                    <a:pt x="508" y="1840"/>
                    <a:pt x="441" y="2032"/>
                    <a:pt x="373" y="2223"/>
                  </a:cubicBezTo>
                  <a:cubicBezTo>
                    <a:pt x="305" y="2404"/>
                    <a:pt x="238" y="2585"/>
                    <a:pt x="181" y="2720"/>
                  </a:cubicBezTo>
                  <a:lnTo>
                    <a:pt x="46" y="3081"/>
                  </a:lnTo>
                  <a:cubicBezTo>
                    <a:pt x="12" y="3183"/>
                    <a:pt x="1" y="3228"/>
                    <a:pt x="1" y="3228"/>
                  </a:cubicBezTo>
                  <a:cubicBezTo>
                    <a:pt x="1" y="3228"/>
                    <a:pt x="113" y="3047"/>
                    <a:pt x="271" y="2765"/>
                  </a:cubicBezTo>
                  <a:cubicBezTo>
                    <a:pt x="339" y="2630"/>
                    <a:pt x="429" y="2460"/>
                    <a:pt x="508" y="2280"/>
                  </a:cubicBezTo>
                  <a:cubicBezTo>
                    <a:pt x="587" y="2099"/>
                    <a:pt x="666" y="1896"/>
                    <a:pt x="734" y="1693"/>
                  </a:cubicBezTo>
                  <a:cubicBezTo>
                    <a:pt x="768" y="1592"/>
                    <a:pt x="790" y="1479"/>
                    <a:pt x="824" y="1377"/>
                  </a:cubicBezTo>
                  <a:cubicBezTo>
                    <a:pt x="847" y="1276"/>
                    <a:pt x="869" y="1174"/>
                    <a:pt x="892" y="1072"/>
                  </a:cubicBezTo>
                  <a:cubicBezTo>
                    <a:pt x="903" y="982"/>
                    <a:pt x="926" y="881"/>
                    <a:pt x="926" y="790"/>
                  </a:cubicBezTo>
                  <a:cubicBezTo>
                    <a:pt x="926" y="689"/>
                    <a:pt x="926" y="610"/>
                    <a:pt x="926" y="520"/>
                  </a:cubicBezTo>
                  <a:cubicBezTo>
                    <a:pt x="926" y="452"/>
                    <a:pt x="915" y="373"/>
                    <a:pt x="903" y="305"/>
                  </a:cubicBezTo>
                  <a:cubicBezTo>
                    <a:pt x="892" y="249"/>
                    <a:pt x="881" y="192"/>
                    <a:pt x="869" y="136"/>
                  </a:cubicBezTo>
                  <a:cubicBezTo>
                    <a:pt x="847" y="46"/>
                    <a:pt x="824" y="1"/>
                    <a:pt x="824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"/>
            <p:cNvSpPr/>
            <p:nvPr/>
          </p:nvSpPr>
          <p:spPr>
            <a:xfrm>
              <a:off x="2866475" y="2932375"/>
              <a:ext cx="34175" cy="73650"/>
            </a:xfrm>
            <a:custGeom>
              <a:avLst/>
              <a:gdLst/>
              <a:ahLst/>
              <a:cxnLst/>
              <a:rect l="l" t="t" r="r" b="b"/>
              <a:pathLst>
                <a:path w="1367" h="2946" extrusionOk="0">
                  <a:moveTo>
                    <a:pt x="1344" y="0"/>
                  </a:moveTo>
                  <a:cubicBezTo>
                    <a:pt x="1344" y="0"/>
                    <a:pt x="1333" y="57"/>
                    <a:pt x="1333" y="136"/>
                  </a:cubicBezTo>
                  <a:cubicBezTo>
                    <a:pt x="1321" y="192"/>
                    <a:pt x="1310" y="249"/>
                    <a:pt x="1299" y="294"/>
                  </a:cubicBezTo>
                  <a:cubicBezTo>
                    <a:pt x="1287" y="362"/>
                    <a:pt x="1276" y="429"/>
                    <a:pt x="1254" y="497"/>
                  </a:cubicBezTo>
                  <a:cubicBezTo>
                    <a:pt x="1242" y="565"/>
                    <a:pt x="1208" y="655"/>
                    <a:pt x="1186" y="734"/>
                  </a:cubicBezTo>
                  <a:cubicBezTo>
                    <a:pt x="1152" y="813"/>
                    <a:pt x="1118" y="892"/>
                    <a:pt x="1084" y="982"/>
                  </a:cubicBezTo>
                  <a:cubicBezTo>
                    <a:pt x="1039" y="1072"/>
                    <a:pt x="1005" y="1163"/>
                    <a:pt x="960" y="1253"/>
                  </a:cubicBezTo>
                  <a:cubicBezTo>
                    <a:pt x="915" y="1343"/>
                    <a:pt x="859" y="1434"/>
                    <a:pt x="813" y="1524"/>
                  </a:cubicBezTo>
                  <a:cubicBezTo>
                    <a:pt x="723" y="1704"/>
                    <a:pt x="622" y="1874"/>
                    <a:pt x="531" y="2043"/>
                  </a:cubicBezTo>
                  <a:cubicBezTo>
                    <a:pt x="430" y="2212"/>
                    <a:pt x="339" y="2370"/>
                    <a:pt x="261" y="2494"/>
                  </a:cubicBezTo>
                  <a:cubicBezTo>
                    <a:pt x="182" y="2630"/>
                    <a:pt x="114" y="2742"/>
                    <a:pt x="69" y="2821"/>
                  </a:cubicBezTo>
                  <a:cubicBezTo>
                    <a:pt x="24" y="2900"/>
                    <a:pt x="1" y="2946"/>
                    <a:pt x="1" y="2946"/>
                  </a:cubicBezTo>
                  <a:cubicBezTo>
                    <a:pt x="1" y="2946"/>
                    <a:pt x="148" y="2788"/>
                    <a:pt x="339" y="2551"/>
                  </a:cubicBezTo>
                  <a:cubicBezTo>
                    <a:pt x="430" y="2438"/>
                    <a:pt x="543" y="2291"/>
                    <a:pt x="644" y="2122"/>
                  </a:cubicBezTo>
                  <a:cubicBezTo>
                    <a:pt x="757" y="1964"/>
                    <a:pt x="859" y="1795"/>
                    <a:pt x="960" y="1603"/>
                  </a:cubicBezTo>
                  <a:cubicBezTo>
                    <a:pt x="1017" y="1513"/>
                    <a:pt x="1062" y="1422"/>
                    <a:pt x="1107" y="1321"/>
                  </a:cubicBezTo>
                  <a:cubicBezTo>
                    <a:pt x="1141" y="1230"/>
                    <a:pt x="1186" y="1140"/>
                    <a:pt x="1208" y="1039"/>
                  </a:cubicBezTo>
                  <a:cubicBezTo>
                    <a:pt x="1254" y="948"/>
                    <a:pt x="1265" y="858"/>
                    <a:pt x="1299" y="779"/>
                  </a:cubicBezTo>
                  <a:cubicBezTo>
                    <a:pt x="1321" y="689"/>
                    <a:pt x="1333" y="610"/>
                    <a:pt x="1344" y="520"/>
                  </a:cubicBezTo>
                  <a:cubicBezTo>
                    <a:pt x="1355" y="452"/>
                    <a:pt x="1355" y="384"/>
                    <a:pt x="1355" y="305"/>
                  </a:cubicBezTo>
                  <a:cubicBezTo>
                    <a:pt x="1366" y="249"/>
                    <a:pt x="1366" y="204"/>
                    <a:pt x="1355" y="147"/>
                  </a:cubicBezTo>
                  <a:cubicBezTo>
                    <a:pt x="1355" y="57"/>
                    <a:pt x="1344" y="0"/>
                    <a:pt x="1344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"/>
            <p:cNvSpPr/>
            <p:nvPr/>
          </p:nvSpPr>
          <p:spPr>
            <a:xfrm>
              <a:off x="2870425" y="2934625"/>
              <a:ext cx="28800" cy="41775"/>
            </a:xfrm>
            <a:custGeom>
              <a:avLst/>
              <a:gdLst/>
              <a:ahLst/>
              <a:cxnLst/>
              <a:rect l="l" t="t" r="r" b="b"/>
              <a:pathLst>
                <a:path w="1152" h="1671" extrusionOk="0">
                  <a:moveTo>
                    <a:pt x="1152" y="1"/>
                  </a:moveTo>
                  <a:lnTo>
                    <a:pt x="1152" y="1"/>
                  </a:lnTo>
                  <a:cubicBezTo>
                    <a:pt x="1073" y="80"/>
                    <a:pt x="1017" y="159"/>
                    <a:pt x="949" y="249"/>
                  </a:cubicBezTo>
                  <a:cubicBezTo>
                    <a:pt x="836" y="407"/>
                    <a:pt x="701" y="621"/>
                    <a:pt x="565" y="836"/>
                  </a:cubicBezTo>
                  <a:cubicBezTo>
                    <a:pt x="497" y="937"/>
                    <a:pt x="441" y="1039"/>
                    <a:pt x="373" y="1140"/>
                  </a:cubicBezTo>
                  <a:cubicBezTo>
                    <a:pt x="339" y="1186"/>
                    <a:pt x="306" y="1242"/>
                    <a:pt x="283" y="1287"/>
                  </a:cubicBezTo>
                  <a:cubicBezTo>
                    <a:pt x="249" y="1321"/>
                    <a:pt x="215" y="1366"/>
                    <a:pt x="193" y="1411"/>
                  </a:cubicBezTo>
                  <a:cubicBezTo>
                    <a:pt x="136" y="1490"/>
                    <a:pt x="80" y="1547"/>
                    <a:pt x="46" y="1592"/>
                  </a:cubicBezTo>
                  <a:cubicBezTo>
                    <a:pt x="24" y="1614"/>
                    <a:pt x="12" y="1637"/>
                    <a:pt x="1" y="1671"/>
                  </a:cubicBezTo>
                  <a:cubicBezTo>
                    <a:pt x="24" y="1659"/>
                    <a:pt x="57" y="1637"/>
                    <a:pt x="80" y="1626"/>
                  </a:cubicBezTo>
                  <a:cubicBezTo>
                    <a:pt x="148" y="1581"/>
                    <a:pt x="215" y="1535"/>
                    <a:pt x="283" y="1490"/>
                  </a:cubicBezTo>
                  <a:cubicBezTo>
                    <a:pt x="317" y="1456"/>
                    <a:pt x="373" y="1434"/>
                    <a:pt x="418" y="1400"/>
                  </a:cubicBezTo>
                  <a:cubicBezTo>
                    <a:pt x="464" y="1355"/>
                    <a:pt x="543" y="1344"/>
                    <a:pt x="588" y="1298"/>
                  </a:cubicBezTo>
                  <a:cubicBezTo>
                    <a:pt x="633" y="1253"/>
                    <a:pt x="768" y="1276"/>
                    <a:pt x="813" y="1231"/>
                  </a:cubicBezTo>
                  <a:cubicBezTo>
                    <a:pt x="847" y="1174"/>
                    <a:pt x="881" y="1118"/>
                    <a:pt x="915" y="1073"/>
                  </a:cubicBezTo>
                  <a:cubicBezTo>
                    <a:pt x="994" y="960"/>
                    <a:pt x="938" y="779"/>
                    <a:pt x="994" y="666"/>
                  </a:cubicBezTo>
                  <a:cubicBezTo>
                    <a:pt x="1050" y="554"/>
                    <a:pt x="994" y="384"/>
                    <a:pt x="1028" y="294"/>
                  </a:cubicBezTo>
                  <a:cubicBezTo>
                    <a:pt x="1073" y="204"/>
                    <a:pt x="1107" y="102"/>
                    <a:pt x="1152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"/>
            <p:cNvSpPr/>
            <p:nvPr/>
          </p:nvSpPr>
          <p:spPr>
            <a:xfrm>
              <a:off x="2861975" y="2943375"/>
              <a:ext cx="29075" cy="22025"/>
            </a:xfrm>
            <a:custGeom>
              <a:avLst/>
              <a:gdLst/>
              <a:ahLst/>
              <a:cxnLst/>
              <a:rect l="l" t="t" r="r" b="b"/>
              <a:pathLst>
                <a:path w="1163" h="881" extrusionOk="0">
                  <a:moveTo>
                    <a:pt x="1163" y="1"/>
                  </a:moveTo>
                  <a:lnTo>
                    <a:pt x="1163" y="1"/>
                  </a:lnTo>
                  <a:cubicBezTo>
                    <a:pt x="1095" y="34"/>
                    <a:pt x="1027" y="68"/>
                    <a:pt x="960" y="113"/>
                  </a:cubicBezTo>
                  <a:cubicBezTo>
                    <a:pt x="914" y="159"/>
                    <a:pt x="835" y="204"/>
                    <a:pt x="768" y="249"/>
                  </a:cubicBezTo>
                  <a:cubicBezTo>
                    <a:pt x="700" y="294"/>
                    <a:pt x="632" y="350"/>
                    <a:pt x="565" y="407"/>
                  </a:cubicBezTo>
                  <a:cubicBezTo>
                    <a:pt x="497" y="463"/>
                    <a:pt x="418" y="508"/>
                    <a:pt x="350" y="565"/>
                  </a:cubicBezTo>
                  <a:cubicBezTo>
                    <a:pt x="316" y="587"/>
                    <a:pt x="283" y="621"/>
                    <a:pt x="260" y="644"/>
                  </a:cubicBezTo>
                  <a:cubicBezTo>
                    <a:pt x="226" y="666"/>
                    <a:pt x="204" y="689"/>
                    <a:pt x="170" y="711"/>
                  </a:cubicBezTo>
                  <a:cubicBezTo>
                    <a:pt x="113" y="768"/>
                    <a:pt x="57" y="813"/>
                    <a:pt x="0" y="881"/>
                  </a:cubicBezTo>
                  <a:cubicBezTo>
                    <a:pt x="79" y="858"/>
                    <a:pt x="147" y="824"/>
                    <a:pt x="226" y="790"/>
                  </a:cubicBezTo>
                  <a:cubicBezTo>
                    <a:pt x="294" y="768"/>
                    <a:pt x="373" y="723"/>
                    <a:pt x="441" y="689"/>
                  </a:cubicBezTo>
                  <a:cubicBezTo>
                    <a:pt x="508" y="644"/>
                    <a:pt x="587" y="587"/>
                    <a:pt x="655" y="531"/>
                  </a:cubicBezTo>
                  <a:cubicBezTo>
                    <a:pt x="790" y="429"/>
                    <a:pt x="914" y="316"/>
                    <a:pt x="1027" y="181"/>
                  </a:cubicBezTo>
                  <a:cubicBezTo>
                    <a:pt x="1072" y="125"/>
                    <a:pt x="1118" y="57"/>
                    <a:pt x="1163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"/>
            <p:cNvSpPr/>
            <p:nvPr/>
          </p:nvSpPr>
          <p:spPr>
            <a:xfrm>
              <a:off x="2731075" y="2854200"/>
              <a:ext cx="174925" cy="100050"/>
            </a:xfrm>
            <a:custGeom>
              <a:avLst/>
              <a:gdLst/>
              <a:ahLst/>
              <a:cxnLst/>
              <a:rect l="l" t="t" r="r" b="b"/>
              <a:pathLst>
                <a:path w="6997" h="4002" extrusionOk="0">
                  <a:moveTo>
                    <a:pt x="2604" y="0"/>
                  </a:moveTo>
                  <a:cubicBezTo>
                    <a:pt x="2417" y="0"/>
                    <a:pt x="2223" y="12"/>
                    <a:pt x="2020" y="36"/>
                  </a:cubicBezTo>
                  <a:cubicBezTo>
                    <a:pt x="869" y="160"/>
                    <a:pt x="215" y="893"/>
                    <a:pt x="1" y="1988"/>
                  </a:cubicBezTo>
                  <a:cubicBezTo>
                    <a:pt x="339" y="2575"/>
                    <a:pt x="813" y="3071"/>
                    <a:pt x="1377" y="3443"/>
                  </a:cubicBezTo>
                  <a:cubicBezTo>
                    <a:pt x="1982" y="3815"/>
                    <a:pt x="2667" y="4002"/>
                    <a:pt x="3358" y="4002"/>
                  </a:cubicBezTo>
                  <a:cubicBezTo>
                    <a:pt x="3800" y="4002"/>
                    <a:pt x="4245" y="3925"/>
                    <a:pt x="4672" y="3771"/>
                  </a:cubicBezTo>
                  <a:cubicBezTo>
                    <a:pt x="4974" y="3659"/>
                    <a:pt x="6230" y="3037"/>
                    <a:pt x="6977" y="3037"/>
                  </a:cubicBezTo>
                  <a:cubicBezTo>
                    <a:pt x="6984" y="3037"/>
                    <a:pt x="6990" y="3037"/>
                    <a:pt x="6997" y="3037"/>
                  </a:cubicBezTo>
                  <a:lnTo>
                    <a:pt x="6015" y="1785"/>
                  </a:lnTo>
                  <a:cubicBezTo>
                    <a:pt x="5048" y="668"/>
                    <a:pt x="4028" y="0"/>
                    <a:pt x="2604" y="0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"/>
            <p:cNvSpPr/>
            <p:nvPr/>
          </p:nvSpPr>
          <p:spPr>
            <a:xfrm>
              <a:off x="2797375" y="2873500"/>
              <a:ext cx="108925" cy="76575"/>
            </a:xfrm>
            <a:custGeom>
              <a:avLst/>
              <a:gdLst/>
              <a:ahLst/>
              <a:cxnLst/>
              <a:rect l="l" t="t" r="r" b="b"/>
              <a:pathLst>
                <a:path w="4357" h="3063" extrusionOk="0">
                  <a:moveTo>
                    <a:pt x="1319" y="1"/>
                  </a:moveTo>
                  <a:cubicBezTo>
                    <a:pt x="904" y="1"/>
                    <a:pt x="920" y="353"/>
                    <a:pt x="1117" y="697"/>
                  </a:cubicBezTo>
                  <a:cubicBezTo>
                    <a:pt x="990" y="652"/>
                    <a:pt x="879" y="632"/>
                    <a:pt x="785" y="632"/>
                  </a:cubicBezTo>
                  <a:cubicBezTo>
                    <a:pt x="380" y="632"/>
                    <a:pt x="299" y="1011"/>
                    <a:pt x="666" y="1441"/>
                  </a:cubicBezTo>
                  <a:cubicBezTo>
                    <a:pt x="1" y="1754"/>
                    <a:pt x="587" y="2562"/>
                    <a:pt x="1130" y="2562"/>
                  </a:cubicBezTo>
                  <a:cubicBezTo>
                    <a:pt x="1195" y="2562"/>
                    <a:pt x="1259" y="2550"/>
                    <a:pt x="1321" y="2525"/>
                  </a:cubicBezTo>
                  <a:lnTo>
                    <a:pt x="1321" y="2525"/>
                  </a:lnTo>
                  <a:cubicBezTo>
                    <a:pt x="969" y="2897"/>
                    <a:pt x="1548" y="3063"/>
                    <a:pt x="1870" y="3063"/>
                  </a:cubicBezTo>
                  <a:cubicBezTo>
                    <a:pt x="1910" y="3063"/>
                    <a:pt x="1945" y="3060"/>
                    <a:pt x="1975" y="3055"/>
                  </a:cubicBezTo>
                  <a:cubicBezTo>
                    <a:pt x="2728" y="2946"/>
                    <a:pt x="3316" y="2219"/>
                    <a:pt x="4044" y="2219"/>
                  </a:cubicBezTo>
                  <a:cubicBezTo>
                    <a:pt x="4145" y="2219"/>
                    <a:pt x="4249" y="2234"/>
                    <a:pt x="4356" y="2265"/>
                  </a:cubicBezTo>
                  <a:lnTo>
                    <a:pt x="3984" y="1915"/>
                  </a:lnTo>
                  <a:cubicBezTo>
                    <a:pt x="3510" y="1329"/>
                    <a:pt x="3352" y="753"/>
                    <a:pt x="2731" y="358"/>
                  </a:cubicBezTo>
                  <a:cubicBezTo>
                    <a:pt x="2415" y="132"/>
                    <a:pt x="1817" y="42"/>
                    <a:pt x="1433" y="8"/>
                  </a:cubicBezTo>
                  <a:cubicBezTo>
                    <a:pt x="1392" y="3"/>
                    <a:pt x="1354" y="1"/>
                    <a:pt x="1319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"/>
            <p:cNvSpPr/>
            <p:nvPr/>
          </p:nvSpPr>
          <p:spPr>
            <a:xfrm>
              <a:off x="2724600" y="2903875"/>
              <a:ext cx="182525" cy="67900"/>
            </a:xfrm>
            <a:custGeom>
              <a:avLst/>
              <a:gdLst/>
              <a:ahLst/>
              <a:cxnLst/>
              <a:rect l="l" t="t" r="r" b="b"/>
              <a:pathLst>
                <a:path w="7301" h="2716" extrusionOk="0">
                  <a:moveTo>
                    <a:pt x="260" y="1"/>
                  </a:moveTo>
                  <a:cubicBezTo>
                    <a:pt x="260" y="23"/>
                    <a:pt x="260" y="35"/>
                    <a:pt x="248" y="57"/>
                  </a:cubicBezTo>
                  <a:cubicBezTo>
                    <a:pt x="0" y="1355"/>
                    <a:pt x="1636" y="2562"/>
                    <a:pt x="2753" y="2698"/>
                  </a:cubicBezTo>
                  <a:cubicBezTo>
                    <a:pt x="2862" y="2710"/>
                    <a:pt x="2968" y="2716"/>
                    <a:pt x="3071" y="2716"/>
                  </a:cubicBezTo>
                  <a:cubicBezTo>
                    <a:pt x="3809" y="2716"/>
                    <a:pt x="4439" y="2420"/>
                    <a:pt x="5112" y="2133"/>
                  </a:cubicBezTo>
                  <a:cubicBezTo>
                    <a:pt x="5563" y="1942"/>
                    <a:pt x="6003" y="1727"/>
                    <a:pt x="6421" y="1479"/>
                  </a:cubicBezTo>
                  <a:cubicBezTo>
                    <a:pt x="6692" y="1310"/>
                    <a:pt x="6985" y="1174"/>
                    <a:pt x="7301" y="1084"/>
                  </a:cubicBezTo>
                  <a:lnTo>
                    <a:pt x="7267" y="1050"/>
                  </a:lnTo>
                  <a:cubicBezTo>
                    <a:pt x="7260" y="1050"/>
                    <a:pt x="7254" y="1050"/>
                    <a:pt x="7247" y="1050"/>
                  </a:cubicBezTo>
                  <a:cubicBezTo>
                    <a:pt x="6489" y="1050"/>
                    <a:pt x="5233" y="1672"/>
                    <a:pt x="4931" y="1784"/>
                  </a:cubicBezTo>
                  <a:cubicBezTo>
                    <a:pt x="4504" y="1938"/>
                    <a:pt x="4059" y="2015"/>
                    <a:pt x="3617" y="2015"/>
                  </a:cubicBezTo>
                  <a:cubicBezTo>
                    <a:pt x="2928" y="2015"/>
                    <a:pt x="2246" y="1828"/>
                    <a:pt x="1648" y="1456"/>
                  </a:cubicBezTo>
                  <a:cubicBezTo>
                    <a:pt x="1083" y="1084"/>
                    <a:pt x="609" y="588"/>
                    <a:pt x="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"/>
            <p:cNvSpPr/>
            <p:nvPr/>
          </p:nvSpPr>
          <p:spPr>
            <a:xfrm>
              <a:off x="2797375" y="2918275"/>
              <a:ext cx="101850" cy="17500"/>
            </a:xfrm>
            <a:custGeom>
              <a:avLst/>
              <a:gdLst/>
              <a:ahLst/>
              <a:cxnLst/>
              <a:rect l="l" t="t" r="r" b="b"/>
              <a:pathLst>
                <a:path w="4074" h="700" extrusionOk="0">
                  <a:moveTo>
                    <a:pt x="3995" y="573"/>
                  </a:moveTo>
                  <a:lnTo>
                    <a:pt x="3995" y="573"/>
                  </a:lnTo>
                  <a:cubicBezTo>
                    <a:pt x="3989" y="582"/>
                    <a:pt x="3985" y="588"/>
                    <a:pt x="3984" y="588"/>
                  </a:cubicBezTo>
                  <a:cubicBezTo>
                    <a:pt x="3984" y="588"/>
                    <a:pt x="3984" y="588"/>
                    <a:pt x="3984" y="587"/>
                  </a:cubicBezTo>
                  <a:cubicBezTo>
                    <a:pt x="3961" y="621"/>
                    <a:pt x="3939" y="655"/>
                    <a:pt x="3927" y="689"/>
                  </a:cubicBezTo>
                  <a:cubicBezTo>
                    <a:pt x="3939" y="689"/>
                    <a:pt x="3995" y="576"/>
                    <a:pt x="3995" y="576"/>
                  </a:cubicBezTo>
                  <a:cubicBezTo>
                    <a:pt x="3995" y="576"/>
                    <a:pt x="3995" y="577"/>
                    <a:pt x="3995" y="577"/>
                  </a:cubicBezTo>
                  <a:cubicBezTo>
                    <a:pt x="3995" y="577"/>
                    <a:pt x="3995" y="575"/>
                    <a:pt x="3995" y="573"/>
                  </a:cubicBezTo>
                  <a:close/>
                  <a:moveTo>
                    <a:pt x="34" y="0"/>
                  </a:moveTo>
                  <a:cubicBezTo>
                    <a:pt x="34" y="0"/>
                    <a:pt x="0" y="91"/>
                    <a:pt x="23" y="124"/>
                  </a:cubicBezTo>
                  <a:cubicBezTo>
                    <a:pt x="45" y="147"/>
                    <a:pt x="23" y="260"/>
                    <a:pt x="68" y="294"/>
                  </a:cubicBezTo>
                  <a:cubicBezTo>
                    <a:pt x="124" y="339"/>
                    <a:pt x="192" y="373"/>
                    <a:pt x="249" y="406"/>
                  </a:cubicBezTo>
                  <a:cubicBezTo>
                    <a:pt x="339" y="452"/>
                    <a:pt x="418" y="497"/>
                    <a:pt x="508" y="531"/>
                  </a:cubicBezTo>
                  <a:cubicBezTo>
                    <a:pt x="734" y="598"/>
                    <a:pt x="971" y="643"/>
                    <a:pt x="1196" y="666"/>
                  </a:cubicBezTo>
                  <a:cubicBezTo>
                    <a:pt x="1332" y="677"/>
                    <a:pt x="1456" y="700"/>
                    <a:pt x="1591" y="700"/>
                  </a:cubicBezTo>
                  <a:cubicBezTo>
                    <a:pt x="1738" y="700"/>
                    <a:pt x="1874" y="700"/>
                    <a:pt x="2009" y="689"/>
                  </a:cubicBezTo>
                  <a:cubicBezTo>
                    <a:pt x="2280" y="655"/>
                    <a:pt x="2551" y="610"/>
                    <a:pt x="2799" y="576"/>
                  </a:cubicBezTo>
                  <a:cubicBezTo>
                    <a:pt x="2923" y="553"/>
                    <a:pt x="3047" y="531"/>
                    <a:pt x="3160" y="519"/>
                  </a:cubicBezTo>
                  <a:cubicBezTo>
                    <a:pt x="3261" y="508"/>
                    <a:pt x="3374" y="497"/>
                    <a:pt x="3476" y="497"/>
                  </a:cubicBezTo>
                  <a:cubicBezTo>
                    <a:pt x="3566" y="497"/>
                    <a:pt x="3656" y="497"/>
                    <a:pt x="3747" y="508"/>
                  </a:cubicBezTo>
                  <a:cubicBezTo>
                    <a:pt x="3826" y="508"/>
                    <a:pt x="3893" y="519"/>
                    <a:pt x="3961" y="531"/>
                  </a:cubicBezTo>
                  <a:cubicBezTo>
                    <a:pt x="3971" y="535"/>
                    <a:pt x="3984" y="540"/>
                    <a:pt x="3998" y="544"/>
                  </a:cubicBezTo>
                  <a:lnTo>
                    <a:pt x="3998" y="544"/>
                  </a:lnTo>
                  <a:cubicBezTo>
                    <a:pt x="3996" y="555"/>
                    <a:pt x="3995" y="567"/>
                    <a:pt x="3995" y="573"/>
                  </a:cubicBezTo>
                  <a:lnTo>
                    <a:pt x="3995" y="573"/>
                  </a:lnTo>
                  <a:cubicBezTo>
                    <a:pt x="4000" y="566"/>
                    <a:pt x="4005" y="557"/>
                    <a:pt x="4011" y="548"/>
                  </a:cubicBezTo>
                  <a:lnTo>
                    <a:pt x="4011" y="548"/>
                  </a:lnTo>
                  <a:cubicBezTo>
                    <a:pt x="4024" y="551"/>
                    <a:pt x="4035" y="553"/>
                    <a:pt x="4040" y="553"/>
                  </a:cubicBezTo>
                  <a:cubicBezTo>
                    <a:pt x="4051" y="553"/>
                    <a:pt x="4051" y="553"/>
                    <a:pt x="4051" y="531"/>
                  </a:cubicBezTo>
                  <a:cubicBezTo>
                    <a:pt x="4048" y="529"/>
                    <a:pt x="4044" y="527"/>
                    <a:pt x="4041" y="526"/>
                  </a:cubicBezTo>
                  <a:lnTo>
                    <a:pt x="4041" y="526"/>
                  </a:lnTo>
                  <a:cubicBezTo>
                    <a:pt x="4035" y="526"/>
                    <a:pt x="4028" y="528"/>
                    <a:pt x="4023" y="529"/>
                  </a:cubicBezTo>
                  <a:lnTo>
                    <a:pt x="4023" y="529"/>
                  </a:lnTo>
                  <a:cubicBezTo>
                    <a:pt x="4025" y="526"/>
                    <a:pt x="4027" y="523"/>
                    <a:pt x="4028" y="521"/>
                  </a:cubicBezTo>
                  <a:lnTo>
                    <a:pt x="4028" y="521"/>
                  </a:lnTo>
                  <a:cubicBezTo>
                    <a:pt x="4033" y="522"/>
                    <a:pt x="4037" y="524"/>
                    <a:pt x="4041" y="526"/>
                  </a:cubicBezTo>
                  <a:lnTo>
                    <a:pt x="4041" y="526"/>
                  </a:lnTo>
                  <a:cubicBezTo>
                    <a:pt x="4041" y="526"/>
                    <a:pt x="4042" y="526"/>
                    <a:pt x="4043" y="526"/>
                  </a:cubicBezTo>
                  <a:cubicBezTo>
                    <a:pt x="4048" y="526"/>
                    <a:pt x="4051" y="527"/>
                    <a:pt x="4051" y="531"/>
                  </a:cubicBezTo>
                  <a:cubicBezTo>
                    <a:pt x="4074" y="531"/>
                    <a:pt x="4051" y="508"/>
                    <a:pt x="4051" y="497"/>
                  </a:cubicBezTo>
                  <a:cubicBezTo>
                    <a:pt x="4051" y="495"/>
                    <a:pt x="4051" y="494"/>
                    <a:pt x="4050" y="494"/>
                  </a:cubicBezTo>
                  <a:cubicBezTo>
                    <a:pt x="4047" y="494"/>
                    <a:pt x="4038" y="506"/>
                    <a:pt x="4028" y="521"/>
                  </a:cubicBezTo>
                  <a:lnTo>
                    <a:pt x="4028" y="521"/>
                  </a:lnTo>
                  <a:cubicBezTo>
                    <a:pt x="4009" y="514"/>
                    <a:pt x="3988" y="508"/>
                    <a:pt x="3972" y="508"/>
                  </a:cubicBezTo>
                  <a:cubicBezTo>
                    <a:pt x="3905" y="485"/>
                    <a:pt x="3837" y="463"/>
                    <a:pt x="3769" y="440"/>
                  </a:cubicBezTo>
                  <a:cubicBezTo>
                    <a:pt x="3679" y="429"/>
                    <a:pt x="3577" y="418"/>
                    <a:pt x="3487" y="406"/>
                  </a:cubicBezTo>
                  <a:cubicBezTo>
                    <a:pt x="3424" y="403"/>
                    <a:pt x="3360" y="402"/>
                    <a:pt x="3297" y="402"/>
                  </a:cubicBezTo>
                  <a:cubicBezTo>
                    <a:pt x="3124" y="402"/>
                    <a:pt x="2953" y="413"/>
                    <a:pt x="2788" y="429"/>
                  </a:cubicBezTo>
                  <a:cubicBezTo>
                    <a:pt x="2528" y="463"/>
                    <a:pt x="2257" y="508"/>
                    <a:pt x="1998" y="531"/>
                  </a:cubicBezTo>
                  <a:cubicBezTo>
                    <a:pt x="1862" y="542"/>
                    <a:pt x="1738" y="542"/>
                    <a:pt x="1603" y="542"/>
                  </a:cubicBezTo>
                  <a:cubicBezTo>
                    <a:pt x="1467" y="542"/>
                    <a:pt x="1343" y="531"/>
                    <a:pt x="1219" y="519"/>
                  </a:cubicBezTo>
                  <a:cubicBezTo>
                    <a:pt x="993" y="508"/>
                    <a:pt x="768" y="474"/>
                    <a:pt x="553" y="418"/>
                  </a:cubicBezTo>
                  <a:cubicBezTo>
                    <a:pt x="463" y="384"/>
                    <a:pt x="384" y="350"/>
                    <a:pt x="305" y="316"/>
                  </a:cubicBezTo>
                  <a:cubicBezTo>
                    <a:pt x="226" y="282"/>
                    <a:pt x="192" y="215"/>
                    <a:pt x="136" y="181"/>
                  </a:cubicBezTo>
                  <a:cubicBezTo>
                    <a:pt x="91" y="158"/>
                    <a:pt x="102" y="45"/>
                    <a:pt x="79" y="34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"/>
            <p:cNvSpPr/>
            <p:nvPr/>
          </p:nvSpPr>
          <p:spPr>
            <a:xfrm>
              <a:off x="2837425" y="2912050"/>
              <a:ext cx="56175" cy="16675"/>
            </a:xfrm>
            <a:custGeom>
              <a:avLst/>
              <a:gdLst/>
              <a:ahLst/>
              <a:cxnLst/>
              <a:rect l="l" t="t" r="r" b="b"/>
              <a:pathLst>
                <a:path w="2247" h="667" extrusionOk="0">
                  <a:moveTo>
                    <a:pt x="1" y="1"/>
                  </a:moveTo>
                  <a:cubicBezTo>
                    <a:pt x="9" y="10"/>
                    <a:pt x="20" y="17"/>
                    <a:pt x="31" y="23"/>
                  </a:cubicBezTo>
                  <a:lnTo>
                    <a:pt x="31" y="23"/>
                  </a:lnTo>
                  <a:lnTo>
                    <a:pt x="1" y="1"/>
                  </a:lnTo>
                  <a:close/>
                  <a:moveTo>
                    <a:pt x="31" y="23"/>
                  </a:moveTo>
                  <a:lnTo>
                    <a:pt x="80" y="57"/>
                  </a:lnTo>
                  <a:cubicBezTo>
                    <a:pt x="114" y="80"/>
                    <a:pt x="136" y="114"/>
                    <a:pt x="170" y="136"/>
                  </a:cubicBezTo>
                  <a:cubicBezTo>
                    <a:pt x="204" y="170"/>
                    <a:pt x="249" y="204"/>
                    <a:pt x="294" y="238"/>
                  </a:cubicBezTo>
                  <a:cubicBezTo>
                    <a:pt x="407" y="294"/>
                    <a:pt x="531" y="340"/>
                    <a:pt x="655" y="373"/>
                  </a:cubicBezTo>
                  <a:cubicBezTo>
                    <a:pt x="723" y="396"/>
                    <a:pt x="791" y="419"/>
                    <a:pt x="858" y="430"/>
                  </a:cubicBezTo>
                  <a:lnTo>
                    <a:pt x="1084" y="486"/>
                  </a:lnTo>
                  <a:cubicBezTo>
                    <a:pt x="1231" y="509"/>
                    <a:pt x="1366" y="531"/>
                    <a:pt x="1513" y="554"/>
                  </a:cubicBezTo>
                  <a:lnTo>
                    <a:pt x="1885" y="610"/>
                  </a:lnTo>
                  <a:cubicBezTo>
                    <a:pt x="1987" y="622"/>
                    <a:pt x="2088" y="655"/>
                    <a:pt x="2145" y="655"/>
                  </a:cubicBezTo>
                  <a:lnTo>
                    <a:pt x="2246" y="667"/>
                  </a:lnTo>
                  <a:lnTo>
                    <a:pt x="2156" y="622"/>
                  </a:lnTo>
                  <a:cubicBezTo>
                    <a:pt x="2077" y="588"/>
                    <a:pt x="1987" y="554"/>
                    <a:pt x="1908" y="520"/>
                  </a:cubicBezTo>
                  <a:cubicBezTo>
                    <a:pt x="1795" y="486"/>
                    <a:pt x="1671" y="441"/>
                    <a:pt x="1535" y="407"/>
                  </a:cubicBezTo>
                  <a:cubicBezTo>
                    <a:pt x="1400" y="385"/>
                    <a:pt x="1253" y="351"/>
                    <a:pt x="1118" y="328"/>
                  </a:cubicBezTo>
                  <a:cubicBezTo>
                    <a:pt x="971" y="294"/>
                    <a:pt x="824" y="272"/>
                    <a:pt x="689" y="238"/>
                  </a:cubicBezTo>
                  <a:cubicBezTo>
                    <a:pt x="621" y="227"/>
                    <a:pt x="565" y="204"/>
                    <a:pt x="497" y="193"/>
                  </a:cubicBezTo>
                  <a:lnTo>
                    <a:pt x="328" y="136"/>
                  </a:lnTo>
                  <a:cubicBezTo>
                    <a:pt x="283" y="125"/>
                    <a:pt x="238" y="114"/>
                    <a:pt x="193" y="91"/>
                  </a:cubicBezTo>
                  <a:cubicBezTo>
                    <a:pt x="159" y="80"/>
                    <a:pt x="114" y="57"/>
                    <a:pt x="91" y="46"/>
                  </a:cubicBezTo>
                  <a:cubicBezTo>
                    <a:pt x="70" y="39"/>
                    <a:pt x="49" y="32"/>
                    <a:pt x="31" y="23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"/>
            <p:cNvSpPr/>
            <p:nvPr/>
          </p:nvSpPr>
          <p:spPr>
            <a:xfrm>
              <a:off x="2839125" y="2901625"/>
              <a:ext cx="53050" cy="24850"/>
            </a:xfrm>
            <a:custGeom>
              <a:avLst/>
              <a:gdLst/>
              <a:ahLst/>
              <a:cxnLst/>
              <a:rect l="l" t="t" r="r" b="b"/>
              <a:pathLst>
                <a:path w="2122" h="994" extrusionOk="0">
                  <a:moveTo>
                    <a:pt x="0" y="0"/>
                  </a:moveTo>
                  <a:cubicBezTo>
                    <a:pt x="0" y="1"/>
                    <a:pt x="113" y="91"/>
                    <a:pt x="294" y="226"/>
                  </a:cubicBezTo>
                  <a:cubicBezTo>
                    <a:pt x="519" y="373"/>
                    <a:pt x="756" y="508"/>
                    <a:pt x="993" y="621"/>
                  </a:cubicBezTo>
                  <a:cubicBezTo>
                    <a:pt x="1140" y="678"/>
                    <a:pt x="1276" y="734"/>
                    <a:pt x="1400" y="779"/>
                  </a:cubicBezTo>
                  <a:cubicBezTo>
                    <a:pt x="1524" y="836"/>
                    <a:pt x="1637" y="869"/>
                    <a:pt x="1761" y="903"/>
                  </a:cubicBezTo>
                  <a:cubicBezTo>
                    <a:pt x="1975" y="960"/>
                    <a:pt x="2122" y="993"/>
                    <a:pt x="2122" y="993"/>
                  </a:cubicBezTo>
                  <a:cubicBezTo>
                    <a:pt x="2122" y="993"/>
                    <a:pt x="1986" y="914"/>
                    <a:pt x="1795" y="824"/>
                  </a:cubicBezTo>
                  <a:cubicBezTo>
                    <a:pt x="1749" y="790"/>
                    <a:pt x="1693" y="768"/>
                    <a:pt x="1637" y="745"/>
                  </a:cubicBezTo>
                  <a:cubicBezTo>
                    <a:pt x="1580" y="723"/>
                    <a:pt x="1524" y="689"/>
                    <a:pt x="1456" y="655"/>
                  </a:cubicBezTo>
                  <a:cubicBezTo>
                    <a:pt x="1332" y="599"/>
                    <a:pt x="1208" y="542"/>
                    <a:pt x="1072" y="474"/>
                  </a:cubicBezTo>
                  <a:cubicBezTo>
                    <a:pt x="937" y="407"/>
                    <a:pt x="813" y="350"/>
                    <a:pt x="677" y="294"/>
                  </a:cubicBezTo>
                  <a:cubicBezTo>
                    <a:pt x="553" y="237"/>
                    <a:pt x="440" y="181"/>
                    <a:pt x="339" y="147"/>
                  </a:cubicBezTo>
                  <a:cubicBezTo>
                    <a:pt x="136" y="4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"/>
            <p:cNvSpPr/>
            <p:nvPr/>
          </p:nvSpPr>
          <p:spPr>
            <a:xfrm>
              <a:off x="2860575" y="2759725"/>
              <a:ext cx="107500" cy="173250"/>
            </a:xfrm>
            <a:custGeom>
              <a:avLst/>
              <a:gdLst/>
              <a:ahLst/>
              <a:cxnLst/>
              <a:rect l="l" t="t" r="r" b="b"/>
              <a:pathLst>
                <a:path w="4300" h="6930" extrusionOk="0">
                  <a:moveTo>
                    <a:pt x="2370" y="1"/>
                  </a:moveTo>
                  <a:cubicBezTo>
                    <a:pt x="1241" y="395"/>
                    <a:pt x="248" y="994"/>
                    <a:pt x="90" y="2382"/>
                  </a:cubicBezTo>
                  <a:cubicBezTo>
                    <a:pt x="0" y="3307"/>
                    <a:pt x="0" y="3792"/>
                    <a:pt x="339" y="4627"/>
                  </a:cubicBezTo>
                  <a:cubicBezTo>
                    <a:pt x="542" y="5124"/>
                    <a:pt x="982" y="6297"/>
                    <a:pt x="1523" y="6816"/>
                  </a:cubicBezTo>
                  <a:cubicBezTo>
                    <a:pt x="1602" y="6850"/>
                    <a:pt x="1681" y="6895"/>
                    <a:pt x="1760" y="6929"/>
                  </a:cubicBezTo>
                  <a:cubicBezTo>
                    <a:pt x="2009" y="5925"/>
                    <a:pt x="2212" y="5722"/>
                    <a:pt x="2765" y="4920"/>
                  </a:cubicBezTo>
                  <a:cubicBezTo>
                    <a:pt x="2945" y="4661"/>
                    <a:pt x="3487" y="4232"/>
                    <a:pt x="3645" y="3973"/>
                  </a:cubicBezTo>
                  <a:cubicBezTo>
                    <a:pt x="3814" y="3736"/>
                    <a:pt x="3848" y="3544"/>
                    <a:pt x="3949" y="3262"/>
                  </a:cubicBezTo>
                  <a:cubicBezTo>
                    <a:pt x="4299" y="2280"/>
                    <a:pt x="3600" y="1095"/>
                    <a:pt x="2923" y="441"/>
                  </a:cubicBezTo>
                  <a:cubicBezTo>
                    <a:pt x="2765" y="271"/>
                    <a:pt x="2573" y="125"/>
                    <a:pt x="2370" y="1"/>
                  </a:cubicBezTo>
                  <a:close/>
                </a:path>
              </a:pathLst>
            </a:custGeom>
            <a:solidFill>
              <a:srgbClr val="FBFB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"/>
            <p:cNvSpPr/>
            <p:nvPr/>
          </p:nvSpPr>
          <p:spPr>
            <a:xfrm>
              <a:off x="2910500" y="2941125"/>
              <a:ext cx="2275" cy="3125"/>
            </a:xfrm>
            <a:custGeom>
              <a:avLst/>
              <a:gdLst/>
              <a:ahLst/>
              <a:cxnLst/>
              <a:rect l="l" t="t" r="r" b="b"/>
              <a:pathLst>
                <a:path w="91" h="125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34"/>
                    <a:pt x="23" y="79"/>
                    <a:pt x="45" y="124"/>
                  </a:cubicBezTo>
                  <a:lnTo>
                    <a:pt x="91" y="23"/>
                  </a:lnTo>
                  <a:cubicBezTo>
                    <a:pt x="57" y="12"/>
                    <a:pt x="23" y="12"/>
                    <a:pt x="0" y="0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"/>
            <p:cNvSpPr/>
            <p:nvPr/>
          </p:nvSpPr>
          <p:spPr>
            <a:xfrm>
              <a:off x="2863675" y="2822325"/>
              <a:ext cx="78150" cy="110650"/>
            </a:xfrm>
            <a:custGeom>
              <a:avLst/>
              <a:gdLst/>
              <a:ahLst/>
              <a:cxnLst/>
              <a:rect l="l" t="t" r="r" b="b"/>
              <a:pathLst>
                <a:path w="3126" h="4426" extrusionOk="0">
                  <a:moveTo>
                    <a:pt x="1170" y="1"/>
                  </a:moveTo>
                  <a:cubicBezTo>
                    <a:pt x="905" y="1"/>
                    <a:pt x="934" y="335"/>
                    <a:pt x="846" y="532"/>
                  </a:cubicBezTo>
                  <a:cubicBezTo>
                    <a:pt x="739" y="371"/>
                    <a:pt x="625" y="273"/>
                    <a:pt x="514" y="273"/>
                  </a:cubicBezTo>
                  <a:cubicBezTo>
                    <a:pt x="414" y="273"/>
                    <a:pt x="316" y="351"/>
                    <a:pt x="226" y="532"/>
                  </a:cubicBezTo>
                  <a:cubicBezTo>
                    <a:pt x="90" y="825"/>
                    <a:pt x="11" y="1141"/>
                    <a:pt x="0" y="1457"/>
                  </a:cubicBezTo>
                  <a:cubicBezTo>
                    <a:pt x="57" y="1694"/>
                    <a:pt x="124" y="1909"/>
                    <a:pt x="215" y="2134"/>
                  </a:cubicBezTo>
                  <a:cubicBezTo>
                    <a:pt x="418" y="2620"/>
                    <a:pt x="858" y="3793"/>
                    <a:pt x="1399" y="4312"/>
                  </a:cubicBezTo>
                  <a:cubicBezTo>
                    <a:pt x="1478" y="4346"/>
                    <a:pt x="1557" y="4391"/>
                    <a:pt x="1636" y="4425"/>
                  </a:cubicBezTo>
                  <a:cubicBezTo>
                    <a:pt x="1885" y="3421"/>
                    <a:pt x="2088" y="3218"/>
                    <a:pt x="2641" y="2416"/>
                  </a:cubicBezTo>
                  <a:cubicBezTo>
                    <a:pt x="2753" y="2281"/>
                    <a:pt x="2878" y="2146"/>
                    <a:pt x="3013" y="2021"/>
                  </a:cubicBezTo>
                  <a:cubicBezTo>
                    <a:pt x="3092" y="1864"/>
                    <a:pt x="3126" y="1683"/>
                    <a:pt x="3092" y="1514"/>
                  </a:cubicBezTo>
                  <a:cubicBezTo>
                    <a:pt x="3043" y="1371"/>
                    <a:pt x="2963" y="1325"/>
                    <a:pt x="2869" y="1325"/>
                  </a:cubicBezTo>
                  <a:cubicBezTo>
                    <a:pt x="2747" y="1325"/>
                    <a:pt x="2600" y="1401"/>
                    <a:pt x="2460" y="1446"/>
                  </a:cubicBezTo>
                  <a:cubicBezTo>
                    <a:pt x="2494" y="1164"/>
                    <a:pt x="2765" y="588"/>
                    <a:pt x="2505" y="340"/>
                  </a:cubicBezTo>
                  <a:cubicBezTo>
                    <a:pt x="2452" y="296"/>
                    <a:pt x="2395" y="278"/>
                    <a:pt x="2337" y="278"/>
                  </a:cubicBezTo>
                  <a:cubicBezTo>
                    <a:pt x="2113" y="278"/>
                    <a:pt x="1870" y="549"/>
                    <a:pt x="1727" y="656"/>
                  </a:cubicBezTo>
                  <a:cubicBezTo>
                    <a:pt x="1602" y="521"/>
                    <a:pt x="1433" y="35"/>
                    <a:pt x="1196" y="2"/>
                  </a:cubicBezTo>
                  <a:cubicBezTo>
                    <a:pt x="1187" y="1"/>
                    <a:pt x="1178" y="1"/>
                    <a:pt x="1170" y="1"/>
                  </a:cubicBezTo>
                  <a:close/>
                </a:path>
              </a:pathLst>
            </a:custGeom>
            <a:solidFill>
              <a:srgbClr val="FBE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"/>
            <p:cNvSpPr/>
            <p:nvPr/>
          </p:nvSpPr>
          <p:spPr>
            <a:xfrm>
              <a:off x="2829825" y="2751925"/>
              <a:ext cx="90275" cy="178225"/>
            </a:xfrm>
            <a:custGeom>
              <a:avLst/>
              <a:gdLst/>
              <a:ahLst/>
              <a:cxnLst/>
              <a:rect l="l" t="t" r="r" b="b"/>
              <a:pathLst>
                <a:path w="3611" h="7129" extrusionOk="0">
                  <a:moveTo>
                    <a:pt x="2600" y="0"/>
                  </a:moveTo>
                  <a:cubicBezTo>
                    <a:pt x="1913" y="0"/>
                    <a:pt x="1269" y="442"/>
                    <a:pt x="790" y="1294"/>
                  </a:cubicBezTo>
                  <a:cubicBezTo>
                    <a:pt x="0" y="2682"/>
                    <a:pt x="214" y="3765"/>
                    <a:pt x="1095" y="5289"/>
                  </a:cubicBezTo>
                  <a:cubicBezTo>
                    <a:pt x="1174" y="5424"/>
                    <a:pt x="1738" y="6553"/>
                    <a:pt x="2753" y="7128"/>
                  </a:cubicBezTo>
                  <a:cubicBezTo>
                    <a:pt x="2212" y="6609"/>
                    <a:pt x="1772" y="5436"/>
                    <a:pt x="1569" y="4939"/>
                  </a:cubicBezTo>
                  <a:cubicBezTo>
                    <a:pt x="1230" y="4104"/>
                    <a:pt x="1230" y="3619"/>
                    <a:pt x="1320" y="2705"/>
                  </a:cubicBezTo>
                  <a:cubicBezTo>
                    <a:pt x="1478" y="1306"/>
                    <a:pt x="2471" y="707"/>
                    <a:pt x="3611" y="313"/>
                  </a:cubicBezTo>
                  <a:cubicBezTo>
                    <a:pt x="3273" y="103"/>
                    <a:pt x="2931" y="0"/>
                    <a:pt x="2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"/>
            <p:cNvSpPr/>
            <p:nvPr/>
          </p:nvSpPr>
          <p:spPr>
            <a:xfrm>
              <a:off x="2882575" y="2836750"/>
              <a:ext cx="16375" cy="83800"/>
            </a:xfrm>
            <a:custGeom>
              <a:avLst/>
              <a:gdLst/>
              <a:ahLst/>
              <a:cxnLst/>
              <a:rect l="l" t="t" r="r" b="b"/>
              <a:pathLst>
                <a:path w="655" h="3352" extrusionOk="0">
                  <a:moveTo>
                    <a:pt x="158" y="0"/>
                  </a:moveTo>
                  <a:cubicBezTo>
                    <a:pt x="158" y="0"/>
                    <a:pt x="147" y="45"/>
                    <a:pt x="124" y="136"/>
                  </a:cubicBezTo>
                  <a:cubicBezTo>
                    <a:pt x="113" y="192"/>
                    <a:pt x="102" y="237"/>
                    <a:pt x="79" y="305"/>
                  </a:cubicBezTo>
                  <a:cubicBezTo>
                    <a:pt x="57" y="372"/>
                    <a:pt x="45" y="451"/>
                    <a:pt x="34" y="519"/>
                  </a:cubicBezTo>
                  <a:cubicBezTo>
                    <a:pt x="23" y="609"/>
                    <a:pt x="23" y="700"/>
                    <a:pt x="11" y="790"/>
                  </a:cubicBezTo>
                  <a:cubicBezTo>
                    <a:pt x="0" y="880"/>
                    <a:pt x="0" y="982"/>
                    <a:pt x="11" y="1083"/>
                  </a:cubicBezTo>
                  <a:cubicBezTo>
                    <a:pt x="0" y="1185"/>
                    <a:pt x="11" y="1298"/>
                    <a:pt x="23" y="1399"/>
                  </a:cubicBezTo>
                  <a:cubicBezTo>
                    <a:pt x="34" y="1512"/>
                    <a:pt x="34" y="1614"/>
                    <a:pt x="57" y="1727"/>
                  </a:cubicBezTo>
                  <a:cubicBezTo>
                    <a:pt x="79" y="1828"/>
                    <a:pt x="102" y="1941"/>
                    <a:pt x="124" y="2043"/>
                  </a:cubicBezTo>
                  <a:cubicBezTo>
                    <a:pt x="136" y="2155"/>
                    <a:pt x="169" y="2246"/>
                    <a:pt x="203" y="2347"/>
                  </a:cubicBezTo>
                  <a:cubicBezTo>
                    <a:pt x="237" y="2449"/>
                    <a:pt x="260" y="2539"/>
                    <a:pt x="294" y="2629"/>
                  </a:cubicBezTo>
                  <a:cubicBezTo>
                    <a:pt x="327" y="2720"/>
                    <a:pt x="373" y="2799"/>
                    <a:pt x="395" y="2878"/>
                  </a:cubicBezTo>
                  <a:cubicBezTo>
                    <a:pt x="429" y="2945"/>
                    <a:pt x="463" y="3013"/>
                    <a:pt x="497" y="3069"/>
                  </a:cubicBezTo>
                  <a:lnTo>
                    <a:pt x="576" y="3227"/>
                  </a:lnTo>
                  <a:cubicBezTo>
                    <a:pt x="621" y="3306"/>
                    <a:pt x="655" y="3352"/>
                    <a:pt x="655" y="3352"/>
                  </a:cubicBezTo>
                  <a:cubicBezTo>
                    <a:pt x="655" y="3352"/>
                    <a:pt x="632" y="3306"/>
                    <a:pt x="598" y="3216"/>
                  </a:cubicBezTo>
                  <a:cubicBezTo>
                    <a:pt x="576" y="3126"/>
                    <a:pt x="519" y="3002"/>
                    <a:pt x="485" y="2844"/>
                  </a:cubicBezTo>
                  <a:cubicBezTo>
                    <a:pt x="463" y="2765"/>
                    <a:pt x="429" y="2686"/>
                    <a:pt x="406" y="2595"/>
                  </a:cubicBezTo>
                  <a:cubicBezTo>
                    <a:pt x="384" y="2505"/>
                    <a:pt x="361" y="2404"/>
                    <a:pt x="339" y="2313"/>
                  </a:cubicBezTo>
                  <a:cubicBezTo>
                    <a:pt x="316" y="2212"/>
                    <a:pt x="294" y="2110"/>
                    <a:pt x="271" y="2009"/>
                  </a:cubicBezTo>
                  <a:cubicBezTo>
                    <a:pt x="248" y="1907"/>
                    <a:pt x="226" y="1806"/>
                    <a:pt x="215" y="1704"/>
                  </a:cubicBezTo>
                  <a:cubicBezTo>
                    <a:pt x="203" y="1591"/>
                    <a:pt x="181" y="1490"/>
                    <a:pt x="169" y="1388"/>
                  </a:cubicBezTo>
                  <a:cubicBezTo>
                    <a:pt x="158" y="1287"/>
                    <a:pt x="147" y="1185"/>
                    <a:pt x="147" y="1083"/>
                  </a:cubicBezTo>
                  <a:cubicBezTo>
                    <a:pt x="147" y="982"/>
                    <a:pt x="136" y="892"/>
                    <a:pt x="136" y="801"/>
                  </a:cubicBezTo>
                  <a:lnTo>
                    <a:pt x="136" y="542"/>
                  </a:lnTo>
                  <a:cubicBezTo>
                    <a:pt x="124" y="372"/>
                    <a:pt x="147" y="248"/>
                    <a:pt x="158" y="147"/>
                  </a:cubicBezTo>
                  <a:cubicBezTo>
                    <a:pt x="158" y="57"/>
                    <a:pt x="158" y="0"/>
                    <a:pt x="158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"/>
            <p:cNvSpPr/>
            <p:nvPr/>
          </p:nvSpPr>
          <p:spPr>
            <a:xfrm>
              <a:off x="2895250" y="2820650"/>
              <a:ext cx="16975" cy="109200"/>
            </a:xfrm>
            <a:custGeom>
              <a:avLst/>
              <a:gdLst/>
              <a:ahLst/>
              <a:cxnLst/>
              <a:rect l="l" t="t" r="r" b="b"/>
              <a:pathLst>
                <a:path w="679" h="4368" extrusionOk="0">
                  <a:moveTo>
                    <a:pt x="678" y="1"/>
                  </a:moveTo>
                  <a:cubicBezTo>
                    <a:pt x="678" y="1"/>
                    <a:pt x="633" y="57"/>
                    <a:pt x="565" y="159"/>
                  </a:cubicBezTo>
                  <a:cubicBezTo>
                    <a:pt x="520" y="227"/>
                    <a:pt x="486" y="294"/>
                    <a:pt x="464" y="362"/>
                  </a:cubicBezTo>
                  <a:cubicBezTo>
                    <a:pt x="407" y="441"/>
                    <a:pt x="373" y="531"/>
                    <a:pt x="339" y="622"/>
                  </a:cubicBezTo>
                  <a:cubicBezTo>
                    <a:pt x="294" y="712"/>
                    <a:pt x="260" y="825"/>
                    <a:pt x="227" y="938"/>
                  </a:cubicBezTo>
                  <a:cubicBezTo>
                    <a:pt x="193" y="1062"/>
                    <a:pt x="159" y="1186"/>
                    <a:pt x="125" y="1310"/>
                  </a:cubicBezTo>
                  <a:cubicBezTo>
                    <a:pt x="103" y="1445"/>
                    <a:pt x="80" y="1581"/>
                    <a:pt x="57" y="1716"/>
                  </a:cubicBezTo>
                  <a:cubicBezTo>
                    <a:pt x="35" y="1852"/>
                    <a:pt x="24" y="1998"/>
                    <a:pt x="12" y="2134"/>
                  </a:cubicBezTo>
                  <a:cubicBezTo>
                    <a:pt x="12" y="2280"/>
                    <a:pt x="1" y="2416"/>
                    <a:pt x="1" y="2562"/>
                  </a:cubicBezTo>
                  <a:cubicBezTo>
                    <a:pt x="1" y="2698"/>
                    <a:pt x="12" y="2833"/>
                    <a:pt x="12" y="2969"/>
                  </a:cubicBezTo>
                  <a:cubicBezTo>
                    <a:pt x="12" y="3104"/>
                    <a:pt x="24" y="3228"/>
                    <a:pt x="46" y="3341"/>
                  </a:cubicBezTo>
                  <a:cubicBezTo>
                    <a:pt x="57" y="3465"/>
                    <a:pt x="80" y="3578"/>
                    <a:pt x="91" y="3680"/>
                  </a:cubicBezTo>
                  <a:cubicBezTo>
                    <a:pt x="103" y="3781"/>
                    <a:pt x="125" y="3871"/>
                    <a:pt x="148" y="3962"/>
                  </a:cubicBezTo>
                  <a:cubicBezTo>
                    <a:pt x="170" y="4052"/>
                    <a:pt x="182" y="4120"/>
                    <a:pt x="204" y="4187"/>
                  </a:cubicBezTo>
                  <a:cubicBezTo>
                    <a:pt x="238" y="4300"/>
                    <a:pt x="260" y="4368"/>
                    <a:pt x="260" y="4368"/>
                  </a:cubicBezTo>
                  <a:cubicBezTo>
                    <a:pt x="260" y="4368"/>
                    <a:pt x="260" y="4289"/>
                    <a:pt x="238" y="4165"/>
                  </a:cubicBezTo>
                  <a:cubicBezTo>
                    <a:pt x="215" y="4041"/>
                    <a:pt x="204" y="3871"/>
                    <a:pt x="193" y="3657"/>
                  </a:cubicBezTo>
                  <a:cubicBezTo>
                    <a:pt x="170" y="3454"/>
                    <a:pt x="159" y="3217"/>
                    <a:pt x="159" y="2957"/>
                  </a:cubicBezTo>
                  <a:cubicBezTo>
                    <a:pt x="159" y="2822"/>
                    <a:pt x="159" y="2687"/>
                    <a:pt x="159" y="2551"/>
                  </a:cubicBezTo>
                  <a:cubicBezTo>
                    <a:pt x="159" y="2427"/>
                    <a:pt x="170" y="2280"/>
                    <a:pt x="182" y="2145"/>
                  </a:cubicBezTo>
                  <a:cubicBezTo>
                    <a:pt x="193" y="2010"/>
                    <a:pt x="204" y="1863"/>
                    <a:pt x="215" y="1739"/>
                  </a:cubicBezTo>
                  <a:cubicBezTo>
                    <a:pt x="238" y="1603"/>
                    <a:pt x="249" y="1468"/>
                    <a:pt x="272" y="1344"/>
                  </a:cubicBezTo>
                  <a:cubicBezTo>
                    <a:pt x="294" y="1208"/>
                    <a:pt x="306" y="1084"/>
                    <a:pt x="339" y="971"/>
                  </a:cubicBezTo>
                  <a:cubicBezTo>
                    <a:pt x="373" y="859"/>
                    <a:pt x="396" y="746"/>
                    <a:pt x="430" y="655"/>
                  </a:cubicBezTo>
                  <a:cubicBezTo>
                    <a:pt x="452" y="554"/>
                    <a:pt x="486" y="464"/>
                    <a:pt x="520" y="385"/>
                  </a:cubicBezTo>
                  <a:cubicBezTo>
                    <a:pt x="543" y="306"/>
                    <a:pt x="565" y="238"/>
                    <a:pt x="599" y="181"/>
                  </a:cubicBezTo>
                  <a:cubicBezTo>
                    <a:pt x="644" y="69"/>
                    <a:pt x="678" y="1"/>
                    <a:pt x="678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"/>
            <p:cNvSpPr/>
            <p:nvPr/>
          </p:nvSpPr>
          <p:spPr>
            <a:xfrm>
              <a:off x="2901475" y="2852825"/>
              <a:ext cx="14400" cy="76750"/>
            </a:xfrm>
            <a:custGeom>
              <a:avLst/>
              <a:gdLst/>
              <a:ahLst/>
              <a:cxnLst/>
              <a:rect l="l" t="t" r="r" b="b"/>
              <a:pathLst>
                <a:path w="576" h="3070" extrusionOk="0">
                  <a:moveTo>
                    <a:pt x="576" y="0"/>
                  </a:moveTo>
                  <a:cubicBezTo>
                    <a:pt x="576" y="0"/>
                    <a:pt x="553" y="34"/>
                    <a:pt x="508" y="113"/>
                  </a:cubicBezTo>
                  <a:cubicBezTo>
                    <a:pt x="485" y="158"/>
                    <a:pt x="463" y="203"/>
                    <a:pt x="429" y="260"/>
                  </a:cubicBezTo>
                  <a:cubicBezTo>
                    <a:pt x="395" y="316"/>
                    <a:pt x="373" y="373"/>
                    <a:pt x="350" y="440"/>
                  </a:cubicBezTo>
                  <a:cubicBezTo>
                    <a:pt x="316" y="508"/>
                    <a:pt x="282" y="587"/>
                    <a:pt x="260" y="666"/>
                  </a:cubicBezTo>
                  <a:cubicBezTo>
                    <a:pt x="237" y="745"/>
                    <a:pt x="215" y="835"/>
                    <a:pt x="192" y="926"/>
                  </a:cubicBezTo>
                  <a:cubicBezTo>
                    <a:pt x="169" y="1016"/>
                    <a:pt x="147" y="1117"/>
                    <a:pt x="124" y="1208"/>
                  </a:cubicBezTo>
                  <a:cubicBezTo>
                    <a:pt x="113" y="1309"/>
                    <a:pt x="90" y="1400"/>
                    <a:pt x="79" y="1501"/>
                  </a:cubicBezTo>
                  <a:cubicBezTo>
                    <a:pt x="68" y="1591"/>
                    <a:pt x="57" y="1704"/>
                    <a:pt x="34" y="1794"/>
                  </a:cubicBezTo>
                  <a:cubicBezTo>
                    <a:pt x="23" y="1885"/>
                    <a:pt x="11" y="1986"/>
                    <a:pt x="11" y="2077"/>
                  </a:cubicBezTo>
                  <a:cubicBezTo>
                    <a:pt x="0" y="2257"/>
                    <a:pt x="0" y="2426"/>
                    <a:pt x="0" y="2584"/>
                  </a:cubicBezTo>
                  <a:cubicBezTo>
                    <a:pt x="0" y="2731"/>
                    <a:pt x="23" y="2855"/>
                    <a:pt x="34" y="2934"/>
                  </a:cubicBezTo>
                  <a:cubicBezTo>
                    <a:pt x="34" y="2979"/>
                    <a:pt x="34" y="3024"/>
                    <a:pt x="45" y="3070"/>
                  </a:cubicBezTo>
                  <a:cubicBezTo>
                    <a:pt x="45" y="3070"/>
                    <a:pt x="57" y="3024"/>
                    <a:pt x="57" y="2923"/>
                  </a:cubicBezTo>
                  <a:cubicBezTo>
                    <a:pt x="68" y="2889"/>
                    <a:pt x="68" y="2833"/>
                    <a:pt x="79" y="2776"/>
                  </a:cubicBezTo>
                  <a:cubicBezTo>
                    <a:pt x="79" y="2709"/>
                    <a:pt x="90" y="2641"/>
                    <a:pt x="102" y="2573"/>
                  </a:cubicBezTo>
                  <a:cubicBezTo>
                    <a:pt x="113" y="2494"/>
                    <a:pt x="113" y="2426"/>
                    <a:pt x="124" y="2336"/>
                  </a:cubicBezTo>
                  <a:cubicBezTo>
                    <a:pt x="136" y="2257"/>
                    <a:pt x="147" y="2167"/>
                    <a:pt x="158" y="2077"/>
                  </a:cubicBezTo>
                  <a:cubicBezTo>
                    <a:pt x="181" y="1896"/>
                    <a:pt x="215" y="1704"/>
                    <a:pt x="237" y="1512"/>
                  </a:cubicBezTo>
                  <a:cubicBezTo>
                    <a:pt x="248" y="1422"/>
                    <a:pt x="271" y="1332"/>
                    <a:pt x="282" y="1230"/>
                  </a:cubicBezTo>
                  <a:cubicBezTo>
                    <a:pt x="294" y="1129"/>
                    <a:pt x="316" y="1038"/>
                    <a:pt x="339" y="948"/>
                  </a:cubicBezTo>
                  <a:cubicBezTo>
                    <a:pt x="350" y="858"/>
                    <a:pt x="361" y="779"/>
                    <a:pt x="384" y="689"/>
                  </a:cubicBezTo>
                  <a:cubicBezTo>
                    <a:pt x="406" y="610"/>
                    <a:pt x="418" y="531"/>
                    <a:pt x="440" y="463"/>
                  </a:cubicBezTo>
                  <a:cubicBezTo>
                    <a:pt x="452" y="395"/>
                    <a:pt x="474" y="316"/>
                    <a:pt x="485" y="271"/>
                  </a:cubicBezTo>
                  <a:cubicBezTo>
                    <a:pt x="508" y="215"/>
                    <a:pt x="519" y="170"/>
                    <a:pt x="542" y="124"/>
                  </a:cubicBezTo>
                  <a:cubicBezTo>
                    <a:pt x="564" y="45"/>
                    <a:pt x="576" y="0"/>
                    <a:pt x="576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"/>
            <p:cNvSpPr/>
            <p:nvPr/>
          </p:nvSpPr>
          <p:spPr>
            <a:xfrm>
              <a:off x="2902600" y="2870025"/>
              <a:ext cx="20625" cy="59550"/>
            </a:xfrm>
            <a:custGeom>
              <a:avLst/>
              <a:gdLst/>
              <a:ahLst/>
              <a:cxnLst/>
              <a:rect l="l" t="t" r="r" b="b"/>
              <a:pathLst>
                <a:path w="825" h="2382" extrusionOk="0">
                  <a:moveTo>
                    <a:pt x="824" y="1"/>
                  </a:moveTo>
                  <a:lnTo>
                    <a:pt x="756" y="91"/>
                  </a:lnTo>
                  <a:cubicBezTo>
                    <a:pt x="711" y="170"/>
                    <a:pt x="666" y="260"/>
                    <a:pt x="621" y="339"/>
                  </a:cubicBezTo>
                  <a:cubicBezTo>
                    <a:pt x="565" y="441"/>
                    <a:pt x="497" y="576"/>
                    <a:pt x="440" y="712"/>
                  </a:cubicBezTo>
                  <a:cubicBezTo>
                    <a:pt x="373" y="847"/>
                    <a:pt x="316" y="994"/>
                    <a:pt x="260" y="1140"/>
                  </a:cubicBezTo>
                  <a:cubicBezTo>
                    <a:pt x="215" y="1298"/>
                    <a:pt x="158" y="1445"/>
                    <a:pt x="124" y="1592"/>
                  </a:cubicBezTo>
                  <a:cubicBezTo>
                    <a:pt x="102" y="1659"/>
                    <a:pt x="91" y="1727"/>
                    <a:pt x="68" y="1795"/>
                  </a:cubicBezTo>
                  <a:cubicBezTo>
                    <a:pt x="45" y="1863"/>
                    <a:pt x="45" y="1930"/>
                    <a:pt x="34" y="1998"/>
                  </a:cubicBezTo>
                  <a:cubicBezTo>
                    <a:pt x="12" y="2088"/>
                    <a:pt x="0" y="2178"/>
                    <a:pt x="0" y="2280"/>
                  </a:cubicBezTo>
                  <a:lnTo>
                    <a:pt x="0" y="2382"/>
                  </a:lnTo>
                  <a:cubicBezTo>
                    <a:pt x="0" y="2382"/>
                    <a:pt x="12" y="2348"/>
                    <a:pt x="23" y="2291"/>
                  </a:cubicBezTo>
                  <a:cubicBezTo>
                    <a:pt x="34" y="2246"/>
                    <a:pt x="34" y="2212"/>
                    <a:pt x="57" y="2167"/>
                  </a:cubicBezTo>
                  <a:cubicBezTo>
                    <a:pt x="68" y="2122"/>
                    <a:pt x="91" y="2066"/>
                    <a:pt x="113" y="2009"/>
                  </a:cubicBezTo>
                  <a:cubicBezTo>
                    <a:pt x="158" y="1896"/>
                    <a:pt x="203" y="1772"/>
                    <a:pt x="249" y="1637"/>
                  </a:cubicBezTo>
                  <a:cubicBezTo>
                    <a:pt x="305" y="1490"/>
                    <a:pt x="361" y="1355"/>
                    <a:pt x="418" y="1197"/>
                  </a:cubicBezTo>
                  <a:cubicBezTo>
                    <a:pt x="463" y="1050"/>
                    <a:pt x="519" y="903"/>
                    <a:pt x="565" y="768"/>
                  </a:cubicBezTo>
                  <a:cubicBezTo>
                    <a:pt x="610" y="621"/>
                    <a:pt x="655" y="486"/>
                    <a:pt x="700" y="373"/>
                  </a:cubicBezTo>
                  <a:cubicBezTo>
                    <a:pt x="734" y="271"/>
                    <a:pt x="768" y="170"/>
                    <a:pt x="790" y="102"/>
                  </a:cubicBezTo>
                  <a:cubicBezTo>
                    <a:pt x="802" y="68"/>
                    <a:pt x="813" y="35"/>
                    <a:pt x="824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"/>
            <p:cNvSpPr/>
            <p:nvPr/>
          </p:nvSpPr>
          <p:spPr>
            <a:xfrm>
              <a:off x="3136175" y="3262700"/>
              <a:ext cx="453925" cy="418850"/>
            </a:xfrm>
            <a:custGeom>
              <a:avLst/>
              <a:gdLst/>
              <a:ahLst/>
              <a:cxnLst/>
              <a:rect l="l" t="t" r="r" b="b"/>
              <a:pathLst>
                <a:path w="18157" h="16754" extrusionOk="0">
                  <a:moveTo>
                    <a:pt x="6602" y="0"/>
                  </a:moveTo>
                  <a:cubicBezTo>
                    <a:pt x="4996" y="0"/>
                    <a:pt x="3711" y="470"/>
                    <a:pt x="2179" y="1209"/>
                  </a:cubicBezTo>
                  <a:cubicBezTo>
                    <a:pt x="2032" y="1276"/>
                    <a:pt x="1896" y="1367"/>
                    <a:pt x="1761" y="1457"/>
                  </a:cubicBezTo>
                  <a:cubicBezTo>
                    <a:pt x="903" y="2235"/>
                    <a:pt x="644" y="2845"/>
                    <a:pt x="475" y="3714"/>
                  </a:cubicBezTo>
                  <a:cubicBezTo>
                    <a:pt x="1" y="6162"/>
                    <a:pt x="994" y="8690"/>
                    <a:pt x="2472" y="10653"/>
                  </a:cubicBezTo>
                  <a:cubicBezTo>
                    <a:pt x="4898" y="13903"/>
                    <a:pt x="8137" y="15934"/>
                    <a:pt x="12142" y="16623"/>
                  </a:cubicBezTo>
                  <a:cubicBezTo>
                    <a:pt x="12657" y="16710"/>
                    <a:pt x="13130" y="16753"/>
                    <a:pt x="13567" y="16753"/>
                  </a:cubicBezTo>
                  <a:cubicBezTo>
                    <a:pt x="15265" y="16753"/>
                    <a:pt x="16406" y="16104"/>
                    <a:pt x="17232" y="14919"/>
                  </a:cubicBezTo>
                  <a:cubicBezTo>
                    <a:pt x="17559" y="14174"/>
                    <a:pt x="17762" y="13373"/>
                    <a:pt x="17830" y="12560"/>
                  </a:cubicBezTo>
                  <a:cubicBezTo>
                    <a:pt x="18157" y="9390"/>
                    <a:pt x="16837" y="6286"/>
                    <a:pt x="14738" y="3917"/>
                  </a:cubicBezTo>
                  <a:cubicBezTo>
                    <a:pt x="14264" y="3375"/>
                    <a:pt x="13745" y="2879"/>
                    <a:pt x="13203" y="2427"/>
                  </a:cubicBezTo>
                  <a:cubicBezTo>
                    <a:pt x="11386" y="881"/>
                    <a:pt x="9096" y="24"/>
                    <a:pt x="6715" y="1"/>
                  </a:cubicBezTo>
                  <a:cubicBezTo>
                    <a:pt x="6677" y="1"/>
                    <a:pt x="6639" y="0"/>
                    <a:pt x="6602" y="0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"/>
            <p:cNvSpPr/>
            <p:nvPr/>
          </p:nvSpPr>
          <p:spPr>
            <a:xfrm>
              <a:off x="3153950" y="3272025"/>
              <a:ext cx="423475" cy="400250"/>
            </a:xfrm>
            <a:custGeom>
              <a:avLst/>
              <a:gdLst/>
              <a:ahLst/>
              <a:cxnLst/>
              <a:rect l="l" t="t" r="r" b="b"/>
              <a:pathLst>
                <a:path w="16939" h="16010" extrusionOk="0">
                  <a:moveTo>
                    <a:pt x="5992" y="1"/>
                  </a:moveTo>
                  <a:cubicBezTo>
                    <a:pt x="5033" y="1"/>
                    <a:pt x="4074" y="170"/>
                    <a:pt x="3171" y="497"/>
                  </a:cubicBezTo>
                  <a:cubicBezTo>
                    <a:pt x="2438" y="768"/>
                    <a:pt x="1750" y="1027"/>
                    <a:pt x="1253" y="1648"/>
                  </a:cubicBezTo>
                  <a:cubicBezTo>
                    <a:pt x="745" y="2269"/>
                    <a:pt x="463" y="2697"/>
                    <a:pt x="305" y="3476"/>
                  </a:cubicBezTo>
                  <a:cubicBezTo>
                    <a:pt x="1" y="5067"/>
                    <a:pt x="305" y="6884"/>
                    <a:pt x="1039" y="8396"/>
                  </a:cubicBezTo>
                  <a:cubicBezTo>
                    <a:pt x="1321" y="8983"/>
                    <a:pt x="1659" y="9536"/>
                    <a:pt x="2054" y="10055"/>
                  </a:cubicBezTo>
                  <a:cubicBezTo>
                    <a:pt x="4447" y="13259"/>
                    <a:pt x="7629" y="15212"/>
                    <a:pt x="11499" y="15877"/>
                  </a:cubicBezTo>
                  <a:cubicBezTo>
                    <a:pt x="11949" y="15958"/>
                    <a:pt x="12411" y="16010"/>
                    <a:pt x="12869" y="16010"/>
                  </a:cubicBezTo>
                  <a:cubicBezTo>
                    <a:pt x="13757" y="16010"/>
                    <a:pt x="14629" y="15815"/>
                    <a:pt x="15358" y="15257"/>
                  </a:cubicBezTo>
                  <a:cubicBezTo>
                    <a:pt x="16419" y="14433"/>
                    <a:pt x="16611" y="13417"/>
                    <a:pt x="16746" y="12154"/>
                  </a:cubicBezTo>
                  <a:cubicBezTo>
                    <a:pt x="16938" y="10371"/>
                    <a:pt x="16577" y="8498"/>
                    <a:pt x="15719" y="6726"/>
                  </a:cubicBezTo>
                  <a:cubicBezTo>
                    <a:pt x="15200" y="5665"/>
                    <a:pt x="14535" y="4672"/>
                    <a:pt x="13745" y="3792"/>
                  </a:cubicBezTo>
                  <a:cubicBezTo>
                    <a:pt x="13293" y="3262"/>
                    <a:pt x="12786" y="2788"/>
                    <a:pt x="12255" y="2336"/>
                  </a:cubicBezTo>
                  <a:cubicBezTo>
                    <a:pt x="10506" y="847"/>
                    <a:pt x="8294" y="23"/>
                    <a:pt x="5992" y="1"/>
                  </a:cubicBezTo>
                  <a:close/>
                </a:path>
              </a:pathLst>
            </a:custGeom>
            <a:solidFill>
              <a:srgbClr val="C03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"/>
            <p:cNvSpPr/>
            <p:nvPr/>
          </p:nvSpPr>
          <p:spPr>
            <a:xfrm>
              <a:off x="3078900" y="3299100"/>
              <a:ext cx="488075" cy="441750"/>
            </a:xfrm>
            <a:custGeom>
              <a:avLst/>
              <a:gdLst/>
              <a:ahLst/>
              <a:cxnLst/>
              <a:rect l="l" t="t" r="r" b="b"/>
              <a:pathLst>
                <a:path w="19523" h="17670" extrusionOk="0">
                  <a:moveTo>
                    <a:pt x="4041" y="1"/>
                  </a:moveTo>
                  <a:cubicBezTo>
                    <a:pt x="2709" y="926"/>
                    <a:pt x="1615" y="3014"/>
                    <a:pt x="1073" y="4571"/>
                  </a:cubicBezTo>
                  <a:cubicBezTo>
                    <a:pt x="1" y="7663"/>
                    <a:pt x="1547" y="12120"/>
                    <a:pt x="3138" y="13847"/>
                  </a:cubicBezTo>
                  <a:cubicBezTo>
                    <a:pt x="4018" y="14794"/>
                    <a:pt x="5011" y="15618"/>
                    <a:pt x="6106" y="16318"/>
                  </a:cubicBezTo>
                  <a:cubicBezTo>
                    <a:pt x="7585" y="17234"/>
                    <a:pt x="9320" y="17669"/>
                    <a:pt x="11096" y="17669"/>
                  </a:cubicBezTo>
                  <a:cubicBezTo>
                    <a:pt x="13343" y="17669"/>
                    <a:pt x="15657" y="16973"/>
                    <a:pt x="17604" y="15675"/>
                  </a:cubicBezTo>
                  <a:cubicBezTo>
                    <a:pt x="18439" y="15122"/>
                    <a:pt x="19105" y="14366"/>
                    <a:pt x="19523" y="13463"/>
                  </a:cubicBezTo>
                  <a:lnTo>
                    <a:pt x="19523" y="13463"/>
                  </a:lnTo>
                  <a:cubicBezTo>
                    <a:pt x="18697" y="14648"/>
                    <a:pt x="17556" y="15297"/>
                    <a:pt x="15858" y="15297"/>
                  </a:cubicBezTo>
                  <a:cubicBezTo>
                    <a:pt x="15421" y="15297"/>
                    <a:pt x="14948" y="15254"/>
                    <a:pt x="14433" y="15167"/>
                  </a:cubicBezTo>
                  <a:cubicBezTo>
                    <a:pt x="10428" y="14478"/>
                    <a:pt x="7189" y="12447"/>
                    <a:pt x="4763" y="9197"/>
                  </a:cubicBezTo>
                  <a:cubicBezTo>
                    <a:pt x="3296" y="7234"/>
                    <a:pt x="2292" y="4706"/>
                    <a:pt x="2766" y="2258"/>
                  </a:cubicBezTo>
                  <a:cubicBezTo>
                    <a:pt x="2946" y="1389"/>
                    <a:pt x="3194" y="779"/>
                    <a:pt x="4041" y="1"/>
                  </a:cubicBezTo>
                  <a:close/>
                </a:path>
              </a:pathLst>
            </a:custGeom>
            <a:solidFill>
              <a:srgbClr val="875F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"/>
            <p:cNvSpPr/>
            <p:nvPr/>
          </p:nvSpPr>
          <p:spPr>
            <a:xfrm>
              <a:off x="3432100" y="3702125"/>
              <a:ext cx="20050" cy="11575"/>
            </a:xfrm>
            <a:custGeom>
              <a:avLst/>
              <a:gdLst/>
              <a:ahLst/>
              <a:cxnLst/>
              <a:rect l="l" t="t" r="r" b="b"/>
              <a:pathLst>
                <a:path w="802" h="463" extrusionOk="0">
                  <a:moveTo>
                    <a:pt x="544" y="1"/>
                  </a:moveTo>
                  <a:cubicBezTo>
                    <a:pt x="465" y="1"/>
                    <a:pt x="384" y="13"/>
                    <a:pt x="317" y="39"/>
                  </a:cubicBezTo>
                  <a:cubicBezTo>
                    <a:pt x="215" y="84"/>
                    <a:pt x="136" y="152"/>
                    <a:pt x="80" y="242"/>
                  </a:cubicBezTo>
                  <a:cubicBezTo>
                    <a:pt x="46" y="287"/>
                    <a:pt x="12" y="343"/>
                    <a:pt x="1" y="400"/>
                  </a:cubicBezTo>
                  <a:cubicBezTo>
                    <a:pt x="86" y="443"/>
                    <a:pt x="175" y="462"/>
                    <a:pt x="266" y="462"/>
                  </a:cubicBezTo>
                  <a:cubicBezTo>
                    <a:pt x="342" y="462"/>
                    <a:pt x="420" y="448"/>
                    <a:pt x="497" y="422"/>
                  </a:cubicBezTo>
                  <a:cubicBezTo>
                    <a:pt x="588" y="377"/>
                    <a:pt x="667" y="310"/>
                    <a:pt x="734" y="219"/>
                  </a:cubicBezTo>
                  <a:cubicBezTo>
                    <a:pt x="757" y="174"/>
                    <a:pt x="791" y="118"/>
                    <a:pt x="802" y="61"/>
                  </a:cubicBezTo>
                  <a:cubicBezTo>
                    <a:pt x="746" y="27"/>
                    <a:pt x="689" y="16"/>
                    <a:pt x="621" y="5"/>
                  </a:cubicBezTo>
                  <a:cubicBezTo>
                    <a:pt x="596" y="2"/>
                    <a:pt x="570" y="1"/>
                    <a:pt x="544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"/>
            <p:cNvSpPr/>
            <p:nvPr/>
          </p:nvSpPr>
          <p:spPr>
            <a:xfrm>
              <a:off x="3464275" y="3695175"/>
              <a:ext cx="14125" cy="11325"/>
            </a:xfrm>
            <a:custGeom>
              <a:avLst/>
              <a:gdLst/>
              <a:ahLst/>
              <a:cxnLst/>
              <a:rect l="l" t="t" r="r" b="b"/>
              <a:pathLst>
                <a:path w="565" h="453" extrusionOk="0">
                  <a:moveTo>
                    <a:pt x="406" y="1"/>
                  </a:moveTo>
                  <a:cubicBezTo>
                    <a:pt x="361" y="1"/>
                    <a:pt x="316" y="12"/>
                    <a:pt x="282" y="12"/>
                  </a:cubicBezTo>
                  <a:cubicBezTo>
                    <a:pt x="248" y="23"/>
                    <a:pt x="215" y="35"/>
                    <a:pt x="192" y="46"/>
                  </a:cubicBezTo>
                  <a:cubicBezTo>
                    <a:pt x="124" y="91"/>
                    <a:pt x="68" y="159"/>
                    <a:pt x="45" y="226"/>
                  </a:cubicBezTo>
                  <a:cubicBezTo>
                    <a:pt x="23" y="283"/>
                    <a:pt x="11" y="328"/>
                    <a:pt x="0" y="384"/>
                  </a:cubicBezTo>
                  <a:cubicBezTo>
                    <a:pt x="45" y="407"/>
                    <a:pt x="90" y="430"/>
                    <a:pt x="147" y="441"/>
                  </a:cubicBezTo>
                  <a:cubicBezTo>
                    <a:pt x="173" y="448"/>
                    <a:pt x="201" y="452"/>
                    <a:pt x="229" y="452"/>
                  </a:cubicBezTo>
                  <a:cubicBezTo>
                    <a:pt x="285" y="452"/>
                    <a:pt x="342" y="437"/>
                    <a:pt x="395" y="407"/>
                  </a:cubicBezTo>
                  <a:cubicBezTo>
                    <a:pt x="485" y="351"/>
                    <a:pt x="542" y="272"/>
                    <a:pt x="564" y="181"/>
                  </a:cubicBezTo>
                  <a:cubicBezTo>
                    <a:pt x="564" y="125"/>
                    <a:pt x="564" y="69"/>
                    <a:pt x="564" y="23"/>
                  </a:cubicBezTo>
                  <a:cubicBezTo>
                    <a:pt x="508" y="1"/>
                    <a:pt x="452" y="1"/>
                    <a:pt x="406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"/>
            <p:cNvSpPr/>
            <p:nvPr/>
          </p:nvSpPr>
          <p:spPr>
            <a:xfrm>
              <a:off x="3117550" y="3518575"/>
              <a:ext cx="13575" cy="40950"/>
            </a:xfrm>
            <a:custGeom>
              <a:avLst/>
              <a:gdLst/>
              <a:ahLst/>
              <a:cxnLst/>
              <a:rect l="l" t="t" r="r" b="b"/>
              <a:pathLst>
                <a:path w="543" h="1638" extrusionOk="0">
                  <a:moveTo>
                    <a:pt x="204" y="1"/>
                  </a:moveTo>
                  <a:cubicBezTo>
                    <a:pt x="148" y="80"/>
                    <a:pt x="102" y="170"/>
                    <a:pt x="69" y="249"/>
                  </a:cubicBezTo>
                  <a:cubicBezTo>
                    <a:pt x="23" y="339"/>
                    <a:pt x="1" y="441"/>
                    <a:pt x="12" y="531"/>
                  </a:cubicBezTo>
                  <a:cubicBezTo>
                    <a:pt x="12" y="655"/>
                    <a:pt x="12" y="780"/>
                    <a:pt x="35" y="892"/>
                  </a:cubicBezTo>
                  <a:cubicBezTo>
                    <a:pt x="91" y="1095"/>
                    <a:pt x="181" y="1287"/>
                    <a:pt x="317" y="1445"/>
                  </a:cubicBezTo>
                  <a:cubicBezTo>
                    <a:pt x="385" y="1513"/>
                    <a:pt x="452" y="1581"/>
                    <a:pt x="531" y="1637"/>
                  </a:cubicBezTo>
                  <a:cubicBezTo>
                    <a:pt x="543" y="1547"/>
                    <a:pt x="543" y="1445"/>
                    <a:pt x="531" y="1355"/>
                  </a:cubicBezTo>
                  <a:cubicBezTo>
                    <a:pt x="531" y="1276"/>
                    <a:pt x="509" y="1186"/>
                    <a:pt x="497" y="1084"/>
                  </a:cubicBezTo>
                  <a:cubicBezTo>
                    <a:pt x="475" y="994"/>
                    <a:pt x="452" y="904"/>
                    <a:pt x="430" y="802"/>
                  </a:cubicBezTo>
                  <a:cubicBezTo>
                    <a:pt x="418" y="723"/>
                    <a:pt x="396" y="633"/>
                    <a:pt x="362" y="543"/>
                  </a:cubicBezTo>
                  <a:cubicBezTo>
                    <a:pt x="351" y="509"/>
                    <a:pt x="339" y="464"/>
                    <a:pt x="328" y="418"/>
                  </a:cubicBezTo>
                  <a:cubicBezTo>
                    <a:pt x="317" y="373"/>
                    <a:pt x="317" y="328"/>
                    <a:pt x="306" y="283"/>
                  </a:cubicBezTo>
                  <a:cubicBezTo>
                    <a:pt x="283" y="193"/>
                    <a:pt x="249" y="91"/>
                    <a:pt x="204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"/>
            <p:cNvSpPr/>
            <p:nvPr/>
          </p:nvSpPr>
          <p:spPr>
            <a:xfrm>
              <a:off x="3135625" y="3552150"/>
              <a:ext cx="11575" cy="22600"/>
            </a:xfrm>
            <a:custGeom>
              <a:avLst/>
              <a:gdLst/>
              <a:ahLst/>
              <a:cxnLst/>
              <a:rect l="l" t="t" r="r" b="b"/>
              <a:pathLst>
                <a:path w="463" h="904" extrusionOk="0">
                  <a:moveTo>
                    <a:pt x="124" y="1"/>
                  </a:moveTo>
                  <a:cubicBezTo>
                    <a:pt x="90" y="57"/>
                    <a:pt x="57" y="114"/>
                    <a:pt x="34" y="170"/>
                  </a:cubicBezTo>
                  <a:cubicBezTo>
                    <a:pt x="0" y="283"/>
                    <a:pt x="0" y="396"/>
                    <a:pt x="23" y="497"/>
                  </a:cubicBezTo>
                  <a:cubicBezTo>
                    <a:pt x="57" y="610"/>
                    <a:pt x="124" y="712"/>
                    <a:pt x="215" y="791"/>
                  </a:cubicBezTo>
                  <a:cubicBezTo>
                    <a:pt x="260" y="836"/>
                    <a:pt x="316" y="870"/>
                    <a:pt x="372" y="903"/>
                  </a:cubicBezTo>
                  <a:cubicBezTo>
                    <a:pt x="406" y="847"/>
                    <a:pt x="429" y="791"/>
                    <a:pt x="440" y="723"/>
                  </a:cubicBezTo>
                  <a:cubicBezTo>
                    <a:pt x="463" y="621"/>
                    <a:pt x="463" y="520"/>
                    <a:pt x="429" y="418"/>
                  </a:cubicBezTo>
                  <a:cubicBezTo>
                    <a:pt x="418" y="362"/>
                    <a:pt x="395" y="305"/>
                    <a:pt x="361" y="249"/>
                  </a:cubicBezTo>
                  <a:cubicBezTo>
                    <a:pt x="339" y="204"/>
                    <a:pt x="305" y="159"/>
                    <a:pt x="271" y="125"/>
                  </a:cubicBezTo>
                  <a:cubicBezTo>
                    <a:pt x="226" y="80"/>
                    <a:pt x="181" y="35"/>
                    <a:pt x="124" y="1"/>
                  </a:cubicBezTo>
                  <a:close/>
                </a:path>
              </a:pathLst>
            </a:custGeom>
            <a:solidFill>
              <a:srgbClr val="7956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"/>
            <p:cNvSpPr/>
            <p:nvPr/>
          </p:nvSpPr>
          <p:spPr>
            <a:xfrm>
              <a:off x="3190625" y="3350700"/>
              <a:ext cx="13475" cy="18950"/>
            </a:xfrm>
            <a:custGeom>
              <a:avLst/>
              <a:gdLst/>
              <a:ahLst/>
              <a:cxnLst/>
              <a:rect l="l" t="t" r="r" b="b"/>
              <a:pathLst>
                <a:path w="539" h="758" extrusionOk="0">
                  <a:moveTo>
                    <a:pt x="126" y="0"/>
                  </a:moveTo>
                  <a:cubicBezTo>
                    <a:pt x="55" y="0"/>
                    <a:pt x="1" y="70"/>
                    <a:pt x="1" y="250"/>
                  </a:cubicBezTo>
                  <a:cubicBezTo>
                    <a:pt x="1" y="284"/>
                    <a:pt x="1" y="307"/>
                    <a:pt x="1" y="340"/>
                  </a:cubicBezTo>
                  <a:cubicBezTo>
                    <a:pt x="34" y="561"/>
                    <a:pt x="249" y="757"/>
                    <a:pt x="386" y="757"/>
                  </a:cubicBezTo>
                  <a:cubicBezTo>
                    <a:pt x="481" y="757"/>
                    <a:pt x="539" y="664"/>
                    <a:pt x="474" y="419"/>
                  </a:cubicBezTo>
                  <a:cubicBezTo>
                    <a:pt x="452" y="318"/>
                    <a:pt x="407" y="228"/>
                    <a:pt x="339" y="149"/>
                  </a:cubicBezTo>
                  <a:cubicBezTo>
                    <a:pt x="274" y="61"/>
                    <a:pt x="192" y="0"/>
                    <a:pt x="126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"/>
            <p:cNvSpPr/>
            <p:nvPr/>
          </p:nvSpPr>
          <p:spPr>
            <a:xfrm>
              <a:off x="3224350" y="3480900"/>
              <a:ext cx="20875" cy="13425"/>
            </a:xfrm>
            <a:custGeom>
              <a:avLst/>
              <a:gdLst/>
              <a:ahLst/>
              <a:cxnLst/>
              <a:rect l="l" t="t" r="r" b="b"/>
              <a:pathLst>
                <a:path w="835" h="537" extrusionOk="0">
                  <a:moveTo>
                    <a:pt x="326" y="1"/>
                  </a:moveTo>
                  <a:cubicBezTo>
                    <a:pt x="155" y="1"/>
                    <a:pt x="1" y="93"/>
                    <a:pt x="39" y="301"/>
                  </a:cubicBezTo>
                  <a:cubicBezTo>
                    <a:pt x="67" y="466"/>
                    <a:pt x="221" y="536"/>
                    <a:pt x="377" y="536"/>
                  </a:cubicBezTo>
                  <a:cubicBezTo>
                    <a:pt x="603" y="536"/>
                    <a:pt x="834" y="390"/>
                    <a:pt x="694" y="176"/>
                  </a:cubicBezTo>
                  <a:cubicBezTo>
                    <a:pt x="683" y="165"/>
                    <a:pt x="671" y="154"/>
                    <a:pt x="660" y="143"/>
                  </a:cubicBezTo>
                  <a:cubicBezTo>
                    <a:pt x="588" y="51"/>
                    <a:pt x="453" y="1"/>
                    <a:pt x="326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"/>
            <p:cNvSpPr/>
            <p:nvPr/>
          </p:nvSpPr>
          <p:spPr>
            <a:xfrm>
              <a:off x="3286900" y="3573200"/>
              <a:ext cx="21450" cy="13175"/>
            </a:xfrm>
            <a:custGeom>
              <a:avLst/>
              <a:gdLst/>
              <a:ahLst/>
              <a:cxnLst/>
              <a:rect l="l" t="t" r="r" b="b"/>
              <a:pathLst>
                <a:path w="858" h="527" extrusionOk="0">
                  <a:moveTo>
                    <a:pt x="341" y="0"/>
                  </a:moveTo>
                  <a:cubicBezTo>
                    <a:pt x="162" y="0"/>
                    <a:pt x="1" y="93"/>
                    <a:pt x="54" y="298"/>
                  </a:cubicBezTo>
                  <a:cubicBezTo>
                    <a:pt x="85" y="460"/>
                    <a:pt x="235" y="527"/>
                    <a:pt x="387" y="527"/>
                  </a:cubicBezTo>
                  <a:cubicBezTo>
                    <a:pt x="619" y="527"/>
                    <a:pt x="858" y="374"/>
                    <a:pt x="708" y="163"/>
                  </a:cubicBezTo>
                  <a:cubicBezTo>
                    <a:pt x="697" y="152"/>
                    <a:pt x="686" y="140"/>
                    <a:pt x="674" y="129"/>
                  </a:cubicBezTo>
                  <a:cubicBezTo>
                    <a:pt x="600" y="46"/>
                    <a:pt x="466" y="0"/>
                    <a:pt x="34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"/>
            <p:cNvSpPr/>
            <p:nvPr/>
          </p:nvSpPr>
          <p:spPr>
            <a:xfrm>
              <a:off x="3190275" y="3460675"/>
              <a:ext cx="18975" cy="16725"/>
            </a:xfrm>
            <a:custGeom>
              <a:avLst/>
              <a:gdLst/>
              <a:ahLst/>
              <a:cxnLst/>
              <a:rect l="l" t="t" r="r" b="b"/>
              <a:pathLst>
                <a:path w="759" h="669" extrusionOk="0">
                  <a:moveTo>
                    <a:pt x="213" y="0"/>
                  </a:moveTo>
                  <a:cubicBezTo>
                    <a:pt x="127" y="0"/>
                    <a:pt x="54" y="47"/>
                    <a:pt x="26" y="162"/>
                  </a:cubicBezTo>
                  <a:lnTo>
                    <a:pt x="26" y="207"/>
                  </a:lnTo>
                  <a:cubicBezTo>
                    <a:pt x="0" y="409"/>
                    <a:pt x="196" y="669"/>
                    <a:pt x="391" y="669"/>
                  </a:cubicBezTo>
                  <a:cubicBezTo>
                    <a:pt x="456" y="669"/>
                    <a:pt x="522" y="639"/>
                    <a:pt x="579" y="568"/>
                  </a:cubicBezTo>
                  <a:cubicBezTo>
                    <a:pt x="759" y="323"/>
                    <a:pt x="441" y="0"/>
                    <a:pt x="213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"/>
            <p:cNvSpPr/>
            <p:nvPr/>
          </p:nvSpPr>
          <p:spPr>
            <a:xfrm>
              <a:off x="3269675" y="3530000"/>
              <a:ext cx="24350" cy="13700"/>
            </a:xfrm>
            <a:custGeom>
              <a:avLst/>
              <a:gdLst/>
              <a:ahLst/>
              <a:cxnLst/>
              <a:rect l="l" t="t" r="r" b="b"/>
              <a:pathLst>
                <a:path w="974" h="548" extrusionOk="0">
                  <a:moveTo>
                    <a:pt x="593" y="1"/>
                  </a:moveTo>
                  <a:cubicBezTo>
                    <a:pt x="323" y="1"/>
                    <a:pt x="0" y="290"/>
                    <a:pt x="258" y="481"/>
                  </a:cubicBezTo>
                  <a:cubicBezTo>
                    <a:pt x="269" y="481"/>
                    <a:pt x="280" y="492"/>
                    <a:pt x="291" y="503"/>
                  </a:cubicBezTo>
                  <a:cubicBezTo>
                    <a:pt x="344" y="533"/>
                    <a:pt x="409" y="547"/>
                    <a:pt x="476" y="547"/>
                  </a:cubicBezTo>
                  <a:cubicBezTo>
                    <a:pt x="711" y="547"/>
                    <a:pt x="974" y="376"/>
                    <a:pt x="833" y="131"/>
                  </a:cubicBezTo>
                  <a:cubicBezTo>
                    <a:pt x="779" y="38"/>
                    <a:pt x="689" y="1"/>
                    <a:pt x="593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"/>
            <p:cNvSpPr/>
            <p:nvPr/>
          </p:nvSpPr>
          <p:spPr>
            <a:xfrm>
              <a:off x="3213300" y="3337275"/>
              <a:ext cx="19300" cy="17275"/>
            </a:xfrm>
            <a:custGeom>
              <a:avLst/>
              <a:gdLst/>
              <a:ahLst/>
              <a:cxnLst/>
              <a:rect l="l" t="t" r="r" b="b"/>
              <a:pathLst>
                <a:path w="772" h="691" extrusionOk="0">
                  <a:moveTo>
                    <a:pt x="387" y="0"/>
                  </a:moveTo>
                  <a:cubicBezTo>
                    <a:pt x="332" y="0"/>
                    <a:pt x="275" y="23"/>
                    <a:pt x="222" y="76"/>
                  </a:cubicBezTo>
                  <a:cubicBezTo>
                    <a:pt x="1" y="306"/>
                    <a:pt x="300" y="690"/>
                    <a:pt x="528" y="690"/>
                  </a:cubicBezTo>
                  <a:cubicBezTo>
                    <a:pt x="602" y="690"/>
                    <a:pt x="668" y="650"/>
                    <a:pt x="707" y="550"/>
                  </a:cubicBezTo>
                  <a:cubicBezTo>
                    <a:pt x="707" y="528"/>
                    <a:pt x="707" y="516"/>
                    <a:pt x="718" y="505"/>
                  </a:cubicBezTo>
                  <a:cubicBezTo>
                    <a:pt x="772" y="301"/>
                    <a:pt x="588" y="0"/>
                    <a:pt x="38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"/>
            <p:cNvSpPr/>
            <p:nvPr/>
          </p:nvSpPr>
          <p:spPr>
            <a:xfrm>
              <a:off x="3277500" y="3282325"/>
              <a:ext cx="18725" cy="13850"/>
            </a:xfrm>
            <a:custGeom>
              <a:avLst/>
              <a:gdLst/>
              <a:ahLst/>
              <a:cxnLst/>
              <a:rect l="l" t="t" r="r" b="b"/>
              <a:pathLst>
                <a:path w="749" h="554" extrusionOk="0">
                  <a:moveTo>
                    <a:pt x="260" y="0"/>
                  </a:moveTo>
                  <a:cubicBezTo>
                    <a:pt x="129" y="0"/>
                    <a:pt x="18" y="66"/>
                    <a:pt x="12" y="232"/>
                  </a:cubicBezTo>
                  <a:cubicBezTo>
                    <a:pt x="1" y="443"/>
                    <a:pt x="221" y="554"/>
                    <a:pt x="415" y="554"/>
                  </a:cubicBezTo>
                  <a:cubicBezTo>
                    <a:pt x="593" y="554"/>
                    <a:pt x="748" y="460"/>
                    <a:pt x="678" y="266"/>
                  </a:cubicBezTo>
                  <a:cubicBezTo>
                    <a:pt x="667" y="243"/>
                    <a:pt x="667" y="232"/>
                    <a:pt x="656" y="220"/>
                  </a:cubicBezTo>
                  <a:cubicBezTo>
                    <a:pt x="594" y="92"/>
                    <a:pt x="414" y="0"/>
                    <a:pt x="26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"/>
            <p:cNvSpPr/>
            <p:nvPr/>
          </p:nvSpPr>
          <p:spPr>
            <a:xfrm>
              <a:off x="3517175" y="3625125"/>
              <a:ext cx="25000" cy="13950"/>
            </a:xfrm>
            <a:custGeom>
              <a:avLst/>
              <a:gdLst/>
              <a:ahLst/>
              <a:cxnLst/>
              <a:rect l="l" t="t" r="r" b="b"/>
              <a:pathLst>
                <a:path w="1000" h="558" extrusionOk="0">
                  <a:moveTo>
                    <a:pt x="601" y="0"/>
                  </a:moveTo>
                  <a:cubicBezTo>
                    <a:pt x="324" y="0"/>
                    <a:pt x="1" y="347"/>
                    <a:pt x="288" y="512"/>
                  </a:cubicBezTo>
                  <a:lnTo>
                    <a:pt x="333" y="535"/>
                  </a:lnTo>
                  <a:cubicBezTo>
                    <a:pt x="372" y="551"/>
                    <a:pt x="415" y="558"/>
                    <a:pt x="461" y="558"/>
                  </a:cubicBezTo>
                  <a:cubicBezTo>
                    <a:pt x="706" y="558"/>
                    <a:pt x="999" y="344"/>
                    <a:pt x="818" y="106"/>
                  </a:cubicBezTo>
                  <a:cubicBezTo>
                    <a:pt x="761" y="31"/>
                    <a:pt x="683" y="0"/>
                    <a:pt x="60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"/>
            <p:cNvSpPr/>
            <p:nvPr/>
          </p:nvSpPr>
          <p:spPr>
            <a:xfrm>
              <a:off x="3162925" y="3393000"/>
              <a:ext cx="24900" cy="15875"/>
            </a:xfrm>
            <a:custGeom>
              <a:avLst/>
              <a:gdLst/>
              <a:ahLst/>
              <a:cxnLst/>
              <a:rect l="l" t="t" r="r" b="b"/>
              <a:pathLst>
                <a:path w="996" h="635" extrusionOk="0">
                  <a:moveTo>
                    <a:pt x="550" y="1"/>
                  </a:moveTo>
                  <a:cubicBezTo>
                    <a:pt x="228" y="1"/>
                    <a:pt x="1" y="634"/>
                    <a:pt x="398" y="634"/>
                  </a:cubicBezTo>
                  <a:lnTo>
                    <a:pt x="443" y="634"/>
                  </a:lnTo>
                  <a:cubicBezTo>
                    <a:pt x="702" y="612"/>
                    <a:pt x="996" y="172"/>
                    <a:pt x="657" y="25"/>
                  </a:cubicBezTo>
                  <a:cubicBezTo>
                    <a:pt x="621" y="8"/>
                    <a:pt x="585" y="1"/>
                    <a:pt x="55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"/>
            <p:cNvSpPr/>
            <p:nvPr/>
          </p:nvSpPr>
          <p:spPr>
            <a:xfrm>
              <a:off x="3226650" y="35319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351" y="1"/>
                  </a:moveTo>
                  <a:cubicBezTo>
                    <a:pt x="284" y="1"/>
                    <a:pt x="218" y="32"/>
                    <a:pt x="162" y="108"/>
                  </a:cubicBezTo>
                  <a:cubicBezTo>
                    <a:pt x="0" y="351"/>
                    <a:pt x="307" y="662"/>
                    <a:pt x="528" y="662"/>
                  </a:cubicBezTo>
                  <a:cubicBezTo>
                    <a:pt x="615" y="662"/>
                    <a:pt x="689" y="613"/>
                    <a:pt x="715" y="492"/>
                  </a:cubicBezTo>
                  <a:cubicBezTo>
                    <a:pt x="715" y="480"/>
                    <a:pt x="715" y="469"/>
                    <a:pt x="715" y="447"/>
                  </a:cubicBezTo>
                  <a:cubicBezTo>
                    <a:pt x="740" y="255"/>
                    <a:pt x="542" y="1"/>
                    <a:pt x="35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"/>
            <p:cNvSpPr/>
            <p:nvPr/>
          </p:nvSpPr>
          <p:spPr>
            <a:xfrm>
              <a:off x="3319975" y="3278225"/>
              <a:ext cx="18550" cy="16475"/>
            </a:xfrm>
            <a:custGeom>
              <a:avLst/>
              <a:gdLst/>
              <a:ahLst/>
              <a:cxnLst/>
              <a:rect l="l" t="t" r="r" b="b"/>
              <a:pathLst>
                <a:path w="742" h="659" extrusionOk="0">
                  <a:moveTo>
                    <a:pt x="207" y="0"/>
                  </a:moveTo>
                  <a:cubicBezTo>
                    <a:pt x="116" y="0"/>
                    <a:pt x="40" y="49"/>
                    <a:pt x="17" y="170"/>
                  </a:cubicBezTo>
                  <a:lnTo>
                    <a:pt x="17" y="215"/>
                  </a:lnTo>
                  <a:cubicBezTo>
                    <a:pt x="1" y="413"/>
                    <a:pt x="201" y="659"/>
                    <a:pt x="389" y="659"/>
                  </a:cubicBezTo>
                  <a:cubicBezTo>
                    <a:pt x="458" y="659"/>
                    <a:pt x="527" y="625"/>
                    <a:pt x="581" y="542"/>
                  </a:cubicBezTo>
                  <a:cubicBezTo>
                    <a:pt x="742" y="294"/>
                    <a:pt x="430" y="0"/>
                    <a:pt x="20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"/>
            <p:cNvSpPr/>
            <p:nvPr/>
          </p:nvSpPr>
          <p:spPr>
            <a:xfrm>
              <a:off x="3457575" y="3631575"/>
              <a:ext cx="19200" cy="17575"/>
            </a:xfrm>
            <a:custGeom>
              <a:avLst/>
              <a:gdLst/>
              <a:ahLst/>
              <a:cxnLst/>
              <a:rect l="l" t="t" r="r" b="b"/>
              <a:pathLst>
                <a:path w="768" h="703" extrusionOk="0">
                  <a:moveTo>
                    <a:pt x="412" y="1"/>
                  </a:moveTo>
                  <a:cubicBezTo>
                    <a:pt x="367" y="1"/>
                    <a:pt x="319" y="16"/>
                    <a:pt x="268" y="51"/>
                  </a:cubicBezTo>
                  <a:cubicBezTo>
                    <a:pt x="0" y="239"/>
                    <a:pt x="256" y="702"/>
                    <a:pt x="486" y="702"/>
                  </a:cubicBezTo>
                  <a:cubicBezTo>
                    <a:pt x="546" y="702"/>
                    <a:pt x="605" y="670"/>
                    <a:pt x="652" y="593"/>
                  </a:cubicBezTo>
                  <a:cubicBezTo>
                    <a:pt x="663" y="581"/>
                    <a:pt x="663" y="570"/>
                    <a:pt x="674" y="559"/>
                  </a:cubicBezTo>
                  <a:cubicBezTo>
                    <a:pt x="768" y="353"/>
                    <a:pt x="629" y="1"/>
                    <a:pt x="41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"/>
            <p:cNvSpPr/>
            <p:nvPr/>
          </p:nvSpPr>
          <p:spPr>
            <a:xfrm>
              <a:off x="3494650" y="3643350"/>
              <a:ext cx="18100" cy="17775"/>
            </a:xfrm>
            <a:custGeom>
              <a:avLst/>
              <a:gdLst/>
              <a:ahLst/>
              <a:cxnLst/>
              <a:rect l="l" t="t" r="r" b="b"/>
              <a:pathLst>
                <a:path w="724" h="711" extrusionOk="0">
                  <a:moveTo>
                    <a:pt x="421" y="1"/>
                  </a:moveTo>
                  <a:cubicBezTo>
                    <a:pt x="400" y="1"/>
                    <a:pt x="378" y="3"/>
                    <a:pt x="354" y="9"/>
                  </a:cubicBezTo>
                  <a:cubicBezTo>
                    <a:pt x="1" y="87"/>
                    <a:pt x="99" y="710"/>
                    <a:pt x="368" y="710"/>
                  </a:cubicBezTo>
                  <a:cubicBezTo>
                    <a:pt x="408" y="710"/>
                    <a:pt x="453" y="696"/>
                    <a:pt x="500" y="663"/>
                  </a:cubicBezTo>
                  <a:cubicBezTo>
                    <a:pt x="512" y="663"/>
                    <a:pt x="523" y="652"/>
                    <a:pt x="534" y="641"/>
                  </a:cubicBezTo>
                  <a:cubicBezTo>
                    <a:pt x="723" y="473"/>
                    <a:pt x="707" y="1"/>
                    <a:pt x="42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"/>
            <p:cNvSpPr/>
            <p:nvPr/>
          </p:nvSpPr>
          <p:spPr>
            <a:xfrm>
              <a:off x="3197000" y="3396175"/>
              <a:ext cx="23975" cy="13450"/>
            </a:xfrm>
            <a:custGeom>
              <a:avLst/>
              <a:gdLst/>
              <a:ahLst/>
              <a:cxnLst/>
              <a:rect l="l" t="t" r="r" b="b"/>
              <a:pathLst>
                <a:path w="959" h="538" extrusionOk="0">
                  <a:moveTo>
                    <a:pt x="462" y="1"/>
                  </a:moveTo>
                  <a:cubicBezTo>
                    <a:pt x="239" y="1"/>
                    <a:pt x="0" y="151"/>
                    <a:pt x="118" y="395"/>
                  </a:cubicBezTo>
                  <a:cubicBezTo>
                    <a:pt x="175" y="496"/>
                    <a:pt x="275" y="537"/>
                    <a:pt x="380" y="537"/>
                  </a:cubicBezTo>
                  <a:cubicBezTo>
                    <a:pt x="650" y="537"/>
                    <a:pt x="959" y="273"/>
                    <a:pt x="716" y="79"/>
                  </a:cubicBezTo>
                  <a:cubicBezTo>
                    <a:pt x="705" y="67"/>
                    <a:pt x="693" y="56"/>
                    <a:pt x="671" y="56"/>
                  </a:cubicBezTo>
                  <a:cubicBezTo>
                    <a:pt x="613" y="19"/>
                    <a:pt x="539" y="1"/>
                    <a:pt x="46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"/>
            <p:cNvSpPr/>
            <p:nvPr/>
          </p:nvSpPr>
          <p:spPr>
            <a:xfrm>
              <a:off x="3522600" y="3593250"/>
              <a:ext cx="19250" cy="17750"/>
            </a:xfrm>
            <a:custGeom>
              <a:avLst/>
              <a:gdLst/>
              <a:ahLst/>
              <a:cxnLst/>
              <a:rect l="l" t="t" r="r" b="b"/>
              <a:pathLst>
                <a:path w="770" h="710" extrusionOk="0">
                  <a:moveTo>
                    <a:pt x="299" y="0"/>
                  </a:moveTo>
                  <a:cubicBezTo>
                    <a:pt x="244" y="0"/>
                    <a:pt x="188" y="28"/>
                    <a:pt x="138" y="94"/>
                  </a:cubicBezTo>
                  <a:cubicBezTo>
                    <a:pt x="138" y="106"/>
                    <a:pt x="127" y="117"/>
                    <a:pt x="116" y="128"/>
                  </a:cubicBezTo>
                  <a:cubicBezTo>
                    <a:pt x="1" y="329"/>
                    <a:pt x="122" y="709"/>
                    <a:pt x="347" y="709"/>
                  </a:cubicBezTo>
                  <a:cubicBezTo>
                    <a:pt x="387" y="709"/>
                    <a:pt x="431" y="697"/>
                    <a:pt x="477" y="670"/>
                  </a:cubicBezTo>
                  <a:cubicBezTo>
                    <a:pt x="769" y="505"/>
                    <a:pt x="536" y="0"/>
                    <a:pt x="29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"/>
            <p:cNvSpPr/>
            <p:nvPr/>
          </p:nvSpPr>
          <p:spPr>
            <a:xfrm>
              <a:off x="3317125" y="3611075"/>
              <a:ext cx="24250" cy="13725"/>
            </a:xfrm>
            <a:custGeom>
              <a:avLst/>
              <a:gdLst/>
              <a:ahLst/>
              <a:cxnLst/>
              <a:rect l="l" t="t" r="r" b="b"/>
              <a:pathLst>
                <a:path w="970" h="549" extrusionOk="0">
                  <a:moveTo>
                    <a:pt x="584" y="1"/>
                  </a:moveTo>
                  <a:cubicBezTo>
                    <a:pt x="316" y="1"/>
                    <a:pt x="0" y="287"/>
                    <a:pt x="255" y="476"/>
                  </a:cubicBezTo>
                  <a:cubicBezTo>
                    <a:pt x="267" y="487"/>
                    <a:pt x="278" y="487"/>
                    <a:pt x="289" y="499"/>
                  </a:cubicBezTo>
                  <a:cubicBezTo>
                    <a:pt x="342" y="533"/>
                    <a:pt x="410" y="549"/>
                    <a:pt x="480" y="549"/>
                  </a:cubicBezTo>
                  <a:cubicBezTo>
                    <a:pt x="710" y="549"/>
                    <a:pt x="969" y="380"/>
                    <a:pt x="831" y="138"/>
                  </a:cubicBezTo>
                  <a:cubicBezTo>
                    <a:pt x="776" y="40"/>
                    <a:pt x="683" y="1"/>
                    <a:pt x="584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"/>
            <p:cNvSpPr/>
            <p:nvPr/>
          </p:nvSpPr>
          <p:spPr>
            <a:xfrm>
              <a:off x="3312325" y="3557825"/>
              <a:ext cx="19400" cy="17775"/>
            </a:xfrm>
            <a:custGeom>
              <a:avLst/>
              <a:gdLst/>
              <a:ahLst/>
              <a:cxnLst/>
              <a:rect l="l" t="t" r="r" b="b"/>
              <a:pathLst>
                <a:path w="776" h="711" extrusionOk="0">
                  <a:moveTo>
                    <a:pt x="426" y="1"/>
                  </a:moveTo>
                  <a:cubicBezTo>
                    <a:pt x="384" y="1"/>
                    <a:pt x="338" y="14"/>
                    <a:pt x="289" y="45"/>
                  </a:cubicBezTo>
                  <a:cubicBezTo>
                    <a:pt x="0" y="225"/>
                    <a:pt x="247" y="710"/>
                    <a:pt x="478" y="710"/>
                  </a:cubicBezTo>
                  <a:cubicBezTo>
                    <a:pt x="536" y="710"/>
                    <a:pt x="592" y="681"/>
                    <a:pt x="639" y="609"/>
                  </a:cubicBezTo>
                  <a:cubicBezTo>
                    <a:pt x="651" y="597"/>
                    <a:pt x="662" y="586"/>
                    <a:pt x="662" y="575"/>
                  </a:cubicBezTo>
                  <a:cubicBezTo>
                    <a:pt x="776" y="376"/>
                    <a:pt x="650" y="1"/>
                    <a:pt x="426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"/>
            <p:cNvSpPr/>
            <p:nvPr/>
          </p:nvSpPr>
          <p:spPr>
            <a:xfrm>
              <a:off x="3545400" y="3568925"/>
              <a:ext cx="21025" cy="13425"/>
            </a:xfrm>
            <a:custGeom>
              <a:avLst/>
              <a:gdLst/>
              <a:ahLst/>
              <a:cxnLst/>
              <a:rect l="l" t="t" r="r" b="b"/>
              <a:pathLst>
                <a:path w="841" h="537" extrusionOk="0">
                  <a:moveTo>
                    <a:pt x="333" y="1"/>
                  </a:moveTo>
                  <a:cubicBezTo>
                    <a:pt x="159" y="1"/>
                    <a:pt x="0" y="93"/>
                    <a:pt x="39" y="300"/>
                  </a:cubicBezTo>
                  <a:cubicBezTo>
                    <a:pt x="71" y="466"/>
                    <a:pt x="228" y="536"/>
                    <a:pt x="385" y="536"/>
                  </a:cubicBezTo>
                  <a:cubicBezTo>
                    <a:pt x="612" y="536"/>
                    <a:pt x="840" y="390"/>
                    <a:pt x="693" y="176"/>
                  </a:cubicBezTo>
                  <a:cubicBezTo>
                    <a:pt x="693" y="165"/>
                    <a:pt x="682" y="153"/>
                    <a:pt x="671" y="142"/>
                  </a:cubicBezTo>
                  <a:cubicBezTo>
                    <a:pt x="599" y="51"/>
                    <a:pt x="462" y="1"/>
                    <a:pt x="333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"/>
            <p:cNvSpPr/>
            <p:nvPr/>
          </p:nvSpPr>
          <p:spPr>
            <a:xfrm>
              <a:off x="3421350" y="3652200"/>
              <a:ext cx="21300" cy="13450"/>
            </a:xfrm>
            <a:custGeom>
              <a:avLst/>
              <a:gdLst/>
              <a:ahLst/>
              <a:cxnLst/>
              <a:rect l="l" t="t" r="r" b="b"/>
              <a:pathLst>
                <a:path w="852" h="538" extrusionOk="0">
                  <a:moveTo>
                    <a:pt x="341" y="0"/>
                  </a:moveTo>
                  <a:cubicBezTo>
                    <a:pt x="163" y="0"/>
                    <a:pt x="0" y="96"/>
                    <a:pt x="47" y="309"/>
                  </a:cubicBezTo>
                  <a:cubicBezTo>
                    <a:pt x="78" y="470"/>
                    <a:pt x="226" y="537"/>
                    <a:pt x="378" y="537"/>
                  </a:cubicBezTo>
                  <a:cubicBezTo>
                    <a:pt x="610" y="537"/>
                    <a:pt x="852" y="381"/>
                    <a:pt x="702" y="163"/>
                  </a:cubicBezTo>
                  <a:lnTo>
                    <a:pt x="668" y="129"/>
                  </a:lnTo>
                  <a:cubicBezTo>
                    <a:pt x="594" y="46"/>
                    <a:pt x="464" y="0"/>
                    <a:pt x="341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"/>
            <p:cNvSpPr/>
            <p:nvPr/>
          </p:nvSpPr>
          <p:spPr>
            <a:xfrm>
              <a:off x="3215750" y="3302625"/>
              <a:ext cx="21725" cy="13275"/>
            </a:xfrm>
            <a:custGeom>
              <a:avLst/>
              <a:gdLst/>
              <a:ahLst/>
              <a:cxnLst/>
              <a:rect l="l" t="t" r="r" b="b"/>
              <a:pathLst>
                <a:path w="869" h="531" extrusionOk="0">
                  <a:moveTo>
                    <a:pt x="492" y="0"/>
                  </a:moveTo>
                  <a:cubicBezTo>
                    <a:pt x="253" y="0"/>
                    <a:pt x="0" y="168"/>
                    <a:pt x="169" y="379"/>
                  </a:cubicBezTo>
                  <a:cubicBezTo>
                    <a:pt x="180" y="390"/>
                    <a:pt x="180" y="401"/>
                    <a:pt x="192" y="413"/>
                  </a:cubicBezTo>
                  <a:cubicBezTo>
                    <a:pt x="265" y="490"/>
                    <a:pt x="386" y="530"/>
                    <a:pt x="502" y="530"/>
                  </a:cubicBezTo>
                  <a:cubicBezTo>
                    <a:pt x="691" y="530"/>
                    <a:pt x="868" y="426"/>
                    <a:pt x="812" y="210"/>
                  </a:cubicBezTo>
                  <a:cubicBezTo>
                    <a:pt x="774" y="61"/>
                    <a:pt x="635" y="0"/>
                    <a:pt x="492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"/>
            <p:cNvSpPr/>
            <p:nvPr/>
          </p:nvSpPr>
          <p:spPr>
            <a:xfrm>
              <a:off x="3545525" y="3599700"/>
              <a:ext cx="19250" cy="17750"/>
            </a:xfrm>
            <a:custGeom>
              <a:avLst/>
              <a:gdLst/>
              <a:ahLst/>
              <a:cxnLst/>
              <a:rect l="l" t="t" r="r" b="b"/>
              <a:pathLst>
                <a:path w="770" h="710" extrusionOk="0">
                  <a:moveTo>
                    <a:pt x="427" y="0"/>
                  </a:moveTo>
                  <a:cubicBezTo>
                    <a:pt x="386" y="0"/>
                    <a:pt x="341" y="12"/>
                    <a:pt x="293" y="40"/>
                  </a:cubicBezTo>
                  <a:cubicBezTo>
                    <a:pt x="1" y="204"/>
                    <a:pt x="234" y="709"/>
                    <a:pt x="471" y="709"/>
                  </a:cubicBezTo>
                  <a:cubicBezTo>
                    <a:pt x="527" y="709"/>
                    <a:pt x="583" y="682"/>
                    <a:pt x="632" y="615"/>
                  </a:cubicBezTo>
                  <a:cubicBezTo>
                    <a:pt x="632" y="604"/>
                    <a:pt x="643" y="593"/>
                    <a:pt x="655" y="581"/>
                  </a:cubicBezTo>
                  <a:cubicBezTo>
                    <a:pt x="769" y="380"/>
                    <a:pt x="657" y="0"/>
                    <a:pt x="42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"/>
            <p:cNvSpPr/>
            <p:nvPr/>
          </p:nvSpPr>
          <p:spPr>
            <a:xfrm>
              <a:off x="3361100" y="3613500"/>
              <a:ext cx="18300" cy="17875"/>
            </a:xfrm>
            <a:custGeom>
              <a:avLst/>
              <a:gdLst/>
              <a:ahLst/>
              <a:cxnLst/>
              <a:rect l="l" t="t" r="r" b="b"/>
              <a:pathLst>
                <a:path w="732" h="715" extrusionOk="0">
                  <a:moveTo>
                    <a:pt x="357" y="1"/>
                  </a:moveTo>
                  <a:cubicBezTo>
                    <a:pt x="316" y="1"/>
                    <a:pt x="271" y="16"/>
                    <a:pt x="223" y="52"/>
                  </a:cubicBezTo>
                  <a:lnTo>
                    <a:pt x="189" y="86"/>
                  </a:lnTo>
                  <a:cubicBezTo>
                    <a:pt x="0" y="254"/>
                    <a:pt x="26" y="714"/>
                    <a:pt x="312" y="714"/>
                  </a:cubicBezTo>
                  <a:cubicBezTo>
                    <a:pt x="333" y="714"/>
                    <a:pt x="356" y="712"/>
                    <a:pt x="381" y="706"/>
                  </a:cubicBezTo>
                  <a:cubicBezTo>
                    <a:pt x="732" y="619"/>
                    <a:pt x="620" y="1"/>
                    <a:pt x="357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"/>
            <p:cNvSpPr/>
            <p:nvPr/>
          </p:nvSpPr>
          <p:spPr>
            <a:xfrm>
              <a:off x="3399150" y="3313875"/>
              <a:ext cx="211550" cy="144650"/>
            </a:xfrm>
            <a:custGeom>
              <a:avLst/>
              <a:gdLst/>
              <a:ahLst/>
              <a:cxnLst/>
              <a:rect l="l" t="t" r="r" b="b"/>
              <a:pathLst>
                <a:path w="8462" h="5786" extrusionOk="0">
                  <a:moveTo>
                    <a:pt x="2786" y="0"/>
                  </a:moveTo>
                  <a:cubicBezTo>
                    <a:pt x="523" y="0"/>
                    <a:pt x="1" y="4023"/>
                    <a:pt x="901" y="5029"/>
                  </a:cubicBezTo>
                  <a:lnTo>
                    <a:pt x="4580" y="5785"/>
                  </a:lnTo>
                  <a:cubicBezTo>
                    <a:pt x="8462" y="5503"/>
                    <a:pt x="5629" y="550"/>
                    <a:pt x="3248" y="53"/>
                  </a:cubicBezTo>
                  <a:cubicBezTo>
                    <a:pt x="3087" y="17"/>
                    <a:pt x="2933" y="0"/>
                    <a:pt x="2786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"/>
            <p:cNvSpPr/>
            <p:nvPr/>
          </p:nvSpPr>
          <p:spPr>
            <a:xfrm>
              <a:off x="3409250" y="3309450"/>
              <a:ext cx="156875" cy="152750"/>
            </a:xfrm>
            <a:custGeom>
              <a:avLst/>
              <a:gdLst/>
              <a:ahLst/>
              <a:cxnLst/>
              <a:rect l="l" t="t" r="r" b="b"/>
              <a:pathLst>
                <a:path w="6275" h="6110" extrusionOk="0">
                  <a:moveTo>
                    <a:pt x="2428" y="0"/>
                  </a:moveTo>
                  <a:cubicBezTo>
                    <a:pt x="2195" y="0"/>
                    <a:pt x="1961" y="40"/>
                    <a:pt x="1739" y="117"/>
                  </a:cubicBezTo>
                  <a:cubicBezTo>
                    <a:pt x="1411" y="230"/>
                    <a:pt x="1129" y="433"/>
                    <a:pt x="915" y="693"/>
                  </a:cubicBezTo>
                  <a:cubicBezTo>
                    <a:pt x="700" y="952"/>
                    <a:pt x="520" y="1234"/>
                    <a:pt x="396" y="1539"/>
                  </a:cubicBezTo>
                  <a:cubicBezTo>
                    <a:pt x="136" y="2126"/>
                    <a:pt x="12" y="2769"/>
                    <a:pt x="12" y="3412"/>
                  </a:cubicBezTo>
                  <a:cubicBezTo>
                    <a:pt x="1" y="3728"/>
                    <a:pt x="35" y="4044"/>
                    <a:pt x="102" y="4360"/>
                  </a:cubicBezTo>
                  <a:cubicBezTo>
                    <a:pt x="159" y="4676"/>
                    <a:pt x="294" y="4958"/>
                    <a:pt x="497" y="5206"/>
                  </a:cubicBezTo>
                  <a:cubicBezTo>
                    <a:pt x="328" y="4947"/>
                    <a:pt x="215" y="4642"/>
                    <a:pt x="193" y="4337"/>
                  </a:cubicBezTo>
                  <a:cubicBezTo>
                    <a:pt x="147" y="4022"/>
                    <a:pt x="147" y="3717"/>
                    <a:pt x="170" y="3412"/>
                  </a:cubicBezTo>
                  <a:cubicBezTo>
                    <a:pt x="215" y="2792"/>
                    <a:pt x="373" y="2193"/>
                    <a:pt x="644" y="1641"/>
                  </a:cubicBezTo>
                  <a:cubicBezTo>
                    <a:pt x="904" y="1099"/>
                    <a:pt x="1321" y="614"/>
                    <a:pt x="1851" y="433"/>
                  </a:cubicBezTo>
                  <a:cubicBezTo>
                    <a:pt x="2020" y="384"/>
                    <a:pt x="2197" y="357"/>
                    <a:pt x="2375" y="357"/>
                  </a:cubicBezTo>
                  <a:cubicBezTo>
                    <a:pt x="2483" y="357"/>
                    <a:pt x="2591" y="367"/>
                    <a:pt x="2698" y="388"/>
                  </a:cubicBezTo>
                  <a:cubicBezTo>
                    <a:pt x="2765" y="399"/>
                    <a:pt x="2833" y="411"/>
                    <a:pt x="2912" y="433"/>
                  </a:cubicBezTo>
                  <a:cubicBezTo>
                    <a:pt x="2980" y="456"/>
                    <a:pt x="3048" y="478"/>
                    <a:pt x="3115" y="501"/>
                  </a:cubicBezTo>
                  <a:cubicBezTo>
                    <a:pt x="3251" y="557"/>
                    <a:pt x="3386" y="614"/>
                    <a:pt x="3510" y="693"/>
                  </a:cubicBezTo>
                  <a:cubicBezTo>
                    <a:pt x="4029" y="997"/>
                    <a:pt x="4481" y="1404"/>
                    <a:pt x="4853" y="1889"/>
                  </a:cubicBezTo>
                  <a:cubicBezTo>
                    <a:pt x="5248" y="2351"/>
                    <a:pt x="5541" y="2871"/>
                    <a:pt x="5756" y="3446"/>
                  </a:cubicBezTo>
                  <a:cubicBezTo>
                    <a:pt x="5936" y="3999"/>
                    <a:pt x="5993" y="4642"/>
                    <a:pt x="5688" y="5105"/>
                  </a:cubicBezTo>
                  <a:cubicBezTo>
                    <a:pt x="5530" y="5330"/>
                    <a:pt x="5304" y="5511"/>
                    <a:pt x="5034" y="5624"/>
                  </a:cubicBezTo>
                  <a:cubicBezTo>
                    <a:pt x="4771" y="5722"/>
                    <a:pt x="4487" y="5789"/>
                    <a:pt x="4192" y="5824"/>
                  </a:cubicBezTo>
                  <a:lnTo>
                    <a:pt x="4192" y="5824"/>
                  </a:lnTo>
                  <a:cubicBezTo>
                    <a:pt x="3578" y="5712"/>
                    <a:pt x="2974" y="5600"/>
                    <a:pt x="2359" y="5500"/>
                  </a:cubicBezTo>
                  <a:cubicBezTo>
                    <a:pt x="1739" y="5398"/>
                    <a:pt x="1118" y="5297"/>
                    <a:pt x="497" y="5206"/>
                  </a:cubicBezTo>
                  <a:lnTo>
                    <a:pt x="497" y="5206"/>
                  </a:lnTo>
                  <a:cubicBezTo>
                    <a:pt x="1107" y="5364"/>
                    <a:pt x="1705" y="5545"/>
                    <a:pt x="2314" y="5680"/>
                  </a:cubicBezTo>
                  <a:cubicBezTo>
                    <a:pt x="2935" y="5827"/>
                    <a:pt x="3544" y="5962"/>
                    <a:pt x="4153" y="6109"/>
                  </a:cubicBezTo>
                  <a:lnTo>
                    <a:pt x="4187" y="6109"/>
                  </a:lnTo>
                  <a:cubicBezTo>
                    <a:pt x="4514" y="6087"/>
                    <a:pt x="4842" y="6030"/>
                    <a:pt x="5158" y="5917"/>
                  </a:cubicBezTo>
                  <a:cubicBezTo>
                    <a:pt x="5485" y="5804"/>
                    <a:pt x="5778" y="5590"/>
                    <a:pt x="5981" y="5308"/>
                  </a:cubicBezTo>
                  <a:cubicBezTo>
                    <a:pt x="6173" y="5015"/>
                    <a:pt x="6275" y="4676"/>
                    <a:pt x="6275" y="4326"/>
                  </a:cubicBezTo>
                  <a:cubicBezTo>
                    <a:pt x="6275" y="3988"/>
                    <a:pt x="6218" y="3660"/>
                    <a:pt x="6117" y="3333"/>
                  </a:cubicBezTo>
                  <a:cubicBezTo>
                    <a:pt x="5902" y="2724"/>
                    <a:pt x="5586" y="2137"/>
                    <a:pt x="5180" y="1629"/>
                  </a:cubicBezTo>
                  <a:cubicBezTo>
                    <a:pt x="4763" y="1121"/>
                    <a:pt x="4266" y="693"/>
                    <a:pt x="3702" y="365"/>
                  </a:cubicBezTo>
                  <a:cubicBezTo>
                    <a:pt x="3555" y="286"/>
                    <a:pt x="3397" y="207"/>
                    <a:pt x="3239" y="151"/>
                  </a:cubicBezTo>
                  <a:cubicBezTo>
                    <a:pt x="3160" y="128"/>
                    <a:pt x="3081" y="106"/>
                    <a:pt x="3002" y="83"/>
                  </a:cubicBezTo>
                  <a:cubicBezTo>
                    <a:pt x="2923" y="61"/>
                    <a:pt x="2833" y="38"/>
                    <a:pt x="2754" y="27"/>
                  </a:cubicBezTo>
                  <a:cubicBezTo>
                    <a:pt x="2646" y="9"/>
                    <a:pt x="2537" y="0"/>
                    <a:pt x="242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"/>
            <p:cNvSpPr/>
            <p:nvPr/>
          </p:nvSpPr>
          <p:spPr>
            <a:xfrm>
              <a:off x="3300375" y="3274200"/>
              <a:ext cx="185075" cy="160775"/>
            </a:xfrm>
            <a:custGeom>
              <a:avLst/>
              <a:gdLst/>
              <a:ahLst/>
              <a:cxnLst/>
              <a:rect l="l" t="t" r="r" b="b"/>
              <a:pathLst>
                <a:path w="7403" h="6431" extrusionOk="0">
                  <a:moveTo>
                    <a:pt x="2600" y="1"/>
                  </a:moveTo>
                  <a:cubicBezTo>
                    <a:pt x="1953" y="1"/>
                    <a:pt x="1334" y="216"/>
                    <a:pt x="903" y="771"/>
                  </a:cubicBezTo>
                  <a:cubicBezTo>
                    <a:pt x="0" y="1979"/>
                    <a:pt x="767" y="3694"/>
                    <a:pt x="1580" y="4675"/>
                  </a:cubicBezTo>
                  <a:cubicBezTo>
                    <a:pt x="2273" y="5585"/>
                    <a:pt x="3403" y="6431"/>
                    <a:pt x="4535" y="6431"/>
                  </a:cubicBezTo>
                  <a:cubicBezTo>
                    <a:pt x="5061" y="6431"/>
                    <a:pt x="5588" y="6248"/>
                    <a:pt x="6071" y="5804"/>
                  </a:cubicBezTo>
                  <a:lnTo>
                    <a:pt x="6793" y="5116"/>
                  </a:lnTo>
                  <a:cubicBezTo>
                    <a:pt x="6793" y="5116"/>
                    <a:pt x="7403" y="4066"/>
                    <a:pt x="6895" y="3051"/>
                  </a:cubicBezTo>
                  <a:cubicBezTo>
                    <a:pt x="6410" y="2114"/>
                    <a:pt x="5608" y="1313"/>
                    <a:pt x="4773" y="715"/>
                  </a:cubicBezTo>
                  <a:cubicBezTo>
                    <a:pt x="4189" y="309"/>
                    <a:pt x="3375" y="1"/>
                    <a:pt x="2600" y="1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"/>
            <p:cNvSpPr/>
            <p:nvPr/>
          </p:nvSpPr>
          <p:spPr>
            <a:xfrm>
              <a:off x="3305450" y="3269525"/>
              <a:ext cx="174350" cy="168150"/>
            </a:xfrm>
            <a:custGeom>
              <a:avLst/>
              <a:gdLst/>
              <a:ahLst/>
              <a:cxnLst/>
              <a:rect l="l" t="t" r="r" b="b"/>
              <a:pathLst>
                <a:path w="6974" h="6726" extrusionOk="0">
                  <a:moveTo>
                    <a:pt x="2380" y="1"/>
                  </a:moveTo>
                  <a:cubicBezTo>
                    <a:pt x="2198" y="1"/>
                    <a:pt x="2014" y="18"/>
                    <a:pt x="1828" y="55"/>
                  </a:cubicBezTo>
                  <a:cubicBezTo>
                    <a:pt x="1140" y="180"/>
                    <a:pt x="564" y="642"/>
                    <a:pt x="282" y="1285"/>
                  </a:cubicBezTo>
                  <a:cubicBezTo>
                    <a:pt x="0" y="1929"/>
                    <a:pt x="68" y="2651"/>
                    <a:pt x="271" y="3260"/>
                  </a:cubicBezTo>
                  <a:cubicBezTo>
                    <a:pt x="474" y="3847"/>
                    <a:pt x="779" y="4411"/>
                    <a:pt x="1162" y="4896"/>
                  </a:cubicBezTo>
                  <a:cubicBezTo>
                    <a:pt x="1264" y="5020"/>
                    <a:pt x="1343" y="5133"/>
                    <a:pt x="1445" y="5235"/>
                  </a:cubicBezTo>
                  <a:cubicBezTo>
                    <a:pt x="1557" y="5348"/>
                    <a:pt x="1648" y="5461"/>
                    <a:pt x="1761" y="5562"/>
                  </a:cubicBezTo>
                  <a:cubicBezTo>
                    <a:pt x="1975" y="5754"/>
                    <a:pt x="2201" y="5934"/>
                    <a:pt x="2438" y="6092"/>
                  </a:cubicBezTo>
                  <a:cubicBezTo>
                    <a:pt x="2866" y="6386"/>
                    <a:pt x="3363" y="6589"/>
                    <a:pt x="3882" y="6691"/>
                  </a:cubicBezTo>
                  <a:cubicBezTo>
                    <a:pt x="4010" y="6714"/>
                    <a:pt x="4140" y="6725"/>
                    <a:pt x="4269" y="6725"/>
                  </a:cubicBezTo>
                  <a:cubicBezTo>
                    <a:pt x="4582" y="6725"/>
                    <a:pt x="4895" y="6657"/>
                    <a:pt x="5191" y="6521"/>
                  </a:cubicBezTo>
                  <a:cubicBezTo>
                    <a:pt x="5496" y="6375"/>
                    <a:pt x="5766" y="6171"/>
                    <a:pt x="6003" y="5923"/>
                  </a:cubicBezTo>
                  <a:lnTo>
                    <a:pt x="6590" y="5303"/>
                  </a:lnTo>
                  <a:lnTo>
                    <a:pt x="5947" y="5867"/>
                  </a:lnTo>
                  <a:cubicBezTo>
                    <a:pt x="5710" y="6092"/>
                    <a:pt x="5439" y="6262"/>
                    <a:pt x="5135" y="6386"/>
                  </a:cubicBezTo>
                  <a:cubicBezTo>
                    <a:pt x="4904" y="6467"/>
                    <a:pt x="4658" y="6508"/>
                    <a:pt x="4412" y="6508"/>
                  </a:cubicBezTo>
                  <a:cubicBezTo>
                    <a:pt x="4248" y="6508"/>
                    <a:pt x="4085" y="6490"/>
                    <a:pt x="3927" y="6454"/>
                  </a:cubicBezTo>
                  <a:cubicBezTo>
                    <a:pt x="3442" y="6352"/>
                    <a:pt x="3002" y="6138"/>
                    <a:pt x="2607" y="5844"/>
                  </a:cubicBezTo>
                  <a:cubicBezTo>
                    <a:pt x="2392" y="5686"/>
                    <a:pt x="2189" y="5506"/>
                    <a:pt x="2009" y="5314"/>
                  </a:cubicBezTo>
                  <a:cubicBezTo>
                    <a:pt x="1896" y="5224"/>
                    <a:pt x="1817" y="5122"/>
                    <a:pt x="1727" y="5009"/>
                  </a:cubicBezTo>
                  <a:cubicBezTo>
                    <a:pt x="1636" y="4908"/>
                    <a:pt x="1535" y="4783"/>
                    <a:pt x="1445" y="4682"/>
                  </a:cubicBezTo>
                  <a:cubicBezTo>
                    <a:pt x="1095" y="4219"/>
                    <a:pt x="813" y="3700"/>
                    <a:pt x="643" y="3136"/>
                  </a:cubicBezTo>
                  <a:cubicBezTo>
                    <a:pt x="463" y="2572"/>
                    <a:pt x="429" y="1962"/>
                    <a:pt x="655" y="1443"/>
                  </a:cubicBezTo>
                  <a:cubicBezTo>
                    <a:pt x="880" y="924"/>
                    <a:pt x="1343" y="541"/>
                    <a:pt x="1907" y="428"/>
                  </a:cubicBezTo>
                  <a:cubicBezTo>
                    <a:pt x="2069" y="392"/>
                    <a:pt x="2235" y="375"/>
                    <a:pt x="2401" y="375"/>
                  </a:cubicBezTo>
                  <a:cubicBezTo>
                    <a:pt x="2804" y="375"/>
                    <a:pt x="3213" y="469"/>
                    <a:pt x="3589" y="597"/>
                  </a:cubicBezTo>
                  <a:cubicBezTo>
                    <a:pt x="3848" y="687"/>
                    <a:pt x="4096" y="811"/>
                    <a:pt x="4333" y="947"/>
                  </a:cubicBezTo>
                  <a:cubicBezTo>
                    <a:pt x="4570" y="1094"/>
                    <a:pt x="4785" y="1263"/>
                    <a:pt x="4988" y="1421"/>
                  </a:cubicBezTo>
                  <a:cubicBezTo>
                    <a:pt x="5202" y="1579"/>
                    <a:pt x="5383" y="1771"/>
                    <a:pt x="5575" y="1940"/>
                  </a:cubicBezTo>
                  <a:cubicBezTo>
                    <a:pt x="5733" y="2109"/>
                    <a:pt x="5891" y="2278"/>
                    <a:pt x="6049" y="2470"/>
                  </a:cubicBezTo>
                  <a:cubicBezTo>
                    <a:pt x="6195" y="2640"/>
                    <a:pt x="6319" y="2820"/>
                    <a:pt x="6432" y="3012"/>
                  </a:cubicBezTo>
                  <a:cubicBezTo>
                    <a:pt x="6489" y="3102"/>
                    <a:pt x="6568" y="3192"/>
                    <a:pt x="6601" y="3271"/>
                  </a:cubicBezTo>
                  <a:cubicBezTo>
                    <a:pt x="6647" y="3362"/>
                    <a:pt x="6680" y="3452"/>
                    <a:pt x="6714" y="3531"/>
                  </a:cubicBezTo>
                  <a:cubicBezTo>
                    <a:pt x="6827" y="3836"/>
                    <a:pt x="6861" y="4152"/>
                    <a:pt x="6816" y="4479"/>
                  </a:cubicBezTo>
                  <a:cubicBezTo>
                    <a:pt x="6793" y="4682"/>
                    <a:pt x="6748" y="4885"/>
                    <a:pt x="6680" y="5088"/>
                  </a:cubicBezTo>
                  <a:cubicBezTo>
                    <a:pt x="6624" y="5224"/>
                    <a:pt x="6590" y="5303"/>
                    <a:pt x="6590" y="5303"/>
                  </a:cubicBezTo>
                  <a:cubicBezTo>
                    <a:pt x="6624" y="5235"/>
                    <a:pt x="6669" y="5167"/>
                    <a:pt x="6703" y="5099"/>
                  </a:cubicBezTo>
                  <a:cubicBezTo>
                    <a:pt x="6793" y="4908"/>
                    <a:pt x="6861" y="4705"/>
                    <a:pt x="6895" y="4490"/>
                  </a:cubicBezTo>
                  <a:cubicBezTo>
                    <a:pt x="6974" y="4163"/>
                    <a:pt x="6963" y="3813"/>
                    <a:pt x="6861" y="3486"/>
                  </a:cubicBezTo>
                  <a:cubicBezTo>
                    <a:pt x="6827" y="3396"/>
                    <a:pt x="6805" y="3283"/>
                    <a:pt x="6759" y="3192"/>
                  </a:cubicBezTo>
                  <a:cubicBezTo>
                    <a:pt x="6703" y="3102"/>
                    <a:pt x="6658" y="3012"/>
                    <a:pt x="6601" y="2922"/>
                  </a:cubicBezTo>
                  <a:cubicBezTo>
                    <a:pt x="6500" y="2718"/>
                    <a:pt x="6376" y="2527"/>
                    <a:pt x="6240" y="2346"/>
                  </a:cubicBezTo>
                  <a:cubicBezTo>
                    <a:pt x="6082" y="2154"/>
                    <a:pt x="5947" y="1951"/>
                    <a:pt x="5766" y="1759"/>
                  </a:cubicBezTo>
                  <a:cubicBezTo>
                    <a:pt x="5575" y="1579"/>
                    <a:pt x="5405" y="1364"/>
                    <a:pt x="5191" y="1195"/>
                  </a:cubicBezTo>
                  <a:cubicBezTo>
                    <a:pt x="4965" y="1026"/>
                    <a:pt x="4762" y="834"/>
                    <a:pt x="4525" y="665"/>
                  </a:cubicBezTo>
                  <a:cubicBezTo>
                    <a:pt x="4266" y="507"/>
                    <a:pt x="3995" y="371"/>
                    <a:pt x="3713" y="259"/>
                  </a:cubicBezTo>
                  <a:cubicBezTo>
                    <a:pt x="3298" y="112"/>
                    <a:pt x="2848" y="1"/>
                    <a:pt x="238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"/>
            <p:cNvSpPr/>
            <p:nvPr/>
          </p:nvSpPr>
          <p:spPr>
            <a:xfrm>
              <a:off x="3422225" y="3400200"/>
              <a:ext cx="160825" cy="194475"/>
            </a:xfrm>
            <a:custGeom>
              <a:avLst/>
              <a:gdLst/>
              <a:ahLst/>
              <a:cxnLst/>
              <a:rect l="l" t="t" r="r" b="b"/>
              <a:pathLst>
                <a:path w="6433" h="7779" extrusionOk="0">
                  <a:moveTo>
                    <a:pt x="2694" y="0"/>
                  </a:moveTo>
                  <a:cubicBezTo>
                    <a:pt x="2022" y="0"/>
                    <a:pt x="1388" y="292"/>
                    <a:pt x="937" y="1012"/>
                  </a:cubicBezTo>
                  <a:cubicBezTo>
                    <a:pt x="1" y="2524"/>
                    <a:pt x="825" y="5785"/>
                    <a:pt x="1953" y="6891"/>
                  </a:cubicBezTo>
                  <a:lnTo>
                    <a:pt x="2811" y="7523"/>
                  </a:lnTo>
                  <a:cubicBezTo>
                    <a:pt x="2898" y="7705"/>
                    <a:pt x="3075" y="7779"/>
                    <a:pt x="3300" y="7779"/>
                  </a:cubicBezTo>
                  <a:cubicBezTo>
                    <a:pt x="4066" y="7779"/>
                    <a:pt x="5393" y="6927"/>
                    <a:pt x="5654" y="6587"/>
                  </a:cubicBezTo>
                  <a:cubicBezTo>
                    <a:pt x="6376" y="5582"/>
                    <a:pt x="6433" y="3630"/>
                    <a:pt x="6072" y="2536"/>
                  </a:cubicBezTo>
                  <a:cubicBezTo>
                    <a:pt x="5624" y="1237"/>
                    <a:pt x="4077" y="0"/>
                    <a:pt x="2694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"/>
            <p:cNvSpPr/>
            <p:nvPr/>
          </p:nvSpPr>
          <p:spPr>
            <a:xfrm>
              <a:off x="3430975" y="3395025"/>
              <a:ext cx="152925" cy="200125"/>
            </a:xfrm>
            <a:custGeom>
              <a:avLst/>
              <a:gdLst/>
              <a:ahLst/>
              <a:cxnLst/>
              <a:rect l="l" t="t" r="r" b="b"/>
              <a:pathLst>
                <a:path w="6117" h="8005" extrusionOk="0">
                  <a:moveTo>
                    <a:pt x="2378" y="0"/>
                  </a:moveTo>
                  <a:cubicBezTo>
                    <a:pt x="1614" y="0"/>
                    <a:pt x="894" y="394"/>
                    <a:pt x="486" y="1061"/>
                  </a:cubicBezTo>
                  <a:cubicBezTo>
                    <a:pt x="249" y="1445"/>
                    <a:pt x="91" y="1874"/>
                    <a:pt x="57" y="2325"/>
                  </a:cubicBezTo>
                  <a:cubicBezTo>
                    <a:pt x="1" y="2765"/>
                    <a:pt x="12" y="3194"/>
                    <a:pt x="68" y="3634"/>
                  </a:cubicBezTo>
                  <a:cubicBezTo>
                    <a:pt x="125" y="4063"/>
                    <a:pt x="215" y="4492"/>
                    <a:pt x="339" y="4898"/>
                  </a:cubicBezTo>
                  <a:cubicBezTo>
                    <a:pt x="463" y="5315"/>
                    <a:pt x="621" y="5710"/>
                    <a:pt x="824" y="6094"/>
                  </a:cubicBezTo>
                  <a:cubicBezTo>
                    <a:pt x="1016" y="6478"/>
                    <a:pt x="1265" y="6827"/>
                    <a:pt x="1580" y="7132"/>
                  </a:cubicBezTo>
                  <a:lnTo>
                    <a:pt x="2461" y="7730"/>
                  </a:lnTo>
                  <a:lnTo>
                    <a:pt x="1637" y="7064"/>
                  </a:lnTo>
                  <a:cubicBezTo>
                    <a:pt x="1355" y="6748"/>
                    <a:pt x="1140" y="6399"/>
                    <a:pt x="982" y="6015"/>
                  </a:cubicBezTo>
                  <a:cubicBezTo>
                    <a:pt x="813" y="5631"/>
                    <a:pt x="678" y="5236"/>
                    <a:pt x="576" y="4830"/>
                  </a:cubicBezTo>
                  <a:cubicBezTo>
                    <a:pt x="350" y="4029"/>
                    <a:pt x="294" y="3194"/>
                    <a:pt x="396" y="2381"/>
                  </a:cubicBezTo>
                  <a:cubicBezTo>
                    <a:pt x="441" y="1986"/>
                    <a:pt x="576" y="1603"/>
                    <a:pt x="791" y="1264"/>
                  </a:cubicBezTo>
                  <a:cubicBezTo>
                    <a:pt x="994" y="948"/>
                    <a:pt x="1298" y="689"/>
                    <a:pt x="1648" y="542"/>
                  </a:cubicBezTo>
                  <a:cubicBezTo>
                    <a:pt x="1868" y="453"/>
                    <a:pt x="2100" y="410"/>
                    <a:pt x="2334" y="410"/>
                  </a:cubicBezTo>
                  <a:cubicBezTo>
                    <a:pt x="2485" y="410"/>
                    <a:pt x="2637" y="428"/>
                    <a:pt x="2788" y="463"/>
                  </a:cubicBezTo>
                  <a:cubicBezTo>
                    <a:pt x="3172" y="542"/>
                    <a:pt x="3555" y="689"/>
                    <a:pt x="3882" y="903"/>
                  </a:cubicBezTo>
                  <a:cubicBezTo>
                    <a:pt x="4232" y="1106"/>
                    <a:pt x="4548" y="1366"/>
                    <a:pt x="4819" y="1671"/>
                  </a:cubicBezTo>
                  <a:cubicBezTo>
                    <a:pt x="4954" y="1817"/>
                    <a:pt x="5090" y="1975"/>
                    <a:pt x="5203" y="2144"/>
                  </a:cubicBezTo>
                  <a:cubicBezTo>
                    <a:pt x="5316" y="2314"/>
                    <a:pt x="5406" y="2483"/>
                    <a:pt x="5485" y="2675"/>
                  </a:cubicBezTo>
                  <a:lnTo>
                    <a:pt x="5553" y="2810"/>
                  </a:lnTo>
                  <a:lnTo>
                    <a:pt x="5586" y="2946"/>
                  </a:lnTo>
                  <a:lnTo>
                    <a:pt x="5665" y="3239"/>
                  </a:lnTo>
                  <a:cubicBezTo>
                    <a:pt x="5688" y="3442"/>
                    <a:pt x="5744" y="3634"/>
                    <a:pt x="5744" y="3848"/>
                  </a:cubicBezTo>
                  <a:cubicBezTo>
                    <a:pt x="5767" y="4051"/>
                    <a:pt x="5778" y="4255"/>
                    <a:pt x="5767" y="4458"/>
                  </a:cubicBezTo>
                  <a:cubicBezTo>
                    <a:pt x="5778" y="4661"/>
                    <a:pt x="5767" y="4875"/>
                    <a:pt x="5733" y="5078"/>
                  </a:cubicBezTo>
                  <a:cubicBezTo>
                    <a:pt x="5699" y="5485"/>
                    <a:pt x="5598" y="5880"/>
                    <a:pt x="5451" y="6263"/>
                  </a:cubicBezTo>
                  <a:cubicBezTo>
                    <a:pt x="5417" y="6353"/>
                    <a:pt x="5372" y="6455"/>
                    <a:pt x="5316" y="6545"/>
                  </a:cubicBezTo>
                  <a:lnTo>
                    <a:pt x="5237" y="6681"/>
                  </a:lnTo>
                  <a:cubicBezTo>
                    <a:pt x="5226" y="6701"/>
                    <a:pt x="5207" y="6739"/>
                    <a:pt x="5203" y="6739"/>
                  </a:cubicBezTo>
                  <a:cubicBezTo>
                    <a:pt x="5203" y="6739"/>
                    <a:pt x="5203" y="6738"/>
                    <a:pt x="5203" y="6737"/>
                  </a:cubicBezTo>
                  <a:lnTo>
                    <a:pt x="5158" y="6794"/>
                  </a:lnTo>
                  <a:cubicBezTo>
                    <a:pt x="5011" y="6929"/>
                    <a:pt x="4853" y="7064"/>
                    <a:pt x="4695" y="7177"/>
                  </a:cubicBezTo>
                  <a:cubicBezTo>
                    <a:pt x="4356" y="7425"/>
                    <a:pt x="3984" y="7629"/>
                    <a:pt x="3600" y="7787"/>
                  </a:cubicBezTo>
                  <a:cubicBezTo>
                    <a:pt x="3409" y="7866"/>
                    <a:pt x="3205" y="7922"/>
                    <a:pt x="3002" y="7956"/>
                  </a:cubicBezTo>
                  <a:cubicBezTo>
                    <a:pt x="2965" y="7964"/>
                    <a:pt x="2929" y="7967"/>
                    <a:pt x="2892" y="7967"/>
                  </a:cubicBezTo>
                  <a:cubicBezTo>
                    <a:pt x="2717" y="7967"/>
                    <a:pt x="2554" y="7880"/>
                    <a:pt x="2461" y="7730"/>
                  </a:cubicBezTo>
                  <a:lnTo>
                    <a:pt x="2461" y="7730"/>
                  </a:lnTo>
                  <a:cubicBezTo>
                    <a:pt x="2532" y="7913"/>
                    <a:pt x="2749" y="8004"/>
                    <a:pt x="2940" y="8004"/>
                  </a:cubicBezTo>
                  <a:cubicBezTo>
                    <a:pt x="2961" y="8004"/>
                    <a:pt x="2982" y="8003"/>
                    <a:pt x="3002" y="8001"/>
                  </a:cubicBezTo>
                  <a:cubicBezTo>
                    <a:pt x="3217" y="7990"/>
                    <a:pt x="3431" y="7956"/>
                    <a:pt x="3634" y="7877"/>
                  </a:cubicBezTo>
                  <a:cubicBezTo>
                    <a:pt x="4040" y="7741"/>
                    <a:pt x="4435" y="7561"/>
                    <a:pt x="4796" y="7335"/>
                  </a:cubicBezTo>
                  <a:cubicBezTo>
                    <a:pt x="4988" y="7222"/>
                    <a:pt x="5158" y="7087"/>
                    <a:pt x="5327" y="6940"/>
                  </a:cubicBezTo>
                  <a:lnTo>
                    <a:pt x="5383" y="6873"/>
                  </a:lnTo>
                  <a:cubicBezTo>
                    <a:pt x="5406" y="6850"/>
                    <a:pt x="5428" y="6816"/>
                    <a:pt x="5440" y="6794"/>
                  </a:cubicBezTo>
                  <a:lnTo>
                    <a:pt x="5519" y="6658"/>
                  </a:lnTo>
                  <a:cubicBezTo>
                    <a:pt x="5575" y="6568"/>
                    <a:pt x="5631" y="6478"/>
                    <a:pt x="5677" y="6376"/>
                  </a:cubicBezTo>
                  <a:cubicBezTo>
                    <a:pt x="5857" y="5970"/>
                    <a:pt x="5981" y="5541"/>
                    <a:pt x="6038" y="5101"/>
                  </a:cubicBezTo>
                  <a:cubicBezTo>
                    <a:pt x="6072" y="4886"/>
                    <a:pt x="6094" y="4672"/>
                    <a:pt x="6094" y="4458"/>
                  </a:cubicBezTo>
                  <a:cubicBezTo>
                    <a:pt x="6117" y="4243"/>
                    <a:pt x="6117" y="4018"/>
                    <a:pt x="6094" y="3803"/>
                  </a:cubicBezTo>
                  <a:cubicBezTo>
                    <a:pt x="6094" y="3589"/>
                    <a:pt x="6049" y="3374"/>
                    <a:pt x="6015" y="3160"/>
                  </a:cubicBezTo>
                  <a:lnTo>
                    <a:pt x="5936" y="2833"/>
                  </a:lnTo>
                  <a:cubicBezTo>
                    <a:pt x="5925" y="2776"/>
                    <a:pt x="5914" y="2743"/>
                    <a:pt x="5891" y="2652"/>
                  </a:cubicBezTo>
                  <a:lnTo>
                    <a:pt x="5835" y="2517"/>
                  </a:lnTo>
                  <a:cubicBezTo>
                    <a:pt x="5744" y="2314"/>
                    <a:pt x="5643" y="2111"/>
                    <a:pt x="5530" y="1919"/>
                  </a:cubicBezTo>
                  <a:cubicBezTo>
                    <a:pt x="5406" y="1738"/>
                    <a:pt x="5270" y="1569"/>
                    <a:pt x="5124" y="1400"/>
                  </a:cubicBezTo>
                  <a:cubicBezTo>
                    <a:pt x="4830" y="1061"/>
                    <a:pt x="4492" y="779"/>
                    <a:pt x="4108" y="553"/>
                  </a:cubicBezTo>
                  <a:cubicBezTo>
                    <a:pt x="3736" y="305"/>
                    <a:pt x="3318" y="136"/>
                    <a:pt x="2878" y="57"/>
                  </a:cubicBezTo>
                  <a:cubicBezTo>
                    <a:pt x="2711" y="19"/>
                    <a:pt x="2544" y="0"/>
                    <a:pt x="237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"/>
            <p:cNvSpPr/>
            <p:nvPr/>
          </p:nvSpPr>
          <p:spPr>
            <a:xfrm>
              <a:off x="3220350" y="3293150"/>
              <a:ext cx="261725" cy="205025"/>
            </a:xfrm>
            <a:custGeom>
              <a:avLst/>
              <a:gdLst/>
              <a:ahLst/>
              <a:cxnLst/>
              <a:rect l="l" t="t" r="r" b="b"/>
              <a:pathLst>
                <a:path w="10469" h="8201" extrusionOk="0">
                  <a:moveTo>
                    <a:pt x="3824" y="0"/>
                  </a:moveTo>
                  <a:cubicBezTo>
                    <a:pt x="3768" y="0"/>
                    <a:pt x="3711" y="1"/>
                    <a:pt x="3652" y="2"/>
                  </a:cubicBezTo>
                  <a:cubicBezTo>
                    <a:pt x="2411" y="58"/>
                    <a:pt x="1452" y="848"/>
                    <a:pt x="877" y="2067"/>
                  </a:cubicBezTo>
                  <a:cubicBezTo>
                    <a:pt x="0" y="3994"/>
                    <a:pt x="1356" y="8200"/>
                    <a:pt x="3764" y="8200"/>
                  </a:cubicBezTo>
                  <a:cubicBezTo>
                    <a:pt x="3992" y="8200"/>
                    <a:pt x="4230" y="8162"/>
                    <a:pt x="4476" y="8081"/>
                  </a:cubicBezTo>
                  <a:lnTo>
                    <a:pt x="4973" y="7517"/>
                  </a:lnTo>
                  <a:cubicBezTo>
                    <a:pt x="5864" y="7088"/>
                    <a:pt x="10468" y="5114"/>
                    <a:pt x="10175" y="4177"/>
                  </a:cubicBezTo>
                  <a:cubicBezTo>
                    <a:pt x="9780" y="2879"/>
                    <a:pt x="8505" y="1559"/>
                    <a:pt x="7184" y="882"/>
                  </a:cubicBezTo>
                  <a:cubicBezTo>
                    <a:pt x="5973" y="255"/>
                    <a:pt x="5134" y="0"/>
                    <a:pt x="3824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"/>
            <p:cNvSpPr/>
            <p:nvPr/>
          </p:nvSpPr>
          <p:spPr>
            <a:xfrm>
              <a:off x="3230400" y="3288100"/>
              <a:ext cx="248550" cy="211000"/>
            </a:xfrm>
            <a:custGeom>
              <a:avLst/>
              <a:gdLst/>
              <a:ahLst/>
              <a:cxnLst/>
              <a:rect l="l" t="t" r="r" b="b"/>
              <a:pathLst>
                <a:path w="9942" h="8440" extrusionOk="0">
                  <a:moveTo>
                    <a:pt x="3284" y="1"/>
                  </a:moveTo>
                  <a:cubicBezTo>
                    <a:pt x="3104" y="1"/>
                    <a:pt x="2991" y="23"/>
                    <a:pt x="2856" y="46"/>
                  </a:cubicBezTo>
                  <a:cubicBezTo>
                    <a:pt x="2269" y="147"/>
                    <a:pt x="1716" y="418"/>
                    <a:pt x="1287" y="836"/>
                  </a:cubicBezTo>
                  <a:cubicBezTo>
                    <a:pt x="858" y="1231"/>
                    <a:pt x="520" y="1716"/>
                    <a:pt x="283" y="2258"/>
                  </a:cubicBezTo>
                  <a:cubicBezTo>
                    <a:pt x="80" y="2799"/>
                    <a:pt x="1" y="3386"/>
                    <a:pt x="46" y="3962"/>
                  </a:cubicBezTo>
                  <a:cubicBezTo>
                    <a:pt x="125" y="5101"/>
                    <a:pt x="497" y="6196"/>
                    <a:pt x="1152" y="7144"/>
                  </a:cubicBezTo>
                  <a:cubicBezTo>
                    <a:pt x="1468" y="7618"/>
                    <a:pt x="1908" y="8001"/>
                    <a:pt x="2427" y="8249"/>
                  </a:cubicBezTo>
                  <a:cubicBezTo>
                    <a:pt x="2707" y="8377"/>
                    <a:pt x="3010" y="8439"/>
                    <a:pt x="3315" y="8439"/>
                  </a:cubicBezTo>
                  <a:cubicBezTo>
                    <a:pt x="3575" y="8439"/>
                    <a:pt x="3836" y="8394"/>
                    <a:pt x="4085" y="8306"/>
                  </a:cubicBezTo>
                  <a:lnTo>
                    <a:pt x="4097" y="8306"/>
                  </a:lnTo>
                  <a:lnTo>
                    <a:pt x="4571" y="7719"/>
                  </a:lnTo>
                  <a:lnTo>
                    <a:pt x="4062" y="8261"/>
                  </a:lnTo>
                  <a:lnTo>
                    <a:pt x="4062" y="8261"/>
                  </a:lnTo>
                  <a:cubicBezTo>
                    <a:pt x="3860" y="8322"/>
                    <a:pt x="3652" y="8353"/>
                    <a:pt x="3444" y="8353"/>
                  </a:cubicBezTo>
                  <a:cubicBezTo>
                    <a:pt x="3117" y="8353"/>
                    <a:pt x="2791" y="8277"/>
                    <a:pt x="2494" y="8125"/>
                  </a:cubicBezTo>
                  <a:cubicBezTo>
                    <a:pt x="2020" y="7855"/>
                    <a:pt x="1614" y="7482"/>
                    <a:pt x="1332" y="7020"/>
                  </a:cubicBezTo>
                  <a:cubicBezTo>
                    <a:pt x="745" y="6094"/>
                    <a:pt x="418" y="5033"/>
                    <a:pt x="384" y="3950"/>
                  </a:cubicBezTo>
                  <a:cubicBezTo>
                    <a:pt x="373" y="3420"/>
                    <a:pt x="407" y="2878"/>
                    <a:pt x="621" y="2393"/>
                  </a:cubicBezTo>
                  <a:cubicBezTo>
                    <a:pt x="836" y="1919"/>
                    <a:pt x="1152" y="1479"/>
                    <a:pt x="1535" y="1129"/>
                  </a:cubicBezTo>
                  <a:cubicBezTo>
                    <a:pt x="1908" y="779"/>
                    <a:pt x="2382" y="542"/>
                    <a:pt x="2889" y="452"/>
                  </a:cubicBezTo>
                  <a:cubicBezTo>
                    <a:pt x="3025" y="441"/>
                    <a:pt x="3194" y="407"/>
                    <a:pt x="3284" y="407"/>
                  </a:cubicBezTo>
                  <a:lnTo>
                    <a:pt x="3691" y="430"/>
                  </a:lnTo>
                  <a:cubicBezTo>
                    <a:pt x="3961" y="430"/>
                    <a:pt x="4232" y="452"/>
                    <a:pt x="4492" y="497"/>
                  </a:cubicBezTo>
                  <a:cubicBezTo>
                    <a:pt x="4763" y="531"/>
                    <a:pt x="5022" y="588"/>
                    <a:pt x="5270" y="667"/>
                  </a:cubicBezTo>
                  <a:cubicBezTo>
                    <a:pt x="5530" y="746"/>
                    <a:pt x="5789" y="836"/>
                    <a:pt x="6026" y="949"/>
                  </a:cubicBezTo>
                  <a:cubicBezTo>
                    <a:pt x="6534" y="1152"/>
                    <a:pt x="7008" y="1411"/>
                    <a:pt x="7459" y="1727"/>
                  </a:cubicBezTo>
                  <a:cubicBezTo>
                    <a:pt x="7674" y="1885"/>
                    <a:pt x="7888" y="2054"/>
                    <a:pt x="8091" y="2235"/>
                  </a:cubicBezTo>
                  <a:cubicBezTo>
                    <a:pt x="8283" y="2416"/>
                    <a:pt x="8475" y="2607"/>
                    <a:pt x="8656" y="2811"/>
                  </a:cubicBezTo>
                  <a:cubicBezTo>
                    <a:pt x="8825" y="3014"/>
                    <a:pt x="8994" y="3228"/>
                    <a:pt x="9141" y="3454"/>
                  </a:cubicBezTo>
                  <a:cubicBezTo>
                    <a:pt x="9220" y="3567"/>
                    <a:pt x="9276" y="3679"/>
                    <a:pt x="9344" y="3792"/>
                  </a:cubicBezTo>
                  <a:lnTo>
                    <a:pt x="9434" y="3962"/>
                  </a:lnTo>
                  <a:lnTo>
                    <a:pt x="9524" y="4153"/>
                  </a:lnTo>
                  <a:cubicBezTo>
                    <a:pt x="9570" y="4266"/>
                    <a:pt x="9615" y="4368"/>
                    <a:pt x="9637" y="4481"/>
                  </a:cubicBezTo>
                  <a:cubicBezTo>
                    <a:pt x="9615" y="4593"/>
                    <a:pt x="9570" y="4684"/>
                    <a:pt x="9491" y="4763"/>
                  </a:cubicBezTo>
                  <a:cubicBezTo>
                    <a:pt x="9321" y="4966"/>
                    <a:pt x="9130" y="5146"/>
                    <a:pt x="8904" y="5304"/>
                  </a:cubicBezTo>
                  <a:cubicBezTo>
                    <a:pt x="8464" y="5620"/>
                    <a:pt x="8001" y="5914"/>
                    <a:pt x="7516" y="6184"/>
                  </a:cubicBezTo>
                  <a:cubicBezTo>
                    <a:pt x="6557" y="6726"/>
                    <a:pt x="5552" y="7211"/>
                    <a:pt x="4571" y="7719"/>
                  </a:cubicBezTo>
                  <a:cubicBezTo>
                    <a:pt x="5598" y="7290"/>
                    <a:pt x="6613" y="6850"/>
                    <a:pt x="7617" y="6354"/>
                  </a:cubicBezTo>
                  <a:cubicBezTo>
                    <a:pt x="8114" y="6105"/>
                    <a:pt x="8599" y="5823"/>
                    <a:pt x="9062" y="5507"/>
                  </a:cubicBezTo>
                  <a:cubicBezTo>
                    <a:pt x="9299" y="5349"/>
                    <a:pt x="9524" y="5158"/>
                    <a:pt x="9716" y="4943"/>
                  </a:cubicBezTo>
                  <a:cubicBezTo>
                    <a:pt x="9840" y="4819"/>
                    <a:pt x="9908" y="4661"/>
                    <a:pt x="9942" y="4503"/>
                  </a:cubicBezTo>
                  <a:cubicBezTo>
                    <a:pt x="9942" y="4402"/>
                    <a:pt x="9919" y="4311"/>
                    <a:pt x="9886" y="4232"/>
                  </a:cubicBezTo>
                  <a:lnTo>
                    <a:pt x="9818" y="4040"/>
                  </a:lnTo>
                  <a:cubicBezTo>
                    <a:pt x="9773" y="3905"/>
                    <a:pt x="9705" y="3770"/>
                    <a:pt x="9637" y="3646"/>
                  </a:cubicBezTo>
                  <a:cubicBezTo>
                    <a:pt x="9570" y="3521"/>
                    <a:pt x="9513" y="3386"/>
                    <a:pt x="9434" y="3262"/>
                  </a:cubicBezTo>
                  <a:cubicBezTo>
                    <a:pt x="9276" y="3025"/>
                    <a:pt x="9107" y="2788"/>
                    <a:pt x="8926" y="2574"/>
                  </a:cubicBezTo>
                  <a:cubicBezTo>
                    <a:pt x="8565" y="2133"/>
                    <a:pt x="8148" y="1750"/>
                    <a:pt x="7685" y="1423"/>
                  </a:cubicBezTo>
                  <a:cubicBezTo>
                    <a:pt x="7222" y="1084"/>
                    <a:pt x="6715" y="802"/>
                    <a:pt x="6196" y="576"/>
                  </a:cubicBezTo>
                  <a:cubicBezTo>
                    <a:pt x="5936" y="463"/>
                    <a:pt x="5665" y="362"/>
                    <a:pt x="5394" y="283"/>
                  </a:cubicBezTo>
                  <a:cubicBezTo>
                    <a:pt x="5124" y="181"/>
                    <a:pt x="4842" y="125"/>
                    <a:pt x="4559" y="80"/>
                  </a:cubicBezTo>
                  <a:cubicBezTo>
                    <a:pt x="4324" y="33"/>
                    <a:pt x="4089" y="9"/>
                    <a:pt x="3854" y="9"/>
                  </a:cubicBezTo>
                  <a:cubicBezTo>
                    <a:pt x="3807" y="9"/>
                    <a:pt x="3760" y="10"/>
                    <a:pt x="3713" y="12"/>
                  </a:cubicBezTo>
                  <a:lnTo>
                    <a:pt x="3284" y="1"/>
                  </a:ln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"/>
            <p:cNvSpPr/>
            <p:nvPr/>
          </p:nvSpPr>
          <p:spPr>
            <a:xfrm>
              <a:off x="3218825" y="3342000"/>
              <a:ext cx="261550" cy="202025"/>
            </a:xfrm>
            <a:custGeom>
              <a:avLst/>
              <a:gdLst/>
              <a:ahLst/>
              <a:cxnLst/>
              <a:rect l="l" t="t" r="r" b="b"/>
              <a:pathLst>
                <a:path w="10462" h="8081" extrusionOk="0">
                  <a:moveTo>
                    <a:pt x="4819" y="0"/>
                  </a:moveTo>
                  <a:cubicBezTo>
                    <a:pt x="2404" y="11"/>
                    <a:pt x="91" y="903"/>
                    <a:pt x="24" y="3735"/>
                  </a:cubicBezTo>
                  <a:cubicBezTo>
                    <a:pt x="1" y="4807"/>
                    <a:pt x="644" y="5992"/>
                    <a:pt x="1299" y="6804"/>
                  </a:cubicBezTo>
                  <a:cubicBezTo>
                    <a:pt x="1705" y="7290"/>
                    <a:pt x="2213" y="7741"/>
                    <a:pt x="2822" y="7955"/>
                  </a:cubicBezTo>
                  <a:cubicBezTo>
                    <a:pt x="3105" y="8039"/>
                    <a:pt x="3396" y="8081"/>
                    <a:pt x="3688" y="8081"/>
                  </a:cubicBezTo>
                  <a:cubicBezTo>
                    <a:pt x="3989" y="8081"/>
                    <a:pt x="4290" y="8036"/>
                    <a:pt x="4582" y="7944"/>
                  </a:cubicBezTo>
                  <a:cubicBezTo>
                    <a:pt x="5180" y="7775"/>
                    <a:pt x="5745" y="7515"/>
                    <a:pt x="6264" y="7165"/>
                  </a:cubicBezTo>
                  <a:cubicBezTo>
                    <a:pt x="7426" y="6364"/>
                    <a:pt x="8600" y="5405"/>
                    <a:pt x="9389" y="4220"/>
                  </a:cubicBezTo>
                  <a:cubicBezTo>
                    <a:pt x="10270" y="2979"/>
                    <a:pt x="10461" y="2110"/>
                    <a:pt x="9073" y="1298"/>
                  </a:cubicBezTo>
                  <a:cubicBezTo>
                    <a:pt x="7810" y="474"/>
                    <a:pt x="6331" y="23"/>
                    <a:pt x="4819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"/>
            <p:cNvSpPr/>
            <p:nvPr/>
          </p:nvSpPr>
          <p:spPr>
            <a:xfrm>
              <a:off x="3216850" y="3336850"/>
              <a:ext cx="257600" cy="207075"/>
            </a:xfrm>
            <a:custGeom>
              <a:avLst/>
              <a:gdLst/>
              <a:ahLst/>
              <a:cxnLst/>
              <a:rect l="l" t="t" r="r" b="b"/>
              <a:pathLst>
                <a:path w="10304" h="8283" extrusionOk="0">
                  <a:moveTo>
                    <a:pt x="4841" y="1"/>
                  </a:moveTo>
                  <a:cubicBezTo>
                    <a:pt x="4003" y="1"/>
                    <a:pt x="3168" y="138"/>
                    <a:pt x="2382" y="432"/>
                  </a:cubicBezTo>
                  <a:cubicBezTo>
                    <a:pt x="1964" y="590"/>
                    <a:pt x="1569" y="815"/>
                    <a:pt x="1220" y="1097"/>
                  </a:cubicBezTo>
                  <a:cubicBezTo>
                    <a:pt x="881" y="1380"/>
                    <a:pt x="610" y="1729"/>
                    <a:pt x="407" y="2124"/>
                  </a:cubicBezTo>
                  <a:cubicBezTo>
                    <a:pt x="215" y="2497"/>
                    <a:pt x="103" y="2903"/>
                    <a:pt x="46" y="3320"/>
                  </a:cubicBezTo>
                  <a:cubicBezTo>
                    <a:pt x="12" y="3524"/>
                    <a:pt x="12" y="3727"/>
                    <a:pt x="1" y="3919"/>
                  </a:cubicBezTo>
                  <a:cubicBezTo>
                    <a:pt x="12" y="4122"/>
                    <a:pt x="24" y="4313"/>
                    <a:pt x="69" y="4505"/>
                  </a:cubicBezTo>
                  <a:cubicBezTo>
                    <a:pt x="215" y="5216"/>
                    <a:pt x="520" y="5882"/>
                    <a:pt x="938" y="6469"/>
                  </a:cubicBezTo>
                  <a:cubicBezTo>
                    <a:pt x="1276" y="6965"/>
                    <a:pt x="1694" y="7417"/>
                    <a:pt x="2179" y="7778"/>
                  </a:cubicBezTo>
                  <a:cubicBezTo>
                    <a:pt x="2551" y="8060"/>
                    <a:pt x="2991" y="8229"/>
                    <a:pt x="3465" y="8274"/>
                  </a:cubicBezTo>
                  <a:cubicBezTo>
                    <a:pt x="3550" y="8280"/>
                    <a:pt x="3634" y="8283"/>
                    <a:pt x="3719" y="8283"/>
                  </a:cubicBezTo>
                  <a:cubicBezTo>
                    <a:pt x="3804" y="8283"/>
                    <a:pt x="3888" y="8280"/>
                    <a:pt x="3973" y="8274"/>
                  </a:cubicBezTo>
                  <a:cubicBezTo>
                    <a:pt x="4097" y="8263"/>
                    <a:pt x="4233" y="8252"/>
                    <a:pt x="4357" y="8218"/>
                  </a:cubicBezTo>
                  <a:lnTo>
                    <a:pt x="4661" y="8150"/>
                  </a:lnTo>
                  <a:lnTo>
                    <a:pt x="4661" y="8150"/>
                  </a:lnTo>
                  <a:lnTo>
                    <a:pt x="4357" y="8207"/>
                  </a:lnTo>
                  <a:cubicBezTo>
                    <a:pt x="4233" y="8229"/>
                    <a:pt x="4097" y="8252"/>
                    <a:pt x="3973" y="8252"/>
                  </a:cubicBezTo>
                  <a:cubicBezTo>
                    <a:pt x="3888" y="8263"/>
                    <a:pt x="3804" y="8269"/>
                    <a:pt x="3719" y="8269"/>
                  </a:cubicBezTo>
                  <a:cubicBezTo>
                    <a:pt x="3634" y="8269"/>
                    <a:pt x="3550" y="8263"/>
                    <a:pt x="3465" y="8252"/>
                  </a:cubicBezTo>
                  <a:cubicBezTo>
                    <a:pt x="3003" y="8207"/>
                    <a:pt x="2562" y="8026"/>
                    <a:pt x="2201" y="7744"/>
                  </a:cubicBezTo>
                  <a:cubicBezTo>
                    <a:pt x="1727" y="7383"/>
                    <a:pt x="1332" y="6931"/>
                    <a:pt x="1017" y="6424"/>
                  </a:cubicBezTo>
                  <a:cubicBezTo>
                    <a:pt x="633" y="5837"/>
                    <a:pt x="373" y="5182"/>
                    <a:pt x="249" y="4483"/>
                  </a:cubicBezTo>
                  <a:cubicBezTo>
                    <a:pt x="227" y="4302"/>
                    <a:pt x="215" y="4110"/>
                    <a:pt x="215" y="3919"/>
                  </a:cubicBezTo>
                  <a:cubicBezTo>
                    <a:pt x="238" y="3738"/>
                    <a:pt x="249" y="3546"/>
                    <a:pt x="283" y="3354"/>
                  </a:cubicBezTo>
                  <a:cubicBezTo>
                    <a:pt x="351" y="2971"/>
                    <a:pt x="475" y="2598"/>
                    <a:pt x="667" y="2260"/>
                  </a:cubicBezTo>
                  <a:cubicBezTo>
                    <a:pt x="1084" y="1560"/>
                    <a:pt x="1739" y="1030"/>
                    <a:pt x="2517" y="782"/>
                  </a:cubicBezTo>
                  <a:cubicBezTo>
                    <a:pt x="3211" y="537"/>
                    <a:pt x="3939" y="411"/>
                    <a:pt x="4679" y="411"/>
                  </a:cubicBezTo>
                  <a:cubicBezTo>
                    <a:pt x="4793" y="411"/>
                    <a:pt x="4908" y="414"/>
                    <a:pt x="5022" y="420"/>
                  </a:cubicBezTo>
                  <a:cubicBezTo>
                    <a:pt x="5869" y="466"/>
                    <a:pt x="6738" y="578"/>
                    <a:pt x="7516" y="894"/>
                  </a:cubicBezTo>
                  <a:cubicBezTo>
                    <a:pt x="7708" y="973"/>
                    <a:pt x="7911" y="1018"/>
                    <a:pt x="8092" y="1120"/>
                  </a:cubicBezTo>
                  <a:cubicBezTo>
                    <a:pt x="8284" y="1233"/>
                    <a:pt x="8475" y="1323"/>
                    <a:pt x="8656" y="1425"/>
                  </a:cubicBezTo>
                  <a:cubicBezTo>
                    <a:pt x="9028" y="1594"/>
                    <a:pt x="9367" y="1808"/>
                    <a:pt x="9672" y="2079"/>
                  </a:cubicBezTo>
                  <a:cubicBezTo>
                    <a:pt x="9954" y="2327"/>
                    <a:pt x="10078" y="2700"/>
                    <a:pt x="10021" y="3061"/>
                  </a:cubicBezTo>
                  <a:cubicBezTo>
                    <a:pt x="9942" y="3433"/>
                    <a:pt x="9796" y="3772"/>
                    <a:pt x="9581" y="4088"/>
                  </a:cubicBezTo>
                  <a:cubicBezTo>
                    <a:pt x="9209" y="4686"/>
                    <a:pt x="8769" y="5239"/>
                    <a:pt x="8284" y="5747"/>
                  </a:cubicBezTo>
                  <a:cubicBezTo>
                    <a:pt x="8069" y="5972"/>
                    <a:pt x="7832" y="6187"/>
                    <a:pt x="7584" y="6378"/>
                  </a:cubicBezTo>
                  <a:cubicBezTo>
                    <a:pt x="7381" y="6570"/>
                    <a:pt x="7155" y="6751"/>
                    <a:pt x="6929" y="6920"/>
                  </a:cubicBezTo>
                  <a:lnTo>
                    <a:pt x="6320" y="7360"/>
                  </a:lnTo>
                  <a:cubicBezTo>
                    <a:pt x="6140" y="7473"/>
                    <a:pt x="5959" y="7586"/>
                    <a:pt x="5778" y="7687"/>
                  </a:cubicBezTo>
                  <a:cubicBezTo>
                    <a:pt x="5620" y="7778"/>
                    <a:pt x="5474" y="7845"/>
                    <a:pt x="5316" y="7913"/>
                  </a:cubicBezTo>
                  <a:cubicBezTo>
                    <a:pt x="5203" y="7970"/>
                    <a:pt x="5079" y="8015"/>
                    <a:pt x="4955" y="8049"/>
                  </a:cubicBezTo>
                  <a:cubicBezTo>
                    <a:pt x="4763" y="8116"/>
                    <a:pt x="4661" y="8150"/>
                    <a:pt x="4661" y="8150"/>
                  </a:cubicBezTo>
                  <a:lnTo>
                    <a:pt x="4966" y="8060"/>
                  </a:lnTo>
                  <a:cubicBezTo>
                    <a:pt x="5079" y="8026"/>
                    <a:pt x="5203" y="7981"/>
                    <a:pt x="5316" y="7924"/>
                  </a:cubicBezTo>
                  <a:cubicBezTo>
                    <a:pt x="5474" y="7857"/>
                    <a:pt x="5632" y="7789"/>
                    <a:pt x="5778" y="7710"/>
                  </a:cubicBezTo>
                  <a:cubicBezTo>
                    <a:pt x="5970" y="7608"/>
                    <a:pt x="6151" y="7507"/>
                    <a:pt x="6331" y="7394"/>
                  </a:cubicBezTo>
                  <a:lnTo>
                    <a:pt x="6952" y="6954"/>
                  </a:lnTo>
                  <a:cubicBezTo>
                    <a:pt x="7189" y="6796"/>
                    <a:pt x="7415" y="6615"/>
                    <a:pt x="7629" y="6435"/>
                  </a:cubicBezTo>
                  <a:cubicBezTo>
                    <a:pt x="7877" y="6243"/>
                    <a:pt x="8126" y="6029"/>
                    <a:pt x="8351" y="5814"/>
                  </a:cubicBezTo>
                  <a:cubicBezTo>
                    <a:pt x="8870" y="5318"/>
                    <a:pt x="9333" y="4776"/>
                    <a:pt x="9739" y="4189"/>
                  </a:cubicBezTo>
                  <a:cubicBezTo>
                    <a:pt x="9987" y="3862"/>
                    <a:pt x="10157" y="3501"/>
                    <a:pt x="10258" y="3106"/>
                  </a:cubicBezTo>
                  <a:cubicBezTo>
                    <a:pt x="10303" y="2892"/>
                    <a:pt x="10292" y="2666"/>
                    <a:pt x="10236" y="2452"/>
                  </a:cubicBezTo>
                  <a:cubicBezTo>
                    <a:pt x="10157" y="2237"/>
                    <a:pt x="10044" y="2045"/>
                    <a:pt x="9886" y="1876"/>
                  </a:cubicBezTo>
                  <a:cubicBezTo>
                    <a:pt x="9581" y="1571"/>
                    <a:pt x="9220" y="1323"/>
                    <a:pt x="8836" y="1131"/>
                  </a:cubicBezTo>
                  <a:lnTo>
                    <a:pt x="8272" y="815"/>
                  </a:lnTo>
                  <a:cubicBezTo>
                    <a:pt x="8069" y="725"/>
                    <a:pt x="7855" y="646"/>
                    <a:pt x="7652" y="556"/>
                  </a:cubicBezTo>
                  <a:cubicBezTo>
                    <a:pt x="6828" y="206"/>
                    <a:pt x="5925" y="71"/>
                    <a:pt x="5034" y="3"/>
                  </a:cubicBezTo>
                  <a:cubicBezTo>
                    <a:pt x="4970" y="1"/>
                    <a:pt x="4905" y="1"/>
                    <a:pt x="484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"/>
            <p:cNvSpPr/>
            <p:nvPr/>
          </p:nvSpPr>
          <p:spPr>
            <a:xfrm>
              <a:off x="3334225" y="3397575"/>
              <a:ext cx="201450" cy="241975"/>
            </a:xfrm>
            <a:custGeom>
              <a:avLst/>
              <a:gdLst/>
              <a:ahLst/>
              <a:cxnLst/>
              <a:rect l="l" t="t" r="r" b="b"/>
              <a:pathLst>
                <a:path w="8058" h="9679" extrusionOk="0">
                  <a:moveTo>
                    <a:pt x="5620" y="0"/>
                  </a:moveTo>
                  <a:cubicBezTo>
                    <a:pt x="4029" y="1038"/>
                    <a:pt x="2415" y="2268"/>
                    <a:pt x="1219" y="3667"/>
                  </a:cubicBezTo>
                  <a:cubicBezTo>
                    <a:pt x="598" y="4390"/>
                    <a:pt x="136" y="4965"/>
                    <a:pt x="23" y="5947"/>
                  </a:cubicBezTo>
                  <a:cubicBezTo>
                    <a:pt x="0" y="6195"/>
                    <a:pt x="260" y="6996"/>
                    <a:pt x="339" y="7256"/>
                  </a:cubicBezTo>
                  <a:cubicBezTo>
                    <a:pt x="610" y="8091"/>
                    <a:pt x="1377" y="8892"/>
                    <a:pt x="2054" y="9242"/>
                  </a:cubicBezTo>
                  <a:cubicBezTo>
                    <a:pt x="2657" y="9533"/>
                    <a:pt x="3344" y="9678"/>
                    <a:pt x="4029" y="9678"/>
                  </a:cubicBezTo>
                  <a:cubicBezTo>
                    <a:pt x="5869" y="9678"/>
                    <a:pt x="7702" y="8630"/>
                    <a:pt x="7899" y="6534"/>
                  </a:cubicBezTo>
                  <a:cubicBezTo>
                    <a:pt x="8057" y="4593"/>
                    <a:pt x="7730" y="2663"/>
                    <a:pt x="5620" y="0"/>
                  </a:cubicBezTo>
                  <a:close/>
                </a:path>
              </a:pathLst>
            </a:custGeom>
            <a:solidFill>
              <a:srgbClr val="F7F4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"/>
            <p:cNvSpPr/>
            <p:nvPr/>
          </p:nvSpPr>
          <p:spPr>
            <a:xfrm>
              <a:off x="3334500" y="3391925"/>
              <a:ext cx="203150" cy="249500"/>
            </a:xfrm>
            <a:custGeom>
              <a:avLst/>
              <a:gdLst/>
              <a:ahLst/>
              <a:cxnLst/>
              <a:rect l="l" t="t" r="r" b="b"/>
              <a:pathLst>
                <a:path w="8126" h="9980" extrusionOk="0">
                  <a:moveTo>
                    <a:pt x="5643" y="0"/>
                  </a:moveTo>
                  <a:lnTo>
                    <a:pt x="5518" y="79"/>
                  </a:lnTo>
                  <a:cubicBezTo>
                    <a:pt x="4853" y="542"/>
                    <a:pt x="4187" y="1027"/>
                    <a:pt x="3555" y="1546"/>
                  </a:cubicBezTo>
                  <a:cubicBezTo>
                    <a:pt x="3239" y="1795"/>
                    <a:pt x="2934" y="2065"/>
                    <a:pt x="2630" y="2336"/>
                  </a:cubicBezTo>
                  <a:cubicBezTo>
                    <a:pt x="2325" y="2618"/>
                    <a:pt x="2043" y="2900"/>
                    <a:pt x="1761" y="3205"/>
                  </a:cubicBezTo>
                  <a:cubicBezTo>
                    <a:pt x="1625" y="3340"/>
                    <a:pt x="1490" y="3498"/>
                    <a:pt x="1355" y="3656"/>
                  </a:cubicBezTo>
                  <a:cubicBezTo>
                    <a:pt x="1219" y="3803"/>
                    <a:pt x="1095" y="3961"/>
                    <a:pt x="971" y="4119"/>
                  </a:cubicBezTo>
                  <a:cubicBezTo>
                    <a:pt x="700" y="4435"/>
                    <a:pt x="474" y="4774"/>
                    <a:pt x="294" y="5135"/>
                  </a:cubicBezTo>
                  <a:cubicBezTo>
                    <a:pt x="204" y="5315"/>
                    <a:pt x="136" y="5507"/>
                    <a:pt x="91" y="5710"/>
                  </a:cubicBezTo>
                  <a:cubicBezTo>
                    <a:pt x="57" y="5812"/>
                    <a:pt x="34" y="5902"/>
                    <a:pt x="23" y="6004"/>
                  </a:cubicBezTo>
                  <a:cubicBezTo>
                    <a:pt x="0" y="6105"/>
                    <a:pt x="0" y="6207"/>
                    <a:pt x="12" y="6308"/>
                  </a:cubicBezTo>
                  <a:cubicBezTo>
                    <a:pt x="91" y="6714"/>
                    <a:pt x="192" y="7098"/>
                    <a:pt x="328" y="7482"/>
                  </a:cubicBezTo>
                  <a:cubicBezTo>
                    <a:pt x="192" y="7098"/>
                    <a:pt x="91" y="6714"/>
                    <a:pt x="23" y="6308"/>
                  </a:cubicBezTo>
                  <a:cubicBezTo>
                    <a:pt x="12" y="6207"/>
                    <a:pt x="23" y="6105"/>
                    <a:pt x="46" y="6015"/>
                  </a:cubicBezTo>
                  <a:cubicBezTo>
                    <a:pt x="57" y="5913"/>
                    <a:pt x="79" y="5812"/>
                    <a:pt x="102" y="5710"/>
                  </a:cubicBezTo>
                  <a:cubicBezTo>
                    <a:pt x="158" y="5518"/>
                    <a:pt x="226" y="5326"/>
                    <a:pt x="316" y="5146"/>
                  </a:cubicBezTo>
                  <a:cubicBezTo>
                    <a:pt x="508" y="4796"/>
                    <a:pt x="745" y="4469"/>
                    <a:pt x="1016" y="4164"/>
                  </a:cubicBezTo>
                  <a:cubicBezTo>
                    <a:pt x="1151" y="4006"/>
                    <a:pt x="1287" y="3860"/>
                    <a:pt x="1422" y="3713"/>
                  </a:cubicBezTo>
                  <a:cubicBezTo>
                    <a:pt x="1569" y="3566"/>
                    <a:pt x="1704" y="3419"/>
                    <a:pt x="1851" y="3284"/>
                  </a:cubicBezTo>
                  <a:cubicBezTo>
                    <a:pt x="2133" y="3002"/>
                    <a:pt x="2427" y="2720"/>
                    <a:pt x="2743" y="2472"/>
                  </a:cubicBezTo>
                  <a:cubicBezTo>
                    <a:pt x="3058" y="2212"/>
                    <a:pt x="3363" y="1964"/>
                    <a:pt x="3690" y="1727"/>
                  </a:cubicBezTo>
                  <a:cubicBezTo>
                    <a:pt x="4292" y="1273"/>
                    <a:pt x="4924" y="848"/>
                    <a:pt x="5557" y="444"/>
                  </a:cubicBezTo>
                  <a:lnTo>
                    <a:pt x="5557" y="444"/>
                  </a:lnTo>
                  <a:cubicBezTo>
                    <a:pt x="5735" y="690"/>
                    <a:pt x="5919" y="943"/>
                    <a:pt x="6094" y="1196"/>
                  </a:cubicBezTo>
                  <a:cubicBezTo>
                    <a:pt x="6297" y="1490"/>
                    <a:pt x="6489" y="1795"/>
                    <a:pt x="6658" y="2110"/>
                  </a:cubicBezTo>
                  <a:cubicBezTo>
                    <a:pt x="6827" y="2415"/>
                    <a:pt x="6985" y="2731"/>
                    <a:pt x="7121" y="3058"/>
                  </a:cubicBezTo>
                  <a:cubicBezTo>
                    <a:pt x="7256" y="3386"/>
                    <a:pt x="7369" y="3713"/>
                    <a:pt x="7471" y="4063"/>
                  </a:cubicBezTo>
                  <a:cubicBezTo>
                    <a:pt x="7651" y="4740"/>
                    <a:pt x="7741" y="5439"/>
                    <a:pt x="7730" y="6150"/>
                  </a:cubicBezTo>
                  <a:cubicBezTo>
                    <a:pt x="7730" y="6500"/>
                    <a:pt x="7708" y="6850"/>
                    <a:pt x="7640" y="7188"/>
                  </a:cubicBezTo>
                  <a:cubicBezTo>
                    <a:pt x="7572" y="7527"/>
                    <a:pt x="7459" y="7854"/>
                    <a:pt x="7279" y="8147"/>
                  </a:cubicBezTo>
                  <a:cubicBezTo>
                    <a:pt x="6918" y="8746"/>
                    <a:pt x="6365" y="9219"/>
                    <a:pt x="5722" y="9479"/>
                  </a:cubicBezTo>
                  <a:cubicBezTo>
                    <a:pt x="5137" y="9731"/>
                    <a:pt x="4499" y="9857"/>
                    <a:pt x="3863" y="9857"/>
                  </a:cubicBezTo>
                  <a:cubicBezTo>
                    <a:pt x="3786" y="9857"/>
                    <a:pt x="3710" y="9855"/>
                    <a:pt x="3634" y="9851"/>
                  </a:cubicBezTo>
                  <a:cubicBezTo>
                    <a:pt x="3284" y="9829"/>
                    <a:pt x="2923" y="9761"/>
                    <a:pt x="2585" y="9660"/>
                  </a:cubicBezTo>
                  <a:cubicBezTo>
                    <a:pt x="2235" y="9558"/>
                    <a:pt x="1908" y="9400"/>
                    <a:pt x="1625" y="9174"/>
                  </a:cubicBezTo>
                  <a:cubicBezTo>
                    <a:pt x="1332" y="8960"/>
                    <a:pt x="1072" y="8712"/>
                    <a:pt x="858" y="8430"/>
                  </a:cubicBezTo>
                  <a:cubicBezTo>
                    <a:pt x="632" y="8147"/>
                    <a:pt x="452" y="7820"/>
                    <a:pt x="328" y="7482"/>
                  </a:cubicBezTo>
                  <a:lnTo>
                    <a:pt x="328" y="7482"/>
                  </a:lnTo>
                  <a:cubicBezTo>
                    <a:pt x="441" y="7820"/>
                    <a:pt x="621" y="8147"/>
                    <a:pt x="836" y="8430"/>
                  </a:cubicBezTo>
                  <a:cubicBezTo>
                    <a:pt x="1050" y="8723"/>
                    <a:pt x="1309" y="8994"/>
                    <a:pt x="1603" y="9219"/>
                  </a:cubicBezTo>
                  <a:cubicBezTo>
                    <a:pt x="1885" y="9445"/>
                    <a:pt x="2212" y="9614"/>
                    <a:pt x="2562" y="9716"/>
                  </a:cubicBezTo>
                  <a:cubicBezTo>
                    <a:pt x="2912" y="9840"/>
                    <a:pt x="3262" y="9919"/>
                    <a:pt x="3634" y="9953"/>
                  </a:cubicBezTo>
                  <a:cubicBezTo>
                    <a:pt x="3797" y="9970"/>
                    <a:pt x="3959" y="9979"/>
                    <a:pt x="4122" y="9979"/>
                  </a:cubicBezTo>
                  <a:cubicBezTo>
                    <a:pt x="4691" y="9979"/>
                    <a:pt x="5254" y="9873"/>
                    <a:pt x="5789" y="9671"/>
                  </a:cubicBezTo>
                  <a:cubicBezTo>
                    <a:pt x="6500" y="9411"/>
                    <a:pt x="7110" y="8937"/>
                    <a:pt x="7527" y="8305"/>
                  </a:cubicBezTo>
                  <a:cubicBezTo>
                    <a:pt x="7741" y="7990"/>
                    <a:pt x="7899" y="7640"/>
                    <a:pt x="7978" y="7267"/>
                  </a:cubicBezTo>
                  <a:cubicBezTo>
                    <a:pt x="8057" y="6906"/>
                    <a:pt x="8103" y="6534"/>
                    <a:pt x="8103" y="6161"/>
                  </a:cubicBezTo>
                  <a:cubicBezTo>
                    <a:pt x="8125" y="5417"/>
                    <a:pt x="8046" y="4672"/>
                    <a:pt x="7866" y="3961"/>
                  </a:cubicBezTo>
                  <a:cubicBezTo>
                    <a:pt x="7764" y="3600"/>
                    <a:pt x="7651" y="3250"/>
                    <a:pt x="7493" y="2912"/>
                  </a:cubicBezTo>
                  <a:cubicBezTo>
                    <a:pt x="7346" y="2573"/>
                    <a:pt x="7177" y="2235"/>
                    <a:pt x="6997" y="1919"/>
                  </a:cubicBezTo>
                  <a:cubicBezTo>
                    <a:pt x="6624" y="1287"/>
                    <a:pt x="6207" y="689"/>
                    <a:pt x="5744" y="124"/>
                  </a:cubicBezTo>
                  <a:lnTo>
                    <a:pt x="5643" y="0"/>
                  </a:ln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"/>
            <p:cNvSpPr/>
            <p:nvPr/>
          </p:nvSpPr>
          <p:spPr>
            <a:xfrm>
              <a:off x="3479225" y="3346225"/>
              <a:ext cx="27100" cy="46575"/>
            </a:xfrm>
            <a:custGeom>
              <a:avLst/>
              <a:gdLst/>
              <a:ahLst/>
              <a:cxnLst/>
              <a:rect l="l" t="t" r="r" b="b"/>
              <a:pathLst>
                <a:path w="1084" h="1863" extrusionOk="0">
                  <a:moveTo>
                    <a:pt x="1084" y="0"/>
                  </a:moveTo>
                  <a:lnTo>
                    <a:pt x="1084" y="0"/>
                  </a:lnTo>
                  <a:cubicBezTo>
                    <a:pt x="993" y="79"/>
                    <a:pt x="903" y="158"/>
                    <a:pt x="835" y="260"/>
                  </a:cubicBezTo>
                  <a:cubicBezTo>
                    <a:pt x="768" y="339"/>
                    <a:pt x="689" y="429"/>
                    <a:pt x="610" y="519"/>
                  </a:cubicBezTo>
                  <a:cubicBezTo>
                    <a:pt x="531" y="621"/>
                    <a:pt x="463" y="722"/>
                    <a:pt x="395" y="824"/>
                  </a:cubicBezTo>
                  <a:cubicBezTo>
                    <a:pt x="249" y="1038"/>
                    <a:pt x="136" y="1264"/>
                    <a:pt x="68" y="1512"/>
                  </a:cubicBezTo>
                  <a:cubicBezTo>
                    <a:pt x="34" y="1625"/>
                    <a:pt x="12" y="1738"/>
                    <a:pt x="0" y="1862"/>
                  </a:cubicBezTo>
                  <a:cubicBezTo>
                    <a:pt x="102" y="1794"/>
                    <a:pt x="192" y="1715"/>
                    <a:pt x="271" y="1625"/>
                  </a:cubicBezTo>
                  <a:cubicBezTo>
                    <a:pt x="440" y="1456"/>
                    <a:pt x="598" y="1264"/>
                    <a:pt x="734" y="1061"/>
                  </a:cubicBezTo>
                  <a:cubicBezTo>
                    <a:pt x="880" y="835"/>
                    <a:pt x="982" y="598"/>
                    <a:pt x="1050" y="350"/>
                  </a:cubicBezTo>
                  <a:cubicBezTo>
                    <a:pt x="1072" y="237"/>
                    <a:pt x="1084" y="113"/>
                    <a:pt x="1084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"/>
            <p:cNvSpPr/>
            <p:nvPr/>
          </p:nvSpPr>
          <p:spPr>
            <a:xfrm>
              <a:off x="3486275" y="3362875"/>
              <a:ext cx="30500" cy="27375"/>
            </a:xfrm>
            <a:custGeom>
              <a:avLst/>
              <a:gdLst/>
              <a:ahLst/>
              <a:cxnLst/>
              <a:rect l="l" t="t" r="r" b="b"/>
              <a:pathLst>
                <a:path w="1220" h="1095" extrusionOk="0">
                  <a:moveTo>
                    <a:pt x="1219" y="0"/>
                  </a:moveTo>
                  <a:cubicBezTo>
                    <a:pt x="1129" y="23"/>
                    <a:pt x="1039" y="56"/>
                    <a:pt x="960" y="102"/>
                  </a:cubicBezTo>
                  <a:cubicBezTo>
                    <a:pt x="881" y="147"/>
                    <a:pt x="802" y="192"/>
                    <a:pt x="723" y="237"/>
                  </a:cubicBezTo>
                  <a:cubicBezTo>
                    <a:pt x="644" y="282"/>
                    <a:pt x="565" y="339"/>
                    <a:pt x="486" y="406"/>
                  </a:cubicBezTo>
                  <a:cubicBezTo>
                    <a:pt x="339" y="519"/>
                    <a:pt x="215" y="666"/>
                    <a:pt x="113" y="835"/>
                  </a:cubicBezTo>
                  <a:cubicBezTo>
                    <a:pt x="57" y="914"/>
                    <a:pt x="23" y="1004"/>
                    <a:pt x="0" y="1095"/>
                  </a:cubicBezTo>
                  <a:cubicBezTo>
                    <a:pt x="91" y="1083"/>
                    <a:pt x="181" y="1049"/>
                    <a:pt x="271" y="1016"/>
                  </a:cubicBezTo>
                  <a:cubicBezTo>
                    <a:pt x="440" y="937"/>
                    <a:pt x="610" y="835"/>
                    <a:pt x="756" y="722"/>
                  </a:cubicBezTo>
                  <a:cubicBezTo>
                    <a:pt x="903" y="598"/>
                    <a:pt x="1039" y="440"/>
                    <a:pt x="1129" y="271"/>
                  </a:cubicBezTo>
                  <a:cubicBezTo>
                    <a:pt x="1174" y="181"/>
                    <a:pt x="1197" y="90"/>
                    <a:pt x="121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"/>
            <p:cNvSpPr/>
            <p:nvPr/>
          </p:nvSpPr>
          <p:spPr>
            <a:xfrm>
              <a:off x="3487125" y="3379675"/>
              <a:ext cx="37825" cy="15725"/>
            </a:xfrm>
            <a:custGeom>
              <a:avLst/>
              <a:gdLst/>
              <a:ahLst/>
              <a:cxnLst/>
              <a:rect l="l" t="t" r="r" b="b"/>
              <a:pathLst>
                <a:path w="1513" h="629" extrusionOk="0">
                  <a:moveTo>
                    <a:pt x="1426" y="0"/>
                  </a:moveTo>
                  <a:cubicBezTo>
                    <a:pt x="1358" y="0"/>
                    <a:pt x="1294" y="8"/>
                    <a:pt x="1230" y="16"/>
                  </a:cubicBezTo>
                  <a:lnTo>
                    <a:pt x="971" y="62"/>
                  </a:lnTo>
                  <a:cubicBezTo>
                    <a:pt x="869" y="84"/>
                    <a:pt x="779" y="107"/>
                    <a:pt x="700" y="141"/>
                  </a:cubicBezTo>
                  <a:cubicBezTo>
                    <a:pt x="519" y="208"/>
                    <a:pt x="350" y="299"/>
                    <a:pt x="203" y="400"/>
                  </a:cubicBezTo>
                  <a:cubicBezTo>
                    <a:pt x="124" y="456"/>
                    <a:pt x="57" y="524"/>
                    <a:pt x="0" y="592"/>
                  </a:cubicBezTo>
                  <a:cubicBezTo>
                    <a:pt x="74" y="610"/>
                    <a:pt x="148" y="629"/>
                    <a:pt x="227" y="629"/>
                  </a:cubicBezTo>
                  <a:cubicBezTo>
                    <a:pt x="245" y="629"/>
                    <a:pt x="264" y="628"/>
                    <a:pt x="282" y="626"/>
                  </a:cubicBezTo>
                  <a:cubicBezTo>
                    <a:pt x="307" y="627"/>
                    <a:pt x="331" y="628"/>
                    <a:pt x="355" y="628"/>
                  </a:cubicBezTo>
                  <a:cubicBezTo>
                    <a:pt x="523" y="628"/>
                    <a:pt x="689" y="595"/>
                    <a:pt x="847" y="535"/>
                  </a:cubicBezTo>
                  <a:cubicBezTo>
                    <a:pt x="1027" y="468"/>
                    <a:pt x="1196" y="366"/>
                    <a:pt x="1343" y="220"/>
                  </a:cubicBezTo>
                  <a:cubicBezTo>
                    <a:pt x="1411" y="163"/>
                    <a:pt x="1467" y="84"/>
                    <a:pt x="1512" y="5"/>
                  </a:cubicBezTo>
                  <a:cubicBezTo>
                    <a:pt x="1483" y="2"/>
                    <a:pt x="1454" y="0"/>
                    <a:pt x="1426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"/>
            <p:cNvSpPr/>
            <p:nvPr/>
          </p:nvSpPr>
          <p:spPr>
            <a:xfrm>
              <a:off x="3483175" y="3403200"/>
              <a:ext cx="62075" cy="47425"/>
            </a:xfrm>
            <a:custGeom>
              <a:avLst/>
              <a:gdLst/>
              <a:ahLst/>
              <a:cxnLst/>
              <a:rect l="l" t="t" r="r" b="b"/>
              <a:pathLst>
                <a:path w="2483" h="1897" extrusionOk="0">
                  <a:moveTo>
                    <a:pt x="0" y="1"/>
                  </a:moveTo>
                  <a:lnTo>
                    <a:pt x="0" y="1"/>
                  </a:lnTo>
                  <a:cubicBezTo>
                    <a:pt x="113" y="136"/>
                    <a:pt x="249" y="260"/>
                    <a:pt x="384" y="362"/>
                  </a:cubicBezTo>
                  <a:cubicBezTo>
                    <a:pt x="531" y="463"/>
                    <a:pt x="666" y="565"/>
                    <a:pt x="824" y="644"/>
                  </a:cubicBezTo>
                  <a:lnTo>
                    <a:pt x="1061" y="791"/>
                  </a:lnTo>
                  <a:cubicBezTo>
                    <a:pt x="1140" y="836"/>
                    <a:pt x="1230" y="881"/>
                    <a:pt x="1309" y="926"/>
                  </a:cubicBezTo>
                  <a:cubicBezTo>
                    <a:pt x="1467" y="1016"/>
                    <a:pt x="1614" y="1129"/>
                    <a:pt x="1761" y="1231"/>
                  </a:cubicBezTo>
                  <a:cubicBezTo>
                    <a:pt x="1828" y="1276"/>
                    <a:pt x="1896" y="1332"/>
                    <a:pt x="1964" y="1389"/>
                  </a:cubicBezTo>
                  <a:cubicBezTo>
                    <a:pt x="2020" y="1445"/>
                    <a:pt x="2077" y="1501"/>
                    <a:pt x="2133" y="1535"/>
                  </a:cubicBezTo>
                  <a:cubicBezTo>
                    <a:pt x="2189" y="1580"/>
                    <a:pt x="2235" y="1626"/>
                    <a:pt x="2280" y="1682"/>
                  </a:cubicBezTo>
                  <a:lnTo>
                    <a:pt x="2381" y="1795"/>
                  </a:lnTo>
                  <a:cubicBezTo>
                    <a:pt x="2449" y="1863"/>
                    <a:pt x="2483" y="1896"/>
                    <a:pt x="2483" y="1896"/>
                  </a:cubicBezTo>
                  <a:cubicBezTo>
                    <a:pt x="2483" y="1896"/>
                    <a:pt x="2483" y="1840"/>
                    <a:pt x="2460" y="1750"/>
                  </a:cubicBezTo>
                  <a:cubicBezTo>
                    <a:pt x="2449" y="1716"/>
                    <a:pt x="2438" y="1659"/>
                    <a:pt x="2415" y="1592"/>
                  </a:cubicBezTo>
                  <a:cubicBezTo>
                    <a:pt x="2393" y="1524"/>
                    <a:pt x="2370" y="1456"/>
                    <a:pt x="2336" y="1400"/>
                  </a:cubicBezTo>
                  <a:cubicBezTo>
                    <a:pt x="2291" y="1332"/>
                    <a:pt x="2246" y="1253"/>
                    <a:pt x="2189" y="1174"/>
                  </a:cubicBezTo>
                  <a:cubicBezTo>
                    <a:pt x="2144" y="1095"/>
                    <a:pt x="2077" y="1016"/>
                    <a:pt x="2009" y="960"/>
                  </a:cubicBezTo>
                  <a:cubicBezTo>
                    <a:pt x="1930" y="892"/>
                    <a:pt x="1862" y="802"/>
                    <a:pt x="1783" y="745"/>
                  </a:cubicBezTo>
                  <a:cubicBezTo>
                    <a:pt x="1693" y="689"/>
                    <a:pt x="1614" y="633"/>
                    <a:pt x="1524" y="576"/>
                  </a:cubicBezTo>
                  <a:cubicBezTo>
                    <a:pt x="1196" y="384"/>
                    <a:pt x="858" y="238"/>
                    <a:pt x="497" y="136"/>
                  </a:cubicBezTo>
                  <a:lnTo>
                    <a:pt x="147" y="35"/>
                  </a:lnTo>
                  <a:cubicBezTo>
                    <a:pt x="57" y="1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"/>
            <p:cNvSpPr/>
            <p:nvPr/>
          </p:nvSpPr>
          <p:spPr>
            <a:xfrm>
              <a:off x="3508850" y="3425500"/>
              <a:ext cx="22575" cy="40925"/>
            </a:xfrm>
            <a:custGeom>
              <a:avLst/>
              <a:gdLst/>
              <a:ahLst/>
              <a:cxnLst/>
              <a:rect l="l" t="t" r="r" b="b"/>
              <a:pathLst>
                <a:path w="903" h="1637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102"/>
                    <a:pt x="34" y="203"/>
                    <a:pt x="79" y="305"/>
                  </a:cubicBezTo>
                  <a:cubicBezTo>
                    <a:pt x="113" y="395"/>
                    <a:pt x="136" y="485"/>
                    <a:pt x="169" y="587"/>
                  </a:cubicBezTo>
                  <a:cubicBezTo>
                    <a:pt x="215" y="688"/>
                    <a:pt x="271" y="779"/>
                    <a:pt x="316" y="880"/>
                  </a:cubicBezTo>
                  <a:cubicBezTo>
                    <a:pt x="418" y="1072"/>
                    <a:pt x="530" y="1253"/>
                    <a:pt x="666" y="1422"/>
                  </a:cubicBezTo>
                  <a:cubicBezTo>
                    <a:pt x="734" y="1501"/>
                    <a:pt x="801" y="1580"/>
                    <a:pt x="892" y="1636"/>
                  </a:cubicBezTo>
                  <a:cubicBezTo>
                    <a:pt x="903" y="1535"/>
                    <a:pt x="892" y="1433"/>
                    <a:pt x="880" y="1320"/>
                  </a:cubicBezTo>
                  <a:cubicBezTo>
                    <a:pt x="846" y="1106"/>
                    <a:pt x="790" y="892"/>
                    <a:pt x="688" y="700"/>
                  </a:cubicBezTo>
                  <a:cubicBezTo>
                    <a:pt x="621" y="587"/>
                    <a:pt x="564" y="485"/>
                    <a:pt x="485" y="384"/>
                  </a:cubicBezTo>
                  <a:cubicBezTo>
                    <a:pt x="429" y="305"/>
                    <a:pt x="350" y="226"/>
                    <a:pt x="271" y="158"/>
                  </a:cubicBezTo>
                  <a:cubicBezTo>
                    <a:pt x="192" y="90"/>
                    <a:pt x="102" y="45"/>
                    <a:pt x="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"/>
            <p:cNvSpPr/>
            <p:nvPr/>
          </p:nvSpPr>
          <p:spPr>
            <a:xfrm>
              <a:off x="3444800" y="3402350"/>
              <a:ext cx="30500" cy="78450"/>
            </a:xfrm>
            <a:custGeom>
              <a:avLst/>
              <a:gdLst/>
              <a:ahLst/>
              <a:cxnLst/>
              <a:rect l="l" t="t" r="r" b="b"/>
              <a:pathLst>
                <a:path w="1220" h="3138" extrusionOk="0">
                  <a:moveTo>
                    <a:pt x="1152" y="1"/>
                  </a:moveTo>
                  <a:cubicBezTo>
                    <a:pt x="1152" y="1"/>
                    <a:pt x="1129" y="46"/>
                    <a:pt x="1118" y="148"/>
                  </a:cubicBezTo>
                  <a:cubicBezTo>
                    <a:pt x="1106" y="193"/>
                    <a:pt x="1095" y="260"/>
                    <a:pt x="1073" y="317"/>
                  </a:cubicBezTo>
                  <a:cubicBezTo>
                    <a:pt x="1050" y="362"/>
                    <a:pt x="1016" y="441"/>
                    <a:pt x="994" y="509"/>
                  </a:cubicBezTo>
                  <a:cubicBezTo>
                    <a:pt x="937" y="633"/>
                    <a:pt x="847" y="802"/>
                    <a:pt x="779" y="983"/>
                  </a:cubicBezTo>
                  <a:cubicBezTo>
                    <a:pt x="745" y="1073"/>
                    <a:pt x="700" y="1163"/>
                    <a:pt x="655" y="1253"/>
                  </a:cubicBezTo>
                  <a:cubicBezTo>
                    <a:pt x="610" y="1344"/>
                    <a:pt x="576" y="1434"/>
                    <a:pt x="531" y="1535"/>
                  </a:cubicBezTo>
                  <a:cubicBezTo>
                    <a:pt x="373" y="1885"/>
                    <a:pt x="238" y="2246"/>
                    <a:pt x="125" y="2607"/>
                  </a:cubicBezTo>
                  <a:cubicBezTo>
                    <a:pt x="68" y="2788"/>
                    <a:pt x="34" y="2957"/>
                    <a:pt x="1" y="3138"/>
                  </a:cubicBezTo>
                  <a:cubicBezTo>
                    <a:pt x="125" y="3002"/>
                    <a:pt x="238" y="2867"/>
                    <a:pt x="339" y="2720"/>
                  </a:cubicBezTo>
                  <a:cubicBezTo>
                    <a:pt x="441" y="2562"/>
                    <a:pt x="542" y="2416"/>
                    <a:pt x="633" y="2258"/>
                  </a:cubicBezTo>
                  <a:cubicBezTo>
                    <a:pt x="734" y="2066"/>
                    <a:pt x="824" y="1885"/>
                    <a:pt x="915" y="1693"/>
                  </a:cubicBezTo>
                  <a:cubicBezTo>
                    <a:pt x="994" y="1490"/>
                    <a:pt x="1061" y="1299"/>
                    <a:pt x="1118" y="1095"/>
                  </a:cubicBezTo>
                  <a:cubicBezTo>
                    <a:pt x="1174" y="915"/>
                    <a:pt x="1208" y="723"/>
                    <a:pt x="1219" y="531"/>
                  </a:cubicBezTo>
                  <a:lnTo>
                    <a:pt x="1219" y="306"/>
                  </a:lnTo>
                  <a:cubicBezTo>
                    <a:pt x="1219" y="249"/>
                    <a:pt x="1208" y="193"/>
                    <a:pt x="1185" y="136"/>
                  </a:cubicBezTo>
                  <a:cubicBezTo>
                    <a:pt x="1163" y="46"/>
                    <a:pt x="1152" y="1"/>
                    <a:pt x="115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"/>
            <p:cNvSpPr/>
            <p:nvPr/>
          </p:nvSpPr>
          <p:spPr>
            <a:xfrm>
              <a:off x="3469900" y="3418450"/>
              <a:ext cx="11875" cy="31050"/>
            </a:xfrm>
            <a:custGeom>
              <a:avLst/>
              <a:gdLst/>
              <a:ahLst/>
              <a:cxnLst/>
              <a:rect l="l" t="t" r="r" b="b"/>
              <a:pathLst>
                <a:path w="475" h="1242" extrusionOk="0">
                  <a:moveTo>
                    <a:pt x="328" y="0"/>
                  </a:moveTo>
                  <a:cubicBezTo>
                    <a:pt x="272" y="56"/>
                    <a:pt x="215" y="113"/>
                    <a:pt x="181" y="181"/>
                  </a:cubicBezTo>
                  <a:cubicBezTo>
                    <a:pt x="23" y="440"/>
                    <a:pt x="1" y="767"/>
                    <a:pt x="114" y="1049"/>
                  </a:cubicBezTo>
                  <a:cubicBezTo>
                    <a:pt x="148" y="1117"/>
                    <a:pt x="181" y="1185"/>
                    <a:pt x="227" y="1241"/>
                  </a:cubicBezTo>
                  <a:cubicBezTo>
                    <a:pt x="283" y="1185"/>
                    <a:pt x="328" y="1117"/>
                    <a:pt x="351" y="1049"/>
                  </a:cubicBezTo>
                  <a:cubicBezTo>
                    <a:pt x="418" y="925"/>
                    <a:pt x="452" y="790"/>
                    <a:pt x="452" y="643"/>
                  </a:cubicBezTo>
                  <a:cubicBezTo>
                    <a:pt x="475" y="497"/>
                    <a:pt x="464" y="350"/>
                    <a:pt x="418" y="214"/>
                  </a:cubicBezTo>
                  <a:cubicBezTo>
                    <a:pt x="396" y="135"/>
                    <a:pt x="362" y="68"/>
                    <a:pt x="32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"/>
            <p:cNvSpPr/>
            <p:nvPr/>
          </p:nvSpPr>
          <p:spPr>
            <a:xfrm>
              <a:off x="3473575" y="3556950"/>
              <a:ext cx="32750" cy="60400"/>
            </a:xfrm>
            <a:custGeom>
              <a:avLst/>
              <a:gdLst/>
              <a:ahLst/>
              <a:cxnLst/>
              <a:rect l="l" t="t" r="r" b="b"/>
              <a:pathLst>
                <a:path w="1310" h="2416" extrusionOk="0">
                  <a:moveTo>
                    <a:pt x="1287" y="1"/>
                  </a:moveTo>
                  <a:cubicBezTo>
                    <a:pt x="1287" y="1"/>
                    <a:pt x="1242" y="46"/>
                    <a:pt x="1208" y="113"/>
                  </a:cubicBezTo>
                  <a:cubicBezTo>
                    <a:pt x="1174" y="181"/>
                    <a:pt x="1129" y="283"/>
                    <a:pt x="1073" y="396"/>
                  </a:cubicBezTo>
                  <a:cubicBezTo>
                    <a:pt x="948" y="621"/>
                    <a:pt x="802" y="915"/>
                    <a:pt x="644" y="1208"/>
                  </a:cubicBezTo>
                  <a:cubicBezTo>
                    <a:pt x="565" y="1366"/>
                    <a:pt x="486" y="1501"/>
                    <a:pt x="418" y="1648"/>
                  </a:cubicBezTo>
                  <a:cubicBezTo>
                    <a:pt x="350" y="1783"/>
                    <a:pt x="271" y="1908"/>
                    <a:pt x="215" y="2020"/>
                  </a:cubicBezTo>
                  <a:cubicBezTo>
                    <a:pt x="159" y="2145"/>
                    <a:pt x="91" y="2224"/>
                    <a:pt x="57" y="2303"/>
                  </a:cubicBezTo>
                  <a:cubicBezTo>
                    <a:pt x="34" y="2336"/>
                    <a:pt x="23" y="2370"/>
                    <a:pt x="1" y="2415"/>
                  </a:cubicBezTo>
                  <a:cubicBezTo>
                    <a:pt x="1" y="2415"/>
                    <a:pt x="46" y="2393"/>
                    <a:pt x="113" y="2359"/>
                  </a:cubicBezTo>
                  <a:cubicBezTo>
                    <a:pt x="215" y="2314"/>
                    <a:pt x="305" y="2257"/>
                    <a:pt x="396" y="2178"/>
                  </a:cubicBezTo>
                  <a:cubicBezTo>
                    <a:pt x="520" y="2088"/>
                    <a:pt x="633" y="1975"/>
                    <a:pt x="723" y="1851"/>
                  </a:cubicBezTo>
                  <a:cubicBezTo>
                    <a:pt x="779" y="1783"/>
                    <a:pt x="836" y="1716"/>
                    <a:pt x="881" y="1637"/>
                  </a:cubicBezTo>
                  <a:lnTo>
                    <a:pt x="1016" y="1400"/>
                  </a:lnTo>
                  <a:cubicBezTo>
                    <a:pt x="1095" y="1242"/>
                    <a:pt x="1163" y="1084"/>
                    <a:pt x="1208" y="915"/>
                  </a:cubicBezTo>
                  <a:cubicBezTo>
                    <a:pt x="1264" y="768"/>
                    <a:pt x="1287" y="610"/>
                    <a:pt x="1298" y="452"/>
                  </a:cubicBezTo>
                  <a:cubicBezTo>
                    <a:pt x="1310" y="350"/>
                    <a:pt x="1310" y="238"/>
                    <a:pt x="1298" y="125"/>
                  </a:cubicBezTo>
                  <a:cubicBezTo>
                    <a:pt x="1298" y="46"/>
                    <a:pt x="1287" y="1"/>
                    <a:pt x="1287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"/>
            <p:cNvSpPr/>
            <p:nvPr/>
          </p:nvSpPr>
          <p:spPr>
            <a:xfrm>
              <a:off x="3493600" y="3571900"/>
              <a:ext cx="17800" cy="41500"/>
            </a:xfrm>
            <a:custGeom>
              <a:avLst/>
              <a:gdLst/>
              <a:ahLst/>
              <a:cxnLst/>
              <a:rect l="l" t="t" r="r" b="b"/>
              <a:pathLst>
                <a:path w="712" h="1660" extrusionOk="0">
                  <a:moveTo>
                    <a:pt x="678" y="1"/>
                  </a:moveTo>
                  <a:cubicBezTo>
                    <a:pt x="599" y="68"/>
                    <a:pt x="531" y="147"/>
                    <a:pt x="475" y="238"/>
                  </a:cubicBezTo>
                  <a:cubicBezTo>
                    <a:pt x="418" y="317"/>
                    <a:pt x="373" y="396"/>
                    <a:pt x="328" y="486"/>
                  </a:cubicBezTo>
                  <a:cubicBezTo>
                    <a:pt x="305" y="531"/>
                    <a:pt x="283" y="587"/>
                    <a:pt x="260" y="633"/>
                  </a:cubicBezTo>
                  <a:cubicBezTo>
                    <a:pt x="249" y="689"/>
                    <a:pt x="226" y="745"/>
                    <a:pt x="204" y="791"/>
                  </a:cubicBezTo>
                  <a:cubicBezTo>
                    <a:pt x="114" y="971"/>
                    <a:pt x="46" y="1152"/>
                    <a:pt x="23" y="1355"/>
                  </a:cubicBezTo>
                  <a:cubicBezTo>
                    <a:pt x="1" y="1456"/>
                    <a:pt x="1" y="1558"/>
                    <a:pt x="1" y="1659"/>
                  </a:cubicBezTo>
                  <a:cubicBezTo>
                    <a:pt x="91" y="1603"/>
                    <a:pt x="170" y="1535"/>
                    <a:pt x="238" y="1456"/>
                  </a:cubicBezTo>
                  <a:cubicBezTo>
                    <a:pt x="384" y="1298"/>
                    <a:pt x="497" y="1106"/>
                    <a:pt x="599" y="915"/>
                  </a:cubicBezTo>
                  <a:cubicBezTo>
                    <a:pt x="633" y="813"/>
                    <a:pt x="667" y="700"/>
                    <a:pt x="678" y="599"/>
                  </a:cubicBezTo>
                  <a:cubicBezTo>
                    <a:pt x="689" y="497"/>
                    <a:pt x="700" y="396"/>
                    <a:pt x="700" y="305"/>
                  </a:cubicBezTo>
                  <a:cubicBezTo>
                    <a:pt x="712" y="204"/>
                    <a:pt x="700" y="102"/>
                    <a:pt x="67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"/>
            <p:cNvSpPr/>
            <p:nvPr/>
          </p:nvSpPr>
          <p:spPr>
            <a:xfrm>
              <a:off x="3232375" y="3378100"/>
              <a:ext cx="49950" cy="46275"/>
            </a:xfrm>
            <a:custGeom>
              <a:avLst/>
              <a:gdLst/>
              <a:ahLst/>
              <a:cxnLst/>
              <a:rect l="l" t="t" r="r" b="b"/>
              <a:pathLst>
                <a:path w="1998" h="1851" extrusionOk="0">
                  <a:moveTo>
                    <a:pt x="1998" y="0"/>
                  </a:moveTo>
                  <a:lnTo>
                    <a:pt x="1998" y="0"/>
                  </a:lnTo>
                  <a:cubicBezTo>
                    <a:pt x="1862" y="34"/>
                    <a:pt x="1716" y="79"/>
                    <a:pt x="1580" y="136"/>
                  </a:cubicBezTo>
                  <a:cubicBezTo>
                    <a:pt x="1434" y="192"/>
                    <a:pt x="1298" y="260"/>
                    <a:pt x="1174" y="350"/>
                  </a:cubicBezTo>
                  <a:cubicBezTo>
                    <a:pt x="1039" y="440"/>
                    <a:pt x="892" y="542"/>
                    <a:pt x="757" y="655"/>
                  </a:cubicBezTo>
                  <a:cubicBezTo>
                    <a:pt x="633" y="779"/>
                    <a:pt x="497" y="914"/>
                    <a:pt x="396" y="1050"/>
                  </a:cubicBezTo>
                  <a:cubicBezTo>
                    <a:pt x="339" y="1106"/>
                    <a:pt x="294" y="1174"/>
                    <a:pt x="249" y="1242"/>
                  </a:cubicBezTo>
                  <a:cubicBezTo>
                    <a:pt x="215" y="1309"/>
                    <a:pt x="181" y="1377"/>
                    <a:pt x="159" y="1433"/>
                  </a:cubicBezTo>
                  <a:cubicBezTo>
                    <a:pt x="91" y="1569"/>
                    <a:pt x="34" y="1704"/>
                    <a:pt x="1" y="1851"/>
                  </a:cubicBezTo>
                  <a:cubicBezTo>
                    <a:pt x="125" y="1761"/>
                    <a:pt x="238" y="1670"/>
                    <a:pt x="339" y="1558"/>
                  </a:cubicBezTo>
                  <a:cubicBezTo>
                    <a:pt x="396" y="1512"/>
                    <a:pt x="452" y="1467"/>
                    <a:pt x="497" y="1422"/>
                  </a:cubicBezTo>
                  <a:cubicBezTo>
                    <a:pt x="554" y="1366"/>
                    <a:pt x="610" y="1321"/>
                    <a:pt x="666" y="1276"/>
                  </a:cubicBezTo>
                  <a:cubicBezTo>
                    <a:pt x="790" y="1174"/>
                    <a:pt x="892" y="1061"/>
                    <a:pt x="1027" y="960"/>
                  </a:cubicBezTo>
                  <a:cubicBezTo>
                    <a:pt x="1152" y="847"/>
                    <a:pt x="1276" y="745"/>
                    <a:pt x="1389" y="632"/>
                  </a:cubicBezTo>
                  <a:cubicBezTo>
                    <a:pt x="1456" y="587"/>
                    <a:pt x="1501" y="519"/>
                    <a:pt x="1558" y="474"/>
                  </a:cubicBezTo>
                  <a:cubicBezTo>
                    <a:pt x="1614" y="429"/>
                    <a:pt x="1659" y="384"/>
                    <a:pt x="1705" y="328"/>
                  </a:cubicBezTo>
                  <a:cubicBezTo>
                    <a:pt x="1817" y="226"/>
                    <a:pt x="1919" y="125"/>
                    <a:pt x="1998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"/>
            <p:cNvSpPr/>
            <p:nvPr/>
          </p:nvSpPr>
          <p:spPr>
            <a:xfrm>
              <a:off x="3245350" y="3365575"/>
              <a:ext cx="29925" cy="23825"/>
            </a:xfrm>
            <a:custGeom>
              <a:avLst/>
              <a:gdLst/>
              <a:ahLst/>
              <a:cxnLst/>
              <a:rect l="l" t="t" r="r" b="b"/>
              <a:pathLst>
                <a:path w="1197" h="953" extrusionOk="0">
                  <a:moveTo>
                    <a:pt x="1124" y="0"/>
                  </a:moveTo>
                  <a:cubicBezTo>
                    <a:pt x="1059" y="0"/>
                    <a:pt x="995" y="11"/>
                    <a:pt x="937" y="27"/>
                  </a:cubicBezTo>
                  <a:cubicBezTo>
                    <a:pt x="757" y="73"/>
                    <a:pt x="587" y="163"/>
                    <a:pt x="441" y="287"/>
                  </a:cubicBezTo>
                  <a:cubicBezTo>
                    <a:pt x="305" y="411"/>
                    <a:pt x="192" y="547"/>
                    <a:pt x="102" y="705"/>
                  </a:cubicBezTo>
                  <a:cubicBezTo>
                    <a:pt x="57" y="784"/>
                    <a:pt x="23" y="863"/>
                    <a:pt x="1" y="953"/>
                  </a:cubicBezTo>
                  <a:cubicBezTo>
                    <a:pt x="91" y="941"/>
                    <a:pt x="170" y="919"/>
                    <a:pt x="260" y="885"/>
                  </a:cubicBezTo>
                  <a:cubicBezTo>
                    <a:pt x="418" y="817"/>
                    <a:pt x="576" y="716"/>
                    <a:pt x="712" y="603"/>
                  </a:cubicBezTo>
                  <a:cubicBezTo>
                    <a:pt x="779" y="547"/>
                    <a:pt x="836" y="490"/>
                    <a:pt x="903" y="422"/>
                  </a:cubicBezTo>
                  <a:cubicBezTo>
                    <a:pt x="949" y="355"/>
                    <a:pt x="1005" y="287"/>
                    <a:pt x="1061" y="231"/>
                  </a:cubicBezTo>
                  <a:cubicBezTo>
                    <a:pt x="1118" y="163"/>
                    <a:pt x="1163" y="84"/>
                    <a:pt x="1197" y="5"/>
                  </a:cubicBezTo>
                  <a:cubicBezTo>
                    <a:pt x="1173" y="2"/>
                    <a:pt x="1148" y="0"/>
                    <a:pt x="1124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"/>
            <p:cNvSpPr/>
            <p:nvPr/>
          </p:nvSpPr>
          <p:spPr>
            <a:xfrm>
              <a:off x="3407575" y="3376675"/>
              <a:ext cx="51350" cy="16675"/>
            </a:xfrm>
            <a:custGeom>
              <a:avLst/>
              <a:gdLst/>
              <a:ahLst/>
              <a:cxnLst/>
              <a:rect l="l" t="t" r="r" b="b"/>
              <a:pathLst>
                <a:path w="2054" h="667" extrusionOk="0">
                  <a:moveTo>
                    <a:pt x="728" y="1"/>
                  </a:moveTo>
                  <a:cubicBezTo>
                    <a:pt x="601" y="1"/>
                    <a:pt x="474" y="12"/>
                    <a:pt x="350" y="35"/>
                  </a:cubicBezTo>
                  <a:cubicBezTo>
                    <a:pt x="226" y="57"/>
                    <a:pt x="113" y="91"/>
                    <a:pt x="0" y="136"/>
                  </a:cubicBezTo>
                  <a:cubicBezTo>
                    <a:pt x="102" y="193"/>
                    <a:pt x="214" y="238"/>
                    <a:pt x="339" y="272"/>
                  </a:cubicBezTo>
                  <a:cubicBezTo>
                    <a:pt x="429" y="306"/>
                    <a:pt x="542" y="340"/>
                    <a:pt x="666" y="362"/>
                  </a:cubicBezTo>
                  <a:cubicBezTo>
                    <a:pt x="790" y="396"/>
                    <a:pt x="914" y="419"/>
                    <a:pt x="1038" y="441"/>
                  </a:cubicBezTo>
                  <a:cubicBezTo>
                    <a:pt x="1162" y="464"/>
                    <a:pt x="1275" y="497"/>
                    <a:pt x="1399" y="520"/>
                  </a:cubicBezTo>
                  <a:cubicBezTo>
                    <a:pt x="1523" y="531"/>
                    <a:pt x="1614" y="565"/>
                    <a:pt x="1715" y="588"/>
                  </a:cubicBezTo>
                  <a:cubicBezTo>
                    <a:pt x="1817" y="599"/>
                    <a:pt x="1896" y="622"/>
                    <a:pt x="1952" y="644"/>
                  </a:cubicBezTo>
                  <a:cubicBezTo>
                    <a:pt x="2020" y="667"/>
                    <a:pt x="2054" y="667"/>
                    <a:pt x="2054" y="667"/>
                  </a:cubicBezTo>
                  <a:cubicBezTo>
                    <a:pt x="2043" y="633"/>
                    <a:pt x="2020" y="599"/>
                    <a:pt x="2009" y="576"/>
                  </a:cubicBezTo>
                  <a:cubicBezTo>
                    <a:pt x="1952" y="497"/>
                    <a:pt x="1896" y="430"/>
                    <a:pt x="1828" y="373"/>
                  </a:cubicBezTo>
                  <a:cubicBezTo>
                    <a:pt x="1727" y="294"/>
                    <a:pt x="1625" y="227"/>
                    <a:pt x="1512" y="170"/>
                  </a:cubicBezTo>
                  <a:cubicBezTo>
                    <a:pt x="1388" y="114"/>
                    <a:pt x="1253" y="69"/>
                    <a:pt x="1106" y="35"/>
                  </a:cubicBezTo>
                  <a:cubicBezTo>
                    <a:pt x="982" y="12"/>
                    <a:pt x="855" y="1"/>
                    <a:pt x="72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"/>
            <p:cNvSpPr/>
            <p:nvPr/>
          </p:nvSpPr>
          <p:spPr>
            <a:xfrm>
              <a:off x="3416600" y="3395825"/>
              <a:ext cx="43175" cy="15025"/>
            </a:xfrm>
            <a:custGeom>
              <a:avLst/>
              <a:gdLst/>
              <a:ahLst/>
              <a:cxnLst/>
              <a:rect l="l" t="t" r="r" b="b"/>
              <a:pathLst>
                <a:path w="1727" h="601" extrusionOk="0">
                  <a:moveTo>
                    <a:pt x="1359" y="0"/>
                  </a:moveTo>
                  <a:cubicBezTo>
                    <a:pt x="1165" y="0"/>
                    <a:pt x="979" y="33"/>
                    <a:pt x="801" y="93"/>
                  </a:cubicBezTo>
                  <a:cubicBezTo>
                    <a:pt x="598" y="160"/>
                    <a:pt x="406" y="251"/>
                    <a:pt x="237" y="375"/>
                  </a:cubicBezTo>
                  <a:cubicBezTo>
                    <a:pt x="147" y="431"/>
                    <a:pt x="68" y="499"/>
                    <a:pt x="0" y="578"/>
                  </a:cubicBezTo>
                  <a:cubicBezTo>
                    <a:pt x="90" y="600"/>
                    <a:pt x="192" y="600"/>
                    <a:pt x="294" y="600"/>
                  </a:cubicBezTo>
                  <a:cubicBezTo>
                    <a:pt x="508" y="589"/>
                    <a:pt x="722" y="555"/>
                    <a:pt x="914" y="476"/>
                  </a:cubicBezTo>
                  <a:cubicBezTo>
                    <a:pt x="1016" y="442"/>
                    <a:pt x="1117" y="409"/>
                    <a:pt x="1208" y="363"/>
                  </a:cubicBezTo>
                  <a:cubicBezTo>
                    <a:pt x="1298" y="318"/>
                    <a:pt x="1388" y="273"/>
                    <a:pt x="1467" y="228"/>
                  </a:cubicBezTo>
                  <a:cubicBezTo>
                    <a:pt x="1557" y="183"/>
                    <a:pt x="1648" y="126"/>
                    <a:pt x="1727" y="59"/>
                  </a:cubicBezTo>
                  <a:cubicBezTo>
                    <a:pt x="1636" y="36"/>
                    <a:pt x="1535" y="14"/>
                    <a:pt x="1445" y="2"/>
                  </a:cubicBezTo>
                  <a:cubicBezTo>
                    <a:pt x="1416" y="1"/>
                    <a:pt x="1387" y="0"/>
                    <a:pt x="1359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"/>
            <p:cNvSpPr/>
            <p:nvPr/>
          </p:nvSpPr>
          <p:spPr>
            <a:xfrm>
              <a:off x="3401650" y="3334650"/>
              <a:ext cx="68275" cy="47975"/>
            </a:xfrm>
            <a:custGeom>
              <a:avLst/>
              <a:gdLst/>
              <a:ahLst/>
              <a:cxnLst/>
              <a:rect l="l" t="t" r="r" b="b"/>
              <a:pathLst>
                <a:path w="2731" h="1919" extrusionOk="0">
                  <a:moveTo>
                    <a:pt x="0" y="1"/>
                  </a:moveTo>
                  <a:cubicBezTo>
                    <a:pt x="0" y="1"/>
                    <a:pt x="57" y="23"/>
                    <a:pt x="136" y="80"/>
                  </a:cubicBezTo>
                  <a:lnTo>
                    <a:pt x="294" y="159"/>
                  </a:lnTo>
                  <a:cubicBezTo>
                    <a:pt x="350" y="192"/>
                    <a:pt x="406" y="226"/>
                    <a:pt x="463" y="283"/>
                  </a:cubicBezTo>
                  <a:cubicBezTo>
                    <a:pt x="519" y="328"/>
                    <a:pt x="598" y="362"/>
                    <a:pt x="666" y="418"/>
                  </a:cubicBezTo>
                  <a:cubicBezTo>
                    <a:pt x="734" y="475"/>
                    <a:pt x="801" y="531"/>
                    <a:pt x="892" y="576"/>
                  </a:cubicBezTo>
                  <a:cubicBezTo>
                    <a:pt x="971" y="633"/>
                    <a:pt x="1050" y="700"/>
                    <a:pt x="1129" y="757"/>
                  </a:cubicBezTo>
                  <a:cubicBezTo>
                    <a:pt x="1208" y="824"/>
                    <a:pt x="1287" y="870"/>
                    <a:pt x="1366" y="937"/>
                  </a:cubicBezTo>
                  <a:cubicBezTo>
                    <a:pt x="1693" y="1197"/>
                    <a:pt x="2020" y="1434"/>
                    <a:pt x="2280" y="1614"/>
                  </a:cubicBezTo>
                  <a:lnTo>
                    <a:pt x="2595" y="1840"/>
                  </a:lnTo>
                  <a:cubicBezTo>
                    <a:pt x="2674" y="1885"/>
                    <a:pt x="2731" y="1919"/>
                    <a:pt x="2731" y="1919"/>
                  </a:cubicBezTo>
                  <a:cubicBezTo>
                    <a:pt x="2652" y="1750"/>
                    <a:pt x="2562" y="1592"/>
                    <a:pt x="2449" y="1445"/>
                  </a:cubicBezTo>
                  <a:cubicBezTo>
                    <a:pt x="2336" y="1298"/>
                    <a:pt x="2212" y="1152"/>
                    <a:pt x="2088" y="1028"/>
                  </a:cubicBezTo>
                  <a:cubicBezTo>
                    <a:pt x="2009" y="949"/>
                    <a:pt x="1941" y="881"/>
                    <a:pt x="1862" y="813"/>
                  </a:cubicBezTo>
                  <a:lnTo>
                    <a:pt x="1614" y="610"/>
                  </a:lnTo>
                  <a:cubicBezTo>
                    <a:pt x="1523" y="542"/>
                    <a:pt x="1433" y="486"/>
                    <a:pt x="1343" y="429"/>
                  </a:cubicBezTo>
                  <a:cubicBezTo>
                    <a:pt x="1253" y="362"/>
                    <a:pt x="1162" y="317"/>
                    <a:pt x="1072" y="271"/>
                  </a:cubicBezTo>
                  <a:cubicBezTo>
                    <a:pt x="982" y="215"/>
                    <a:pt x="892" y="181"/>
                    <a:pt x="801" y="147"/>
                  </a:cubicBezTo>
                  <a:cubicBezTo>
                    <a:pt x="722" y="113"/>
                    <a:pt x="632" y="80"/>
                    <a:pt x="542" y="57"/>
                  </a:cubicBezTo>
                  <a:cubicBezTo>
                    <a:pt x="418" y="12"/>
                    <a:pt x="282" y="1"/>
                    <a:pt x="15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"/>
            <p:cNvSpPr/>
            <p:nvPr/>
          </p:nvSpPr>
          <p:spPr>
            <a:xfrm>
              <a:off x="3436350" y="3320275"/>
              <a:ext cx="36400" cy="69975"/>
            </a:xfrm>
            <a:custGeom>
              <a:avLst/>
              <a:gdLst/>
              <a:ahLst/>
              <a:cxnLst/>
              <a:rect l="l" t="t" r="r" b="b"/>
              <a:pathLst>
                <a:path w="1456" h="2799" extrusionOk="0">
                  <a:moveTo>
                    <a:pt x="0" y="0"/>
                  </a:moveTo>
                  <a:cubicBezTo>
                    <a:pt x="0" y="0"/>
                    <a:pt x="11" y="45"/>
                    <a:pt x="56" y="124"/>
                  </a:cubicBezTo>
                  <a:cubicBezTo>
                    <a:pt x="102" y="203"/>
                    <a:pt x="169" y="316"/>
                    <a:pt x="237" y="440"/>
                  </a:cubicBezTo>
                  <a:cubicBezTo>
                    <a:pt x="305" y="576"/>
                    <a:pt x="372" y="722"/>
                    <a:pt x="451" y="892"/>
                  </a:cubicBezTo>
                  <a:cubicBezTo>
                    <a:pt x="508" y="959"/>
                    <a:pt x="542" y="1050"/>
                    <a:pt x="587" y="1140"/>
                  </a:cubicBezTo>
                  <a:cubicBezTo>
                    <a:pt x="621" y="1219"/>
                    <a:pt x="677" y="1309"/>
                    <a:pt x="711" y="1399"/>
                  </a:cubicBezTo>
                  <a:lnTo>
                    <a:pt x="1207" y="2359"/>
                  </a:lnTo>
                  <a:lnTo>
                    <a:pt x="1377" y="2675"/>
                  </a:lnTo>
                  <a:cubicBezTo>
                    <a:pt x="1422" y="2753"/>
                    <a:pt x="1444" y="2799"/>
                    <a:pt x="1444" y="2799"/>
                  </a:cubicBezTo>
                  <a:lnTo>
                    <a:pt x="1444" y="2663"/>
                  </a:lnTo>
                  <a:cubicBezTo>
                    <a:pt x="1456" y="2528"/>
                    <a:pt x="1444" y="2404"/>
                    <a:pt x="1422" y="2280"/>
                  </a:cubicBezTo>
                  <a:cubicBezTo>
                    <a:pt x="1399" y="2110"/>
                    <a:pt x="1365" y="1941"/>
                    <a:pt x="1309" y="1772"/>
                  </a:cubicBezTo>
                  <a:cubicBezTo>
                    <a:pt x="1275" y="1670"/>
                    <a:pt x="1241" y="1580"/>
                    <a:pt x="1207" y="1490"/>
                  </a:cubicBezTo>
                  <a:cubicBezTo>
                    <a:pt x="1162" y="1399"/>
                    <a:pt x="1128" y="1298"/>
                    <a:pt x="1083" y="1208"/>
                  </a:cubicBezTo>
                  <a:cubicBezTo>
                    <a:pt x="993" y="1027"/>
                    <a:pt x="880" y="858"/>
                    <a:pt x="767" y="700"/>
                  </a:cubicBezTo>
                  <a:cubicBezTo>
                    <a:pt x="666" y="553"/>
                    <a:pt x="542" y="418"/>
                    <a:pt x="418" y="294"/>
                  </a:cubicBezTo>
                  <a:cubicBezTo>
                    <a:pt x="327" y="203"/>
                    <a:pt x="226" y="124"/>
                    <a:pt x="124" y="68"/>
                  </a:cubicBezTo>
                  <a:cubicBezTo>
                    <a:pt x="45" y="2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"/>
            <p:cNvSpPr/>
            <p:nvPr/>
          </p:nvSpPr>
          <p:spPr>
            <a:xfrm>
              <a:off x="3288525" y="3303825"/>
              <a:ext cx="33025" cy="10550"/>
            </a:xfrm>
            <a:custGeom>
              <a:avLst/>
              <a:gdLst/>
              <a:ahLst/>
              <a:cxnLst/>
              <a:rect l="l" t="t" r="r" b="b"/>
              <a:pathLst>
                <a:path w="1321" h="422" extrusionOk="0">
                  <a:moveTo>
                    <a:pt x="712" y="1"/>
                  </a:moveTo>
                  <a:cubicBezTo>
                    <a:pt x="685" y="1"/>
                    <a:pt x="658" y="2"/>
                    <a:pt x="632" y="4"/>
                  </a:cubicBezTo>
                  <a:cubicBezTo>
                    <a:pt x="542" y="15"/>
                    <a:pt x="463" y="38"/>
                    <a:pt x="373" y="60"/>
                  </a:cubicBezTo>
                  <a:cubicBezTo>
                    <a:pt x="305" y="83"/>
                    <a:pt x="237" y="117"/>
                    <a:pt x="169" y="162"/>
                  </a:cubicBezTo>
                  <a:cubicBezTo>
                    <a:pt x="102" y="207"/>
                    <a:pt x="45" y="263"/>
                    <a:pt x="0" y="331"/>
                  </a:cubicBezTo>
                  <a:cubicBezTo>
                    <a:pt x="68" y="365"/>
                    <a:pt x="147" y="376"/>
                    <a:pt x="226" y="387"/>
                  </a:cubicBezTo>
                  <a:cubicBezTo>
                    <a:pt x="305" y="399"/>
                    <a:pt x="373" y="421"/>
                    <a:pt x="440" y="421"/>
                  </a:cubicBezTo>
                  <a:lnTo>
                    <a:pt x="677" y="421"/>
                  </a:lnTo>
                  <a:cubicBezTo>
                    <a:pt x="824" y="399"/>
                    <a:pt x="959" y="365"/>
                    <a:pt x="1106" y="308"/>
                  </a:cubicBezTo>
                  <a:cubicBezTo>
                    <a:pt x="1174" y="286"/>
                    <a:pt x="1253" y="241"/>
                    <a:pt x="1320" y="196"/>
                  </a:cubicBezTo>
                  <a:cubicBezTo>
                    <a:pt x="1253" y="150"/>
                    <a:pt x="1185" y="105"/>
                    <a:pt x="1106" y="71"/>
                  </a:cubicBezTo>
                  <a:cubicBezTo>
                    <a:pt x="984" y="24"/>
                    <a:pt x="846" y="1"/>
                    <a:pt x="712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"/>
            <p:cNvSpPr/>
            <p:nvPr/>
          </p:nvSpPr>
          <p:spPr>
            <a:xfrm>
              <a:off x="3355950" y="3503625"/>
              <a:ext cx="17225" cy="42075"/>
            </a:xfrm>
            <a:custGeom>
              <a:avLst/>
              <a:gdLst/>
              <a:ahLst/>
              <a:cxnLst/>
              <a:rect l="l" t="t" r="r" b="b"/>
              <a:pathLst>
                <a:path w="689" h="1683" extrusionOk="0">
                  <a:moveTo>
                    <a:pt x="688" y="1"/>
                  </a:moveTo>
                  <a:lnTo>
                    <a:pt x="688" y="1"/>
                  </a:lnTo>
                  <a:cubicBezTo>
                    <a:pt x="598" y="57"/>
                    <a:pt x="508" y="114"/>
                    <a:pt x="440" y="181"/>
                  </a:cubicBezTo>
                  <a:cubicBezTo>
                    <a:pt x="361" y="249"/>
                    <a:pt x="293" y="328"/>
                    <a:pt x="248" y="418"/>
                  </a:cubicBezTo>
                  <a:cubicBezTo>
                    <a:pt x="192" y="531"/>
                    <a:pt x="135" y="633"/>
                    <a:pt x="102" y="746"/>
                  </a:cubicBezTo>
                  <a:cubicBezTo>
                    <a:pt x="34" y="949"/>
                    <a:pt x="0" y="1163"/>
                    <a:pt x="11" y="1378"/>
                  </a:cubicBezTo>
                  <a:cubicBezTo>
                    <a:pt x="11" y="1479"/>
                    <a:pt x="34" y="1581"/>
                    <a:pt x="68" y="1682"/>
                  </a:cubicBezTo>
                  <a:cubicBezTo>
                    <a:pt x="135" y="1603"/>
                    <a:pt x="192" y="1524"/>
                    <a:pt x="248" y="1434"/>
                  </a:cubicBezTo>
                  <a:cubicBezTo>
                    <a:pt x="339" y="1265"/>
                    <a:pt x="429" y="1073"/>
                    <a:pt x="485" y="881"/>
                  </a:cubicBezTo>
                  <a:cubicBezTo>
                    <a:pt x="519" y="779"/>
                    <a:pt x="553" y="689"/>
                    <a:pt x="576" y="588"/>
                  </a:cubicBezTo>
                  <a:cubicBezTo>
                    <a:pt x="598" y="486"/>
                    <a:pt x="609" y="396"/>
                    <a:pt x="643" y="306"/>
                  </a:cubicBezTo>
                  <a:cubicBezTo>
                    <a:pt x="666" y="204"/>
                    <a:pt x="677" y="102"/>
                    <a:pt x="688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"/>
            <p:cNvSpPr/>
            <p:nvPr/>
          </p:nvSpPr>
          <p:spPr>
            <a:xfrm>
              <a:off x="3374850" y="3491775"/>
              <a:ext cx="15525" cy="32475"/>
            </a:xfrm>
            <a:custGeom>
              <a:avLst/>
              <a:gdLst/>
              <a:ahLst/>
              <a:cxnLst/>
              <a:rect l="l" t="t" r="r" b="b"/>
              <a:pathLst>
                <a:path w="621" h="1299" extrusionOk="0">
                  <a:moveTo>
                    <a:pt x="621" y="1"/>
                  </a:moveTo>
                  <a:lnTo>
                    <a:pt x="621" y="1"/>
                  </a:lnTo>
                  <a:cubicBezTo>
                    <a:pt x="542" y="35"/>
                    <a:pt x="463" y="80"/>
                    <a:pt x="406" y="136"/>
                  </a:cubicBezTo>
                  <a:cubicBezTo>
                    <a:pt x="271" y="249"/>
                    <a:pt x="158" y="396"/>
                    <a:pt x="102" y="554"/>
                  </a:cubicBezTo>
                  <a:cubicBezTo>
                    <a:pt x="34" y="712"/>
                    <a:pt x="0" y="881"/>
                    <a:pt x="0" y="1050"/>
                  </a:cubicBezTo>
                  <a:cubicBezTo>
                    <a:pt x="0" y="1129"/>
                    <a:pt x="23" y="1220"/>
                    <a:pt x="45" y="1299"/>
                  </a:cubicBezTo>
                  <a:cubicBezTo>
                    <a:pt x="113" y="1253"/>
                    <a:pt x="169" y="1197"/>
                    <a:pt x="226" y="1129"/>
                  </a:cubicBezTo>
                  <a:cubicBezTo>
                    <a:pt x="339" y="1005"/>
                    <a:pt x="418" y="859"/>
                    <a:pt x="485" y="712"/>
                  </a:cubicBezTo>
                  <a:cubicBezTo>
                    <a:pt x="508" y="633"/>
                    <a:pt x="530" y="554"/>
                    <a:pt x="553" y="486"/>
                  </a:cubicBezTo>
                  <a:cubicBezTo>
                    <a:pt x="576" y="407"/>
                    <a:pt x="587" y="328"/>
                    <a:pt x="598" y="260"/>
                  </a:cubicBezTo>
                  <a:cubicBezTo>
                    <a:pt x="621" y="170"/>
                    <a:pt x="621" y="91"/>
                    <a:pt x="621" y="1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"/>
            <p:cNvSpPr/>
            <p:nvPr/>
          </p:nvSpPr>
          <p:spPr>
            <a:xfrm>
              <a:off x="3555400" y="3519725"/>
              <a:ext cx="12425" cy="35550"/>
            </a:xfrm>
            <a:custGeom>
              <a:avLst/>
              <a:gdLst/>
              <a:ahLst/>
              <a:cxnLst/>
              <a:rect l="l" t="t" r="r" b="b"/>
              <a:pathLst>
                <a:path w="497" h="1422" extrusionOk="0">
                  <a:moveTo>
                    <a:pt x="327" y="0"/>
                  </a:moveTo>
                  <a:cubicBezTo>
                    <a:pt x="271" y="68"/>
                    <a:pt x="226" y="147"/>
                    <a:pt x="192" y="226"/>
                  </a:cubicBezTo>
                  <a:cubicBezTo>
                    <a:pt x="169" y="293"/>
                    <a:pt x="135" y="372"/>
                    <a:pt x="113" y="451"/>
                  </a:cubicBezTo>
                  <a:cubicBezTo>
                    <a:pt x="90" y="530"/>
                    <a:pt x="68" y="609"/>
                    <a:pt x="45" y="688"/>
                  </a:cubicBezTo>
                  <a:cubicBezTo>
                    <a:pt x="11" y="846"/>
                    <a:pt x="0" y="1016"/>
                    <a:pt x="11" y="1174"/>
                  </a:cubicBezTo>
                  <a:cubicBezTo>
                    <a:pt x="11" y="1264"/>
                    <a:pt x="23" y="1343"/>
                    <a:pt x="45" y="1422"/>
                  </a:cubicBezTo>
                  <a:cubicBezTo>
                    <a:pt x="113" y="1377"/>
                    <a:pt x="181" y="1320"/>
                    <a:pt x="226" y="1253"/>
                  </a:cubicBezTo>
                  <a:cubicBezTo>
                    <a:pt x="293" y="1185"/>
                    <a:pt x="339" y="1117"/>
                    <a:pt x="372" y="1038"/>
                  </a:cubicBezTo>
                  <a:cubicBezTo>
                    <a:pt x="406" y="948"/>
                    <a:pt x="440" y="858"/>
                    <a:pt x="463" y="767"/>
                  </a:cubicBezTo>
                  <a:cubicBezTo>
                    <a:pt x="497" y="587"/>
                    <a:pt x="485" y="406"/>
                    <a:pt x="440" y="237"/>
                  </a:cubicBezTo>
                  <a:cubicBezTo>
                    <a:pt x="418" y="158"/>
                    <a:pt x="372" y="79"/>
                    <a:pt x="327" y="0"/>
                  </a:cubicBezTo>
                  <a:close/>
                </a:path>
              </a:pathLst>
            </a:custGeom>
            <a:solidFill>
              <a:srgbClr val="ECE6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"/>
            <p:cNvSpPr/>
            <p:nvPr/>
          </p:nvSpPr>
          <p:spPr>
            <a:xfrm>
              <a:off x="2240150" y="2125000"/>
              <a:ext cx="516900" cy="383775"/>
            </a:xfrm>
            <a:custGeom>
              <a:avLst/>
              <a:gdLst/>
              <a:ahLst/>
              <a:cxnLst/>
              <a:rect l="l" t="t" r="r" b="b"/>
              <a:pathLst>
                <a:path w="20676" h="15351" extrusionOk="0">
                  <a:moveTo>
                    <a:pt x="19175" y="0"/>
                  </a:moveTo>
                  <a:lnTo>
                    <a:pt x="19175" y="0"/>
                  </a:lnTo>
                  <a:cubicBezTo>
                    <a:pt x="17324" y="1095"/>
                    <a:pt x="1854" y="10235"/>
                    <a:pt x="71" y="11239"/>
                  </a:cubicBezTo>
                  <a:cubicBezTo>
                    <a:pt x="206" y="11239"/>
                    <a:pt x="263" y="11239"/>
                    <a:pt x="217" y="11251"/>
                  </a:cubicBezTo>
                  <a:cubicBezTo>
                    <a:pt x="0" y="11294"/>
                    <a:pt x="3850" y="15351"/>
                    <a:pt x="9177" y="15351"/>
                  </a:cubicBezTo>
                  <a:cubicBezTo>
                    <a:pt x="10768" y="15351"/>
                    <a:pt x="12491" y="14989"/>
                    <a:pt x="14278" y="14049"/>
                  </a:cubicBezTo>
                  <a:cubicBezTo>
                    <a:pt x="20676" y="10675"/>
                    <a:pt x="19705" y="2697"/>
                    <a:pt x="19175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"/>
            <p:cNvSpPr/>
            <p:nvPr/>
          </p:nvSpPr>
          <p:spPr>
            <a:xfrm>
              <a:off x="2238525" y="2122175"/>
              <a:ext cx="605700" cy="471700"/>
            </a:xfrm>
            <a:custGeom>
              <a:avLst/>
              <a:gdLst/>
              <a:ahLst/>
              <a:cxnLst/>
              <a:rect l="l" t="t" r="r" b="b"/>
              <a:pathLst>
                <a:path w="24228" h="18868" extrusionOk="0">
                  <a:moveTo>
                    <a:pt x="19240" y="124"/>
                  </a:moveTo>
                  <a:cubicBezTo>
                    <a:pt x="19770" y="2810"/>
                    <a:pt x="20741" y="10788"/>
                    <a:pt x="14343" y="14162"/>
                  </a:cubicBezTo>
                  <a:cubicBezTo>
                    <a:pt x="6579" y="18258"/>
                    <a:pt x="0" y="11431"/>
                    <a:pt x="282" y="11375"/>
                  </a:cubicBezTo>
                  <a:cubicBezTo>
                    <a:pt x="328" y="11364"/>
                    <a:pt x="271" y="11364"/>
                    <a:pt x="136" y="11352"/>
                  </a:cubicBezTo>
                  <a:lnTo>
                    <a:pt x="0" y="11431"/>
                  </a:lnTo>
                  <a:cubicBezTo>
                    <a:pt x="0" y="11431"/>
                    <a:pt x="5891" y="18867"/>
                    <a:pt x="13158" y="15561"/>
                  </a:cubicBezTo>
                  <a:cubicBezTo>
                    <a:pt x="24228" y="10528"/>
                    <a:pt x="19432" y="0"/>
                    <a:pt x="19432" y="0"/>
                  </a:cubicBezTo>
                  <a:close/>
                </a:path>
              </a:pathLst>
            </a:custGeom>
            <a:solidFill>
              <a:srgbClr val="C798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"/>
            <p:cNvSpPr/>
            <p:nvPr/>
          </p:nvSpPr>
          <p:spPr>
            <a:xfrm>
              <a:off x="2493825" y="2209350"/>
              <a:ext cx="119350" cy="74500"/>
            </a:xfrm>
            <a:custGeom>
              <a:avLst/>
              <a:gdLst/>
              <a:ahLst/>
              <a:cxnLst/>
              <a:rect l="l" t="t" r="r" b="b"/>
              <a:pathLst>
                <a:path w="4774" h="2980" extrusionOk="0">
                  <a:moveTo>
                    <a:pt x="4774" y="0"/>
                  </a:moveTo>
                  <a:lnTo>
                    <a:pt x="4774" y="0"/>
                  </a:lnTo>
                  <a:cubicBezTo>
                    <a:pt x="4480" y="79"/>
                    <a:pt x="4198" y="181"/>
                    <a:pt x="3927" y="305"/>
                  </a:cubicBezTo>
                  <a:cubicBezTo>
                    <a:pt x="3645" y="406"/>
                    <a:pt x="3363" y="542"/>
                    <a:pt x="3104" y="700"/>
                  </a:cubicBezTo>
                  <a:cubicBezTo>
                    <a:pt x="2810" y="869"/>
                    <a:pt x="2506" y="1050"/>
                    <a:pt x="2224" y="1241"/>
                  </a:cubicBezTo>
                  <a:cubicBezTo>
                    <a:pt x="1930" y="1445"/>
                    <a:pt x="1648" y="1636"/>
                    <a:pt x="1388" y="1839"/>
                  </a:cubicBezTo>
                  <a:cubicBezTo>
                    <a:pt x="1129" y="2043"/>
                    <a:pt x="869" y="2223"/>
                    <a:pt x="666" y="2392"/>
                  </a:cubicBezTo>
                  <a:cubicBezTo>
                    <a:pt x="429" y="2573"/>
                    <a:pt x="204" y="2765"/>
                    <a:pt x="1" y="2979"/>
                  </a:cubicBezTo>
                  <a:cubicBezTo>
                    <a:pt x="283" y="2889"/>
                    <a:pt x="553" y="2787"/>
                    <a:pt x="824" y="2663"/>
                  </a:cubicBezTo>
                  <a:cubicBezTo>
                    <a:pt x="1106" y="2550"/>
                    <a:pt x="1377" y="2415"/>
                    <a:pt x="1637" y="2257"/>
                  </a:cubicBezTo>
                  <a:cubicBezTo>
                    <a:pt x="1930" y="2099"/>
                    <a:pt x="2235" y="1907"/>
                    <a:pt x="2528" y="1704"/>
                  </a:cubicBezTo>
                  <a:cubicBezTo>
                    <a:pt x="2822" y="1512"/>
                    <a:pt x="3115" y="1320"/>
                    <a:pt x="3375" y="1117"/>
                  </a:cubicBezTo>
                  <a:cubicBezTo>
                    <a:pt x="3510" y="1016"/>
                    <a:pt x="3623" y="914"/>
                    <a:pt x="3747" y="824"/>
                  </a:cubicBezTo>
                  <a:cubicBezTo>
                    <a:pt x="3871" y="745"/>
                    <a:pt x="3984" y="655"/>
                    <a:pt x="4085" y="576"/>
                  </a:cubicBezTo>
                  <a:cubicBezTo>
                    <a:pt x="4322" y="395"/>
                    <a:pt x="4559" y="203"/>
                    <a:pt x="47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"/>
            <p:cNvSpPr/>
            <p:nvPr/>
          </p:nvSpPr>
          <p:spPr>
            <a:xfrm>
              <a:off x="2606100" y="2204275"/>
              <a:ext cx="40925" cy="28700"/>
            </a:xfrm>
            <a:custGeom>
              <a:avLst/>
              <a:gdLst/>
              <a:ahLst/>
              <a:cxnLst/>
              <a:rect l="l" t="t" r="r" b="b"/>
              <a:pathLst>
                <a:path w="1637" h="1148" extrusionOk="0">
                  <a:moveTo>
                    <a:pt x="1637" y="0"/>
                  </a:moveTo>
                  <a:cubicBezTo>
                    <a:pt x="1513" y="0"/>
                    <a:pt x="1400" y="11"/>
                    <a:pt x="1287" y="56"/>
                  </a:cubicBezTo>
                  <a:cubicBezTo>
                    <a:pt x="1061" y="124"/>
                    <a:pt x="847" y="226"/>
                    <a:pt x="666" y="384"/>
                  </a:cubicBezTo>
                  <a:cubicBezTo>
                    <a:pt x="576" y="451"/>
                    <a:pt x="486" y="519"/>
                    <a:pt x="418" y="609"/>
                  </a:cubicBezTo>
                  <a:cubicBezTo>
                    <a:pt x="339" y="688"/>
                    <a:pt x="260" y="767"/>
                    <a:pt x="192" y="846"/>
                  </a:cubicBezTo>
                  <a:cubicBezTo>
                    <a:pt x="113" y="937"/>
                    <a:pt x="46" y="1027"/>
                    <a:pt x="1" y="1140"/>
                  </a:cubicBezTo>
                  <a:cubicBezTo>
                    <a:pt x="47" y="1144"/>
                    <a:pt x="94" y="1147"/>
                    <a:pt x="141" y="1147"/>
                  </a:cubicBezTo>
                  <a:cubicBezTo>
                    <a:pt x="207" y="1147"/>
                    <a:pt x="273" y="1142"/>
                    <a:pt x="339" y="1128"/>
                  </a:cubicBezTo>
                  <a:cubicBezTo>
                    <a:pt x="542" y="1117"/>
                    <a:pt x="791" y="970"/>
                    <a:pt x="1005" y="824"/>
                  </a:cubicBezTo>
                  <a:cubicBezTo>
                    <a:pt x="1185" y="677"/>
                    <a:pt x="1343" y="508"/>
                    <a:pt x="1479" y="316"/>
                  </a:cubicBezTo>
                  <a:cubicBezTo>
                    <a:pt x="1535" y="214"/>
                    <a:pt x="1592" y="113"/>
                    <a:pt x="16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"/>
            <p:cNvSpPr/>
            <p:nvPr/>
          </p:nvSpPr>
          <p:spPr>
            <a:xfrm>
              <a:off x="2047250" y="1173175"/>
              <a:ext cx="215000" cy="179450"/>
            </a:xfrm>
            <a:custGeom>
              <a:avLst/>
              <a:gdLst/>
              <a:ahLst/>
              <a:cxnLst/>
              <a:rect l="l" t="t" r="r" b="b"/>
              <a:pathLst>
                <a:path w="8600" h="7178" extrusionOk="0">
                  <a:moveTo>
                    <a:pt x="2675" y="0"/>
                  </a:moveTo>
                  <a:lnTo>
                    <a:pt x="1" y="271"/>
                  </a:lnTo>
                  <a:lnTo>
                    <a:pt x="12" y="5191"/>
                  </a:lnTo>
                  <a:lnTo>
                    <a:pt x="3138" y="4999"/>
                  </a:lnTo>
                  <a:lnTo>
                    <a:pt x="8599" y="7177"/>
                  </a:lnTo>
                  <a:lnTo>
                    <a:pt x="8599" y="7177"/>
                  </a:lnTo>
                  <a:lnTo>
                    <a:pt x="8509" y="5767"/>
                  </a:lnTo>
                  <a:lnTo>
                    <a:pt x="2675" y="0"/>
                  </a:lnTo>
                  <a:close/>
                </a:path>
              </a:pathLst>
            </a:custGeom>
            <a:solidFill>
              <a:srgbClr val="E3E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"/>
            <p:cNvSpPr/>
            <p:nvPr/>
          </p:nvSpPr>
          <p:spPr>
            <a:xfrm>
              <a:off x="2047525" y="1298150"/>
              <a:ext cx="235300" cy="733775"/>
            </a:xfrm>
            <a:custGeom>
              <a:avLst/>
              <a:gdLst/>
              <a:ahLst/>
              <a:cxnLst/>
              <a:rect l="l" t="t" r="r" b="b"/>
              <a:pathLst>
                <a:path w="9412" h="29351" extrusionOk="0">
                  <a:moveTo>
                    <a:pt x="3127" y="0"/>
                  </a:moveTo>
                  <a:lnTo>
                    <a:pt x="1" y="192"/>
                  </a:lnTo>
                  <a:lnTo>
                    <a:pt x="1" y="6884"/>
                  </a:lnTo>
                  <a:lnTo>
                    <a:pt x="1" y="28933"/>
                  </a:lnTo>
                  <a:lnTo>
                    <a:pt x="328" y="29350"/>
                  </a:lnTo>
                  <a:lnTo>
                    <a:pt x="1039" y="29023"/>
                  </a:lnTo>
                  <a:lnTo>
                    <a:pt x="9412" y="14512"/>
                  </a:lnTo>
                  <a:lnTo>
                    <a:pt x="9107" y="9942"/>
                  </a:lnTo>
                  <a:lnTo>
                    <a:pt x="8588" y="2178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D939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"/>
            <p:cNvSpPr/>
            <p:nvPr/>
          </p:nvSpPr>
          <p:spPr>
            <a:xfrm>
              <a:off x="2047525" y="1298425"/>
              <a:ext cx="227700" cy="248550"/>
            </a:xfrm>
            <a:custGeom>
              <a:avLst/>
              <a:gdLst/>
              <a:ahLst/>
              <a:cxnLst/>
              <a:rect l="l" t="t" r="r" b="b"/>
              <a:pathLst>
                <a:path w="9108" h="9942" extrusionOk="0">
                  <a:moveTo>
                    <a:pt x="3127" y="1"/>
                  </a:moveTo>
                  <a:lnTo>
                    <a:pt x="1" y="192"/>
                  </a:lnTo>
                  <a:lnTo>
                    <a:pt x="1" y="6895"/>
                  </a:lnTo>
                  <a:cubicBezTo>
                    <a:pt x="892" y="6963"/>
                    <a:pt x="1761" y="7256"/>
                    <a:pt x="2246" y="7685"/>
                  </a:cubicBezTo>
                  <a:lnTo>
                    <a:pt x="9107" y="9942"/>
                  </a:lnTo>
                  <a:lnTo>
                    <a:pt x="8588" y="2178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"/>
            <p:cNvSpPr/>
            <p:nvPr/>
          </p:nvSpPr>
          <p:spPr>
            <a:xfrm>
              <a:off x="2055725" y="1300125"/>
              <a:ext cx="683850" cy="731800"/>
            </a:xfrm>
            <a:custGeom>
              <a:avLst/>
              <a:gdLst/>
              <a:ahLst/>
              <a:cxnLst/>
              <a:rect l="l" t="t" r="r" b="b"/>
              <a:pathLst>
                <a:path w="27354" h="29272" extrusionOk="0">
                  <a:moveTo>
                    <a:pt x="1986" y="0"/>
                  </a:moveTo>
                  <a:lnTo>
                    <a:pt x="1501" y="7188"/>
                  </a:lnTo>
                  <a:lnTo>
                    <a:pt x="34" y="28854"/>
                  </a:lnTo>
                  <a:lnTo>
                    <a:pt x="0" y="29271"/>
                  </a:lnTo>
                  <a:lnTo>
                    <a:pt x="339" y="29192"/>
                  </a:lnTo>
                  <a:lnTo>
                    <a:pt x="15764" y="25130"/>
                  </a:lnTo>
                  <a:lnTo>
                    <a:pt x="27353" y="22095"/>
                  </a:lnTo>
                  <a:cubicBezTo>
                    <a:pt x="24577" y="14162"/>
                    <a:pt x="18946" y="7233"/>
                    <a:pt x="10190" y="3047"/>
                  </a:cubicBezTo>
                  <a:cubicBezTo>
                    <a:pt x="7561" y="1772"/>
                    <a:pt x="4819" y="745"/>
                    <a:pt x="1986" y="0"/>
                  </a:cubicBezTo>
                  <a:close/>
                </a:path>
              </a:pathLst>
            </a:custGeom>
            <a:solidFill>
              <a:srgbClr val="E7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"/>
            <p:cNvSpPr/>
            <p:nvPr/>
          </p:nvSpPr>
          <p:spPr>
            <a:xfrm>
              <a:off x="2105650" y="1173175"/>
              <a:ext cx="728975" cy="679050"/>
            </a:xfrm>
            <a:custGeom>
              <a:avLst/>
              <a:gdLst/>
              <a:ahLst/>
              <a:cxnLst/>
              <a:rect l="l" t="t" r="r" b="b"/>
              <a:pathLst>
                <a:path w="29159" h="27162" extrusionOk="0">
                  <a:moveTo>
                    <a:pt x="339" y="0"/>
                  </a:moveTo>
                  <a:lnTo>
                    <a:pt x="0" y="5078"/>
                  </a:lnTo>
                  <a:cubicBezTo>
                    <a:pt x="2822" y="5823"/>
                    <a:pt x="5564" y="6839"/>
                    <a:pt x="8193" y="8114"/>
                  </a:cubicBezTo>
                  <a:cubicBezTo>
                    <a:pt x="16938" y="12300"/>
                    <a:pt x="22580" y="19229"/>
                    <a:pt x="25356" y="27161"/>
                  </a:cubicBezTo>
                  <a:lnTo>
                    <a:pt x="29159" y="26157"/>
                  </a:lnTo>
                  <a:cubicBezTo>
                    <a:pt x="27816" y="22659"/>
                    <a:pt x="26033" y="19330"/>
                    <a:pt x="23878" y="16261"/>
                  </a:cubicBezTo>
                  <a:cubicBezTo>
                    <a:pt x="23878" y="16261"/>
                    <a:pt x="14681" y="3092"/>
                    <a:pt x="339" y="0"/>
                  </a:cubicBezTo>
                  <a:close/>
                </a:path>
              </a:pathLst>
            </a:custGeom>
            <a:solidFill>
              <a:srgbClr val="EFF4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"/>
            <p:cNvSpPr/>
            <p:nvPr/>
          </p:nvSpPr>
          <p:spPr>
            <a:xfrm>
              <a:off x="2093225" y="1300125"/>
              <a:ext cx="646350" cy="627975"/>
            </a:xfrm>
            <a:custGeom>
              <a:avLst/>
              <a:gdLst/>
              <a:ahLst/>
              <a:cxnLst/>
              <a:rect l="l" t="t" r="r" b="b"/>
              <a:pathLst>
                <a:path w="25854" h="25119" extrusionOk="0">
                  <a:moveTo>
                    <a:pt x="486" y="0"/>
                  </a:moveTo>
                  <a:lnTo>
                    <a:pt x="1" y="7188"/>
                  </a:lnTo>
                  <a:cubicBezTo>
                    <a:pt x="57" y="7233"/>
                    <a:pt x="125" y="7290"/>
                    <a:pt x="182" y="7335"/>
                  </a:cubicBezTo>
                  <a:cubicBezTo>
                    <a:pt x="2529" y="9660"/>
                    <a:pt x="2404" y="12548"/>
                    <a:pt x="6038" y="13146"/>
                  </a:cubicBezTo>
                  <a:cubicBezTo>
                    <a:pt x="9514" y="13857"/>
                    <a:pt x="14422" y="12289"/>
                    <a:pt x="16228" y="16814"/>
                  </a:cubicBezTo>
                  <a:cubicBezTo>
                    <a:pt x="17311" y="19748"/>
                    <a:pt x="15302" y="22445"/>
                    <a:pt x="14264" y="25119"/>
                  </a:cubicBezTo>
                  <a:lnTo>
                    <a:pt x="25853" y="22072"/>
                  </a:lnTo>
                  <a:cubicBezTo>
                    <a:pt x="23077" y="14151"/>
                    <a:pt x="17446" y="7222"/>
                    <a:pt x="8690" y="3036"/>
                  </a:cubicBezTo>
                  <a:cubicBezTo>
                    <a:pt x="6061" y="1761"/>
                    <a:pt x="3319" y="745"/>
                    <a:pt x="486" y="0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"/>
            <p:cNvSpPr/>
            <p:nvPr/>
          </p:nvSpPr>
          <p:spPr>
            <a:xfrm>
              <a:off x="2114100" y="1173175"/>
              <a:ext cx="720825" cy="653950"/>
            </a:xfrm>
            <a:custGeom>
              <a:avLst/>
              <a:gdLst/>
              <a:ahLst/>
              <a:cxnLst/>
              <a:rect l="l" t="t" r="r" b="b"/>
              <a:pathLst>
                <a:path w="28833" h="26158" extrusionOk="0">
                  <a:moveTo>
                    <a:pt x="1" y="0"/>
                  </a:moveTo>
                  <a:lnTo>
                    <a:pt x="441" y="113"/>
                  </a:lnTo>
                  <a:cubicBezTo>
                    <a:pt x="723" y="192"/>
                    <a:pt x="1152" y="283"/>
                    <a:pt x="1682" y="452"/>
                  </a:cubicBezTo>
                  <a:lnTo>
                    <a:pt x="2551" y="723"/>
                  </a:lnTo>
                  <a:cubicBezTo>
                    <a:pt x="2867" y="824"/>
                    <a:pt x="3206" y="948"/>
                    <a:pt x="3567" y="1072"/>
                  </a:cubicBezTo>
                  <a:cubicBezTo>
                    <a:pt x="4289" y="1343"/>
                    <a:pt x="5101" y="1671"/>
                    <a:pt x="5959" y="2054"/>
                  </a:cubicBezTo>
                  <a:cubicBezTo>
                    <a:pt x="6817" y="2438"/>
                    <a:pt x="7742" y="2889"/>
                    <a:pt x="8690" y="3420"/>
                  </a:cubicBezTo>
                  <a:cubicBezTo>
                    <a:pt x="9626" y="3950"/>
                    <a:pt x="10597" y="4537"/>
                    <a:pt x="11590" y="5202"/>
                  </a:cubicBezTo>
                  <a:cubicBezTo>
                    <a:pt x="13632" y="6579"/>
                    <a:pt x="15562" y="8114"/>
                    <a:pt x="17367" y="9784"/>
                  </a:cubicBezTo>
                  <a:cubicBezTo>
                    <a:pt x="19184" y="11454"/>
                    <a:pt x="20865" y="13259"/>
                    <a:pt x="22411" y="15178"/>
                  </a:cubicBezTo>
                  <a:cubicBezTo>
                    <a:pt x="23122" y="16069"/>
                    <a:pt x="23777" y="16983"/>
                    <a:pt x="24386" y="17942"/>
                  </a:cubicBezTo>
                  <a:cubicBezTo>
                    <a:pt x="24984" y="18845"/>
                    <a:pt x="25503" y="19725"/>
                    <a:pt x="25977" y="20538"/>
                  </a:cubicBezTo>
                  <a:cubicBezTo>
                    <a:pt x="26462" y="21350"/>
                    <a:pt x="26869" y="22106"/>
                    <a:pt x="27230" y="22794"/>
                  </a:cubicBezTo>
                  <a:cubicBezTo>
                    <a:pt x="27399" y="23133"/>
                    <a:pt x="27568" y="23449"/>
                    <a:pt x="27715" y="23754"/>
                  </a:cubicBezTo>
                  <a:cubicBezTo>
                    <a:pt x="27862" y="24047"/>
                    <a:pt x="27986" y="24329"/>
                    <a:pt x="28110" y="24577"/>
                  </a:cubicBezTo>
                  <a:cubicBezTo>
                    <a:pt x="28358" y="25074"/>
                    <a:pt x="28516" y="25469"/>
                    <a:pt x="28640" y="25740"/>
                  </a:cubicBezTo>
                  <a:cubicBezTo>
                    <a:pt x="28764" y="26022"/>
                    <a:pt x="28832" y="26157"/>
                    <a:pt x="28832" y="26157"/>
                  </a:cubicBezTo>
                  <a:cubicBezTo>
                    <a:pt x="28832" y="26157"/>
                    <a:pt x="28776" y="26010"/>
                    <a:pt x="28685" y="25728"/>
                  </a:cubicBezTo>
                  <a:cubicBezTo>
                    <a:pt x="28584" y="25446"/>
                    <a:pt x="28437" y="25040"/>
                    <a:pt x="28245" y="24521"/>
                  </a:cubicBezTo>
                  <a:cubicBezTo>
                    <a:pt x="28042" y="24002"/>
                    <a:pt x="27794" y="23370"/>
                    <a:pt x="27467" y="22670"/>
                  </a:cubicBezTo>
                  <a:cubicBezTo>
                    <a:pt x="27140" y="21971"/>
                    <a:pt x="26756" y="21192"/>
                    <a:pt x="26316" y="20346"/>
                  </a:cubicBezTo>
                  <a:cubicBezTo>
                    <a:pt x="25876" y="19499"/>
                    <a:pt x="25345" y="18619"/>
                    <a:pt x="24770" y="17694"/>
                  </a:cubicBezTo>
                  <a:cubicBezTo>
                    <a:pt x="24160" y="16712"/>
                    <a:pt x="23506" y="15776"/>
                    <a:pt x="22795" y="14873"/>
                  </a:cubicBezTo>
                  <a:cubicBezTo>
                    <a:pt x="21227" y="12943"/>
                    <a:pt x="19511" y="11127"/>
                    <a:pt x="17672" y="9457"/>
                  </a:cubicBezTo>
                  <a:cubicBezTo>
                    <a:pt x="16735" y="8599"/>
                    <a:pt x="15765" y="7775"/>
                    <a:pt x="14772" y="7008"/>
                  </a:cubicBezTo>
                  <a:cubicBezTo>
                    <a:pt x="13790" y="6241"/>
                    <a:pt x="12786" y="5541"/>
                    <a:pt x="11782" y="4898"/>
                  </a:cubicBezTo>
                  <a:cubicBezTo>
                    <a:pt x="10777" y="4255"/>
                    <a:pt x="9784" y="3668"/>
                    <a:pt x="8814" y="3160"/>
                  </a:cubicBezTo>
                  <a:cubicBezTo>
                    <a:pt x="7855" y="2652"/>
                    <a:pt x="6918" y="2212"/>
                    <a:pt x="6038" y="1840"/>
                  </a:cubicBezTo>
                  <a:cubicBezTo>
                    <a:pt x="5169" y="1479"/>
                    <a:pt x="4345" y="1174"/>
                    <a:pt x="3612" y="937"/>
                  </a:cubicBezTo>
                  <a:cubicBezTo>
                    <a:pt x="3251" y="824"/>
                    <a:pt x="2901" y="711"/>
                    <a:pt x="2585" y="610"/>
                  </a:cubicBezTo>
                  <a:lnTo>
                    <a:pt x="1694" y="373"/>
                  </a:lnTo>
                  <a:cubicBezTo>
                    <a:pt x="1163" y="237"/>
                    <a:pt x="723" y="158"/>
                    <a:pt x="441" y="9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BFD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"/>
            <p:cNvSpPr/>
            <p:nvPr/>
          </p:nvSpPr>
          <p:spPr>
            <a:xfrm>
              <a:off x="2104250" y="1702975"/>
              <a:ext cx="24000" cy="78725"/>
            </a:xfrm>
            <a:custGeom>
              <a:avLst/>
              <a:gdLst/>
              <a:ahLst/>
              <a:cxnLst/>
              <a:rect l="l" t="t" r="r" b="b"/>
              <a:pathLst>
                <a:path w="960" h="3149" extrusionOk="0">
                  <a:moveTo>
                    <a:pt x="948" y="0"/>
                  </a:moveTo>
                  <a:lnTo>
                    <a:pt x="948" y="0"/>
                  </a:lnTo>
                  <a:cubicBezTo>
                    <a:pt x="846" y="147"/>
                    <a:pt x="745" y="293"/>
                    <a:pt x="666" y="451"/>
                  </a:cubicBezTo>
                  <a:cubicBezTo>
                    <a:pt x="497" y="801"/>
                    <a:pt x="361" y="1151"/>
                    <a:pt x="271" y="1523"/>
                  </a:cubicBezTo>
                  <a:cubicBezTo>
                    <a:pt x="226" y="1715"/>
                    <a:pt x="169" y="1907"/>
                    <a:pt x="135" y="2099"/>
                  </a:cubicBezTo>
                  <a:cubicBezTo>
                    <a:pt x="113" y="2280"/>
                    <a:pt x="79" y="2460"/>
                    <a:pt x="45" y="2618"/>
                  </a:cubicBezTo>
                  <a:cubicBezTo>
                    <a:pt x="11" y="2787"/>
                    <a:pt x="0" y="2968"/>
                    <a:pt x="0" y="3148"/>
                  </a:cubicBezTo>
                  <a:cubicBezTo>
                    <a:pt x="113" y="3013"/>
                    <a:pt x="226" y="2866"/>
                    <a:pt x="316" y="2720"/>
                  </a:cubicBezTo>
                  <a:cubicBezTo>
                    <a:pt x="508" y="2381"/>
                    <a:pt x="643" y="2020"/>
                    <a:pt x="734" y="1648"/>
                  </a:cubicBezTo>
                  <a:cubicBezTo>
                    <a:pt x="835" y="1287"/>
                    <a:pt x="891" y="914"/>
                    <a:pt x="937" y="530"/>
                  </a:cubicBezTo>
                  <a:cubicBezTo>
                    <a:pt x="959" y="361"/>
                    <a:pt x="959" y="181"/>
                    <a:pt x="948" y="0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"/>
            <p:cNvSpPr/>
            <p:nvPr/>
          </p:nvSpPr>
          <p:spPr>
            <a:xfrm>
              <a:off x="2098600" y="1531450"/>
              <a:ext cx="19775" cy="199750"/>
            </a:xfrm>
            <a:custGeom>
              <a:avLst/>
              <a:gdLst/>
              <a:ahLst/>
              <a:cxnLst/>
              <a:rect l="l" t="t" r="r" b="b"/>
              <a:pathLst>
                <a:path w="791" h="7990" extrusionOk="0">
                  <a:moveTo>
                    <a:pt x="790" y="0"/>
                  </a:moveTo>
                  <a:cubicBezTo>
                    <a:pt x="790" y="0"/>
                    <a:pt x="745" y="113"/>
                    <a:pt x="689" y="339"/>
                  </a:cubicBezTo>
                  <a:cubicBezTo>
                    <a:pt x="644" y="553"/>
                    <a:pt x="553" y="858"/>
                    <a:pt x="486" y="1230"/>
                  </a:cubicBezTo>
                  <a:cubicBezTo>
                    <a:pt x="440" y="1411"/>
                    <a:pt x="384" y="1614"/>
                    <a:pt x="361" y="1828"/>
                  </a:cubicBezTo>
                  <a:cubicBezTo>
                    <a:pt x="339" y="2043"/>
                    <a:pt x="305" y="2268"/>
                    <a:pt x="282" y="2505"/>
                  </a:cubicBezTo>
                  <a:cubicBezTo>
                    <a:pt x="226" y="2968"/>
                    <a:pt x="170" y="3476"/>
                    <a:pt x="147" y="3972"/>
                  </a:cubicBezTo>
                  <a:cubicBezTo>
                    <a:pt x="113" y="4469"/>
                    <a:pt x="91" y="4977"/>
                    <a:pt x="79" y="5439"/>
                  </a:cubicBezTo>
                  <a:cubicBezTo>
                    <a:pt x="68" y="5676"/>
                    <a:pt x="57" y="5902"/>
                    <a:pt x="45" y="6116"/>
                  </a:cubicBezTo>
                  <a:cubicBezTo>
                    <a:pt x="34" y="6331"/>
                    <a:pt x="23" y="6534"/>
                    <a:pt x="23" y="6726"/>
                  </a:cubicBezTo>
                  <a:cubicBezTo>
                    <a:pt x="0" y="7098"/>
                    <a:pt x="0" y="7425"/>
                    <a:pt x="0" y="7640"/>
                  </a:cubicBezTo>
                  <a:cubicBezTo>
                    <a:pt x="0" y="7854"/>
                    <a:pt x="12" y="7990"/>
                    <a:pt x="12" y="7990"/>
                  </a:cubicBezTo>
                  <a:cubicBezTo>
                    <a:pt x="12" y="7990"/>
                    <a:pt x="45" y="7865"/>
                    <a:pt x="102" y="7651"/>
                  </a:cubicBezTo>
                  <a:cubicBezTo>
                    <a:pt x="147" y="7425"/>
                    <a:pt x="226" y="7121"/>
                    <a:pt x="294" y="6748"/>
                  </a:cubicBezTo>
                  <a:cubicBezTo>
                    <a:pt x="350" y="6387"/>
                    <a:pt x="440" y="5947"/>
                    <a:pt x="497" y="5484"/>
                  </a:cubicBezTo>
                  <a:cubicBezTo>
                    <a:pt x="542" y="5011"/>
                    <a:pt x="598" y="4514"/>
                    <a:pt x="621" y="4006"/>
                  </a:cubicBezTo>
                  <a:cubicBezTo>
                    <a:pt x="655" y="3498"/>
                    <a:pt x="689" y="3013"/>
                    <a:pt x="700" y="2539"/>
                  </a:cubicBezTo>
                  <a:cubicBezTo>
                    <a:pt x="700" y="2302"/>
                    <a:pt x="700" y="2077"/>
                    <a:pt x="711" y="1862"/>
                  </a:cubicBezTo>
                  <a:cubicBezTo>
                    <a:pt x="734" y="1648"/>
                    <a:pt x="745" y="1445"/>
                    <a:pt x="756" y="1264"/>
                  </a:cubicBezTo>
                  <a:cubicBezTo>
                    <a:pt x="779" y="892"/>
                    <a:pt x="790" y="576"/>
                    <a:pt x="790" y="350"/>
                  </a:cubicBezTo>
                  <a:lnTo>
                    <a:pt x="790" y="0"/>
                  </a:ln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"/>
            <p:cNvSpPr/>
            <p:nvPr/>
          </p:nvSpPr>
          <p:spPr>
            <a:xfrm>
              <a:off x="2183800" y="1644850"/>
              <a:ext cx="103825" cy="144750"/>
            </a:xfrm>
            <a:custGeom>
              <a:avLst/>
              <a:gdLst/>
              <a:ahLst/>
              <a:cxnLst/>
              <a:rect l="l" t="t" r="r" b="b"/>
              <a:pathLst>
                <a:path w="4153" h="5790" extrusionOk="0">
                  <a:moveTo>
                    <a:pt x="4153" y="1"/>
                  </a:moveTo>
                  <a:cubicBezTo>
                    <a:pt x="4153" y="1"/>
                    <a:pt x="3825" y="305"/>
                    <a:pt x="3374" y="802"/>
                  </a:cubicBezTo>
                  <a:cubicBezTo>
                    <a:pt x="3160" y="1050"/>
                    <a:pt x="2900" y="1355"/>
                    <a:pt x="2629" y="1682"/>
                  </a:cubicBezTo>
                  <a:cubicBezTo>
                    <a:pt x="2370" y="2009"/>
                    <a:pt x="2088" y="2359"/>
                    <a:pt x="1828" y="2720"/>
                  </a:cubicBezTo>
                  <a:cubicBezTo>
                    <a:pt x="1320" y="3454"/>
                    <a:pt x="858" y="4221"/>
                    <a:pt x="519" y="4796"/>
                  </a:cubicBezTo>
                  <a:cubicBezTo>
                    <a:pt x="192" y="5383"/>
                    <a:pt x="0" y="5789"/>
                    <a:pt x="0" y="5789"/>
                  </a:cubicBezTo>
                  <a:cubicBezTo>
                    <a:pt x="0" y="5789"/>
                    <a:pt x="316" y="5473"/>
                    <a:pt x="745" y="4954"/>
                  </a:cubicBezTo>
                  <a:cubicBezTo>
                    <a:pt x="1174" y="4435"/>
                    <a:pt x="1715" y="3724"/>
                    <a:pt x="2223" y="2991"/>
                  </a:cubicBezTo>
                  <a:cubicBezTo>
                    <a:pt x="2471" y="2618"/>
                    <a:pt x="2731" y="2269"/>
                    <a:pt x="2968" y="1930"/>
                  </a:cubicBezTo>
                  <a:cubicBezTo>
                    <a:pt x="3205" y="1592"/>
                    <a:pt x="3419" y="1264"/>
                    <a:pt x="3589" y="982"/>
                  </a:cubicBezTo>
                  <a:cubicBezTo>
                    <a:pt x="3950" y="407"/>
                    <a:pt x="4153" y="1"/>
                    <a:pt x="4153" y="1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"/>
            <p:cNvSpPr/>
            <p:nvPr/>
          </p:nvSpPr>
          <p:spPr>
            <a:xfrm>
              <a:off x="2303975" y="1855875"/>
              <a:ext cx="203700" cy="84650"/>
            </a:xfrm>
            <a:custGeom>
              <a:avLst/>
              <a:gdLst/>
              <a:ahLst/>
              <a:cxnLst/>
              <a:rect l="l" t="t" r="r" b="b"/>
              <a:pathLst>
                <a:path w="8148" h="3386" extrusionOk="0">
                  <a:moveTo>
                    <a:pt x="8147" y="0"/>
                  </a:moveTo>
                  <a:cubicBezTo>
                    <a:pt x="8147" y="0"/>
                    <a:pt x="8001" y="34"/>
                    <a:pt x="7775" y="102"/>
                  </a:cubicBezTo>
                  <a:cubicBezTo>
                    <a:pt x="7538" y="181"/>
                    <a:pt x="7211" y="271"/>
                    <a:pt x="6816" y="406"/>
                  </a:cubicBezTo>
                  <a:cubicBezTo>
                    <a:pt x="6026" y="666"/>
                    <a:pt x="4999" y="1050"/>
                    <a:pt x="3984" y="1467"/>
                  </a:cubicBezTo>
                  <a:cubicBezTo>
                    <a:pt x="2957" y="1896"/>
                    <a:pt x="1964" y="2359"/>
                    <a:pt x="1219" y="2720"/>
                  </a:cubicBezTo>
                  <a:cubicBezTo>
                    <a:pt x="847" y="2911"/>
                    <a:pt x="553" y="3069"/>
                    <a:pt x="339" y="3194"/>
                  </a:cubicBezTo>
                  <a:cubicBezTo>
                    <a:pt x="124" y="3306"/>
                    <a:pt x="0" y="3385"/>
                    <a:pt x="0" y="3385"/>
                  </a:cubicBezTo>
                  <a:cubicBezTo>
                    <a:pt x="0" y="3385"/>
                    <a:pt x="136" y="3352"/>
                    <a:pt x="373" y="3284"/>
                  </a:cubicBezTo>
                  <a:cubicBezTo>
                    <a:pt x="598" y="3205"/>
                    <a:pt x="937" y="3115"/>
                    <a:pt x="1321" y="2979"/>
                  </a:cubicBezTo>
                  <a:cubicBezTo>
                    <a:pt x="2110" y="2720"/>
                    <a:pt x="3149" y="2336"/>
                    <a:pt x="4164" y="1918"/>
                  </a:cubicBezTo>
                  <a:cubicBezTo>
                    <a:pt x="5180" y="1490"/>
                    <a:pt x="6184" y="1027"/>
                    <a:pt x="6929" y="666"/>
                  </a:cubicBezTo>
                  <a:cubicBezTo>
                    <a:pt x="7290" y="474"/>
                    <a:pt x="7595" y="305"/>
                    <a:pt x="7809" y="192"/>
                  </a:cubicBezTo>
                  <a:cubicBezTo>
                    <a:pt x="8023" y="79"/>
                    <a:pt x="8147" y="0"/>
                    <a:pt x="8147" y="0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"/>
            <p:cNvSpPr/>
            <p:nvPr/>
          </p:nvSpPr>
          <p:spPr>
            <a:xfrm>
              <a:off x="2210875" y="1370925"/>
              <a:ext cx="51075" cy="148125"/>
            </a:xfrm>
            <a:custGeom>
              <a:avLst/>
              <a:gdLst/>
              <a:ahLst/>
              <a:cxnLst/>
              <a:rect l="l" t="t" r="r" b="b"/>
              <a:pathLst>
                <a:path w="2043" h="5925" extrusionOk="0">
                  <a:moveTo>
                    <a:pt x="2043" y="1"/>
                  </a:moveTo>
                  <a:cubicBezTo>
                    <a:pt x="2043" y="1"/>
                    <a:pt x="1817" y="339"/>
                    <a:pt x="1569" y="870"/>
                  </a:cubicBezTo>
                  <a:cubicBezTo>
                    <a:pt x="1309" y="1400"/>
                    <a:pt x="1005" y="2122"/>
                    <a:pt x="734" y="2856"/>
                  </a:cubicBezTo>
                  <a:cubicBezTo>
                    <a:pt x="497" y="3612"/>
                    <a:pt x="294" y="4368"/>
                    <a:pt x="170" y="4943"/>
                  </a:cubicBezTo>
                  <a:cubicBezTo>
                    <a:pt x="91" y="5270"/>
                    <a:pt x="34" y="5598"/>
                    <a:pt x="0" y="5925"/>
                  </a:cubicBezTo>
                  <a:cubicBezTo>
                    <a:pt x="0" y="5925"/>
                    <a:pt x="192" y="5575"/>
                    <a:pt x="429" y="5033"/>
                  </a:cubicBezTo>
                  <a:cubicBezTo>
                    <a:pt x="666" y="4492"/>
                    <a:pt x="948" y="3770"/>
                    <a:pt x="1185" y="3025"/>
                  </a:cubicBezTo>
                  <a:cubicBezTo>
                    <a:pt x="1309" y="2652"/>
                    <a:pt x="1434" y="2280"/>
                    <a:pt x="1558" y="1930"/>
                  </a:cubicBezTo>
                  <a:cubicBezTo>
                    <a:pt x="1671" y="1580"/>
                    <a:pt x="1761" y="1253"/>
                    <a:pt x="1840" y="971"/>
                  </a:cubicBezTo>
                  <a:cubicBezTo>
                    <a:pt x="1986" y="396"/>
                    <a:pt x="2043" y="1"/>
                    <a:pt x="2043" y="1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"/>
            <p:cNvSpPr/>
            <p:nvPr/>
          </p:nvSpPr>
          <p:spPr>
            <a:xfrm>
              <a:off x="2358125" y="1618900"/>
              <a:ext cx="202300" cy="140225"/>
            </a:xfrm>
            <a:custGeom>
              <a:avLst/>
              <a:gdLst/>
              <a:ahLst/>
              <a:cxnLst/>
              <a:rect l="l" t="t" r="r" b="b"/>
              <a:pathLst>
                <a:path w="8092" h="5609" extrusionOk="0">
                  <a:moveTo>
                    <a:pt x="8092" y="0"/>
                  </a:moveTo>
                  <a:cubicBezTo>
                    <a:pt x="8092" y="0"/>
                    <a:pt x="7956" y="68"/>
                    <a:pt x="7719" y="204"/>
                  </a:cubicBezTo>
                  <a:cubicBezTo>
                    <a:pt x="7494" y="339"/>
                    <a:pt x="7155" y="520"/>
                    <a:pt x="6760" y="768"/>
                  </a:cubicBezTo>
                  <a:cubicBezTo>
                    <a:pt x="5981" y="1253"/>
                    <a:pt x="4955" y="1930"/>
                    <a:pt x="3950" y="2630"/>
                  </a:cubicBezTo>
                  <a:cubicBezTo>
                    <a:pt x="3454" y="2991"/>
                    <a:pt x="2946" y="3341"/>
                    <a:pt x="2472" y="3679"/>
                  </a:cubicBezTo>
                  <a:cubicBezTo>
                    <a:pt x="1998" y="4006"/>
                    <a:pt x="1569" y="4334"/>
                    <a:pt x="1208" y="4616"/>
                  </a:cubicBezTo>
                  <a:cubicBezTo>
                    <a:pt x="836" y="4898"/>
                    <a:pt x="531" y="5146"/>
                    <a:pt x="328" y="5327"/>
                  </a:cubicBezTo>
                  <a:cubicBezTo>
                    <a:pt x="125" y="5496"/>
                    <a:pt x="1" y="5609"/>
                    <a:pt x="1" y="5609"/>
                  </a:cubicBezTo>
                  <a:cubicBezTo>
                    <a:pt x="1" y="5609"/>
                    <a:pt x="148" y="5530"/>
                    <a:pt x="384" y="5394"/>
                  </a:cubicBezTo>
                  <a:cubicBezTo>
                    <a:pt x="621" y="5259"/>
                    <a:pt x="960" y="5078"/>
                    <a:pt x="1355" y="4853"/>
                  </a:cubicBezTo>
                  <a:cubicBezTo>
                    <a:pt x="1750" y="4616"/>
                    <a:pt x="2213" y="4334"/>
                    <a:pt x="2698" y="4029"/>
                  </a:cubicBezTo>
                  <a:cubicBezTo>
                    <a:pt x="3194" y="3724"/>
                    <a:pt x="3713" y="3397"/>
                    <a:pt x="4210" y="3047"/>
                  </a:cubicBezTo>
                  <a:cubicBezTo>
                    <a:pt x="5214" y="2325"/>
                    <a:pt x="6196" y="1580"/>
                    <a:pt x="6918" y="1005"/>
                  </a:cubicBezTo>
                  <a:cubicBezTo>
                    <a:pt x="7279" y="711"/>
                    <a:pt x="7573" y="463"/>
                    <a:pt x="7776" y="283"/>
                  </a:cubicBezTo>
                  <a:cubicBezTo>
                    <a:pt x="7979" y="102"/>
                    <a:pt x="8092" y="0"/>
                    <a:pt x="8092" y="0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"/>
            <p:cNvSpPr/>
            <p:nvPr/>
          </p:nvSpPr>
          <p:spPr>
            <a:xfrm>
              <a:off x="2549675" y="1804800"/>
              <a:ext cx="155475" cy="41250"/>
            </a:xfrm>
            <a:custGeom>
              <a:avLst/>
              <a:gdLst/>
              <a:ahLst/>
              <a:cxnLst/>
              <a:rect l="l" t="t" r="r" b="b"/>
              <a:pathLst>
                <a:path w="6219" h="1650" extrusionOk="0">
                  <a:moveTo>
                    <a:pt x="6218" y="1"/>
                  </a:moveTo>
                  <a:cubicBezTo>
                    <a:pt x="6218" y="1"/>
                    <a:pt x="5812" y="57"/>
                    <a:pt x="5225" y="215"/>
                  </a:cubicBezTo>
                  <a:cubicBezTo>
                    <a:pt x="4932" y="283"/>
                    <a:pt x="4593" y="396"/>
                    <a:pt x="4232" y="486"/>
                  </a:cubicBezTo>
                  <a:cubicBezTo>
                    <a:pt x="3860" y="576"/>
                    <a:pt x="3476" y="712"/>
                    <a:pt x="3104" y="802"/>
                  </a:cubicBezTo>
                  <a:cubicBezTo>
                    <a:pt x="2720" y="892"/>
                    <a:pt x="2337" y="994"/>
                    <a:pt x="1976" y="1084"/>
                  </a:cubicBezTo>
                  <a:cubicBezTo>
                    <a:pt x="1603" y="1174"/>
                    <a:pt x="1265" y="1253"/>
                    <a:pt x="971" y="1344"/>
                  </a:cubicBezTo>
                  <a:cubicBezTo>
                    <a:pt x="384" y="1501"/>
                    <a:pt x="1" y="1648"/>
                    <a:pt x="1" y="1648"/>
                  </a:cubicBezTo>
                  <a:cubicBezTo>
                    <a:pt x="1" y="1648"/>
                    <a:pt x="34" y="1649"/>
                    <a:pt x="96" y="1649"/>
                  </a:cubicBezTo>
                  <a:cubicBezTo>
                    <a:pt x="250" y="1649"/>
                    <a:pt x="581" y="1643"/>
                    <a:pt x="1016" y="1603"/>
                  </a:cubicBezTo>
                  <a:cubicBezTo>
                    <a:pt x="1163" y="1603"/>
                    <a:pt x="1332" y="1580"/>
                    <a:pt x="1502" y="1569"/>
                  </a:cubicBezTo>
                  <a:cubicBezTo>
                    <a:pt x="1671" y="1547"/>
                    <a:pt x="1851" y="1535"/>
                    <a:pt x="2043" y="1501"/>
                  </a:cubicBezTo>
                  <a:cubicBezTo>
                    <a:pt x="2427" y="1434"/>
                    <a:pt x="2822" y="1355"/>
                    <a:pt x="3228" y="1265"/>
                  </a:cubicBezTo>
                  <a:cubicBezTo>
                    <a:pt x="3612" y="1152"/>
                    <a:pt x="4007" y="1016"/>
                    <a:pt x="4368" y="892"/>
                  </a:cubicBezTo>
                  <a:cubicBezTo>
                    <a:pt x="4548" y="824"/>
                    <a:pt x="4706" y="745"/>
                    <a:pt x="4876" y="678"/>
                  </a:cubicBezTo>
                  <a:cubicBezTo>
                    <a:pt x="5034" y="610"/>
                    <a:pt x="5180" y="542"/>
                    <a:pt x="5316" y="475"/>
                  </a:cubicBezTo>
                  <a:cubicBezTo>
                    <a:pt x="5869" y="215"/>
                    <a:pt x="6218" y="1"/>
                    <a:pt x="6218" y="1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"/>
            <p:cNvSpPr/>
            <p:nvPr/>
          </p:nvSpPr>
          <p:spPr>
            <a:xfrm>
              <a:off x="2274625" y="1744000"/>
              <a:ext cx="35225" cy="25625"/>
            </a:xfrm>
            <a:custGeom>
              <a:avLst/>
              <a:gdLst/>
              <a:ahLst/>
              <a:cxnLst/>
              <a:rect l="l" t="t" r="r" b="b"/>
              <a:pathLst>
                <a:path w="1409" h="1025" extrusionOk="0">
                  <a:moveTo>
                    <a:pt x="875" y="1"/>
                  </a:moveTo>
                  <a:cubicBezTo>
                    <a:pt x="852" y="1"/>
                    <a:pt x="828" y="3"/>
                    <a:pt x="802" y="7"/>
                  </a:cubicBezTo>
                  <a:cubicBezTo>
                    <a:pt x="768" y="7"/>
                    <a:pt x="745" y="7"/>
                    <a:pt x="723" y="18"/>
                  </a:cubicBezTo>
                  <a:cubicBezTo>
                    <a:pt x="328" y="131"/>
                    <a:pt x="1" y="864"/>
                    <a:pt x="542" y="1011"/>
                  </a:cubicBezTo>
                  <a:cubicBezTo>
                    <a:pt x="579" y="1020"/>
                    <a:pt x="614" y="1025"/>
                    <a:pt x="649" y="1025"/>
                  </a:cubicBezTo>
                  <a:cubicBezTo>
                    <a:pt x="1173" y="1025"/>
                    <a:pt x="1409" y="1"/>
                    <a:pt x="875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"/>
            <p:cNvSpPr/>
            <p:nvPr/>
          </p:nvSpPr>
          <p:spPr>
            <a:xfrm>
              <a:off x="2265600" y="1834525"/>
              <a:ext cx="34500" cy="25900"/>
            </a:xfrm>
            <a:custGeom>
              <a:avLst/>
              <a:gdLst/>
              <a:ahLst/>
              <a:cxnLst/>
              <a:rect l="l" t="t" r="r" b="b"/>
              <a:pathLst>
                <a:path w="1380" h="1036" extrusionOk="0">
                  <a:moveTo>
                    <a:pt x="858" y="1"/>
                  </a:moveTo>
                  <a:cubicBezTo>
                    <a:pt x="833" y="1"/>
                    <a:pt x="807" y="3"/>
                    <a:pt x="779" y="8"/>
                  </a:cubicBezTo>
                  <a:cubicBezTo>
                    <a:pt x="757" y="8"/>
                    <a:pt x="734" y="19"/>
                    <a:pt x="712" y="30"/>
                  </a:cubicBezTo>
                  <a:cubicBezTo>
                    <a:pt x="305" y="143"/>
                    <a:pt x="1" y="888"/>
                    <a:pt x="554" y="1023"/>
                  </a:cubicBezTo>
                  <a:cubicBezTo>
                    <a:pt x="587" y="1031"/>
                    <a:pt x="620" y="1035"/>
                    <a:pt x="652" y="1035"/>
                  </a:cubicBezTo>
                  <a:cubicBezTo>
                    <a:pt x="1175" y="1035"/>
                    <a:pt x="1379" y="1"/>
                    <a:pt x="858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"/>
            <p:cNvSpPr/>
            <p:nvPr/>
          </p:nvSpPr>
          <p:spPr>
            <a:xfrm>
              <a:off x="2432950" y="1893375"/>
              <a:ext cx="37225" cy="21000"/>
            </a:xfrm>
            <a:custGeom>
              <a:avLst/>
              <a:gdLst/>
              <a:ahLst/>
              <a:cxnLst/>
              <a:rect l="l" t="t" r="r" b="b"/>
              <a:pathLst>
                <a:path w="1489" h="840" extrusionOk="0">
                  <a:moveTo>
                    <a:pt x="888" y="0"/>
                  </a:moveTo>
                  <a:cubicBezTo>
                    <a:pt x="477" y="0"/>
                    <a:pt x="1" y="423"/>
                    <a:pt x="382" y="723"/>
                  </a:cubicBezTo>
                  <a:cubicBezTo>
                    <a:pt x="393" y="734"/>
                    <a:pt x="416" y="746"/>
                    <a:pt x="438" y="757"/>
                  </a:cubicBezTo>
                  <a:cubicBezTo>
                    <a:pt x="525" y="813"/>
                    <a:pt x="638" y="839"/>
                    <a:pt x="754" y="839"/>
                  </a:cubicBezTo>
                  <a:cubicBezTo>
                    <a:pt x="1105" y="839"/>
                    <a:pt x="1488" y="600"/>
                    <a:pt x="1285" y="227"/>
                  </a:cubicBezTo>
                  <a:cubicBezTo>
                    <a:pt x="1199" y="65"/>
                    <a:pt x="1048" y="0"/>
                    <a:pt x="888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"/>
            <p:cNvSpPr/>
            <p:nvPr/>
          </p:nvSpPr>
          <p:spPr>
            <a:xfrm>
              <a:off x="2093350" y="1911050"/>
              <a:ext cx="28000" cy="26850"/>
            </a:xfrm>
            <a:custGeom>
              <a:avLst/>
              <a:gdLst/>
              <a:ahLst/>
              <a:cxnLst/>
              <a:rect l="l" t="t" r="r" b="b"/>
              <a:pathLst>
                <a:path w="1120" h="1074" extrusionOk="0">
                  <a:moveTo>
                    <a:pt x="635" y="1"/>
                  </a:moveTo>
                  <a:cubicBezTo>
                    <a:pt x="614" y="1"/>
                    <a:pt x="593" y="2"/>
                    <a:pt x="571" y="5"/>
                  </a:cubicBezTo>
                  <a:cubicBezTo>
                    <a:pt x="0" y="45"/>
                    <a:pt x="52" y="1073"/>
                    <a:pt x="490" y="1073"/>
                  </a:cubicBezTo>
                  <a:cubicBezTo>
                    <a:pt x="545" y="1073"/>
                    <a:pt x="606" y="1057"/>
                    <a:pt x="673" y="1020"/>
                  </a:cubicBezTo>
                  <a:cubicBezTo>
                    <a:pt x="696" y="1009"/>
                    <a:pt x="707" y="998"/>
                    <a:pt x="729" y="987"/>
                  </a:cubicBezTo>
                  <a:cubicBezTo>
                    <a:pt x="1054" y="759"/>
                    <a:pt x="1119" y="1"/>
                    <a:pt x="635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"/>
            <p:cNvSpPr/>
            <p:nvPr/>
          </p:nvSpPr>
          <p:spPr>
            <a:xfrm>
              <a:off x="2359925" y="1821850"/>
              <a:ext cx="30925" cy="20850"/>
            </a:xfrm>
            <a:custGeom>
              <a:avLst/>
              <a:gdLst/>
              <a:ahLst/>
              <a:cxnLst/>
              <a:rect l="l" t="t" r="r" b="b"/>
              <a:pathLst>
                <a:path w="1237" h="834" extrusionOk="0">
                  <a:moveTo>
                    <a:pt x="451" y="1"/>
                  </a:moveTo>
                  <a:cubicBezTo>
                    <a:pt x="211" y="1"/>
                    <a:pt x="1" y="123"/>
                    <a:pt x="30" y="413"/>
                  </a:cubicBezTo>
                  <a:cubicBezTo>
                    <a:pt x="56" y="704"/>
                    <a:pt x="336" y="834"/>
                    <a:pt x="604" y="834"/>
                  </a:cubicBezTo>
                  <a:cubicBezTo>
                    <a:pt x="928" y="834"/>
                    <a:pt x="1236" y="644"/>
                    <a:pt x="1057" y="323"/>
                  </a:cubicBezTo>
                  <a:cubicBezTo>
                    <a:pt x="1046" y="300"/>
                    <a:pt x="1035" y="278"/>
                    <a:pt x="1023" y="267"/>
                  </a:cubicBezTo>
                  <a:cubicBezTo>
                    <a:pt x="911" y="100"/>
                    <a:pt x="669" y="1"/>
                    <a:pt x="451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"/>
            <p:cNvSpPr/>
            <p:nvPr/>
          </p:nvSpPr>
          <p:spPr>
            <a:xfrm>
              <a:off x="2166925" y="1615425"/>
              <a:ext cx="27950" cy="27300"/>
            </a:xfrm>
            <a:custGeom>
              <a:avLst/>
              <a:gdLst/>
              <a:ahLst/>
              <a:cxnLst/>
              <a:rect l="l" t="t" r="r" b="b"/>
              <a:pathLst>
                <a:path w="1118" h="1092" extrusionOk="0">
                  <a:moveTo>
                    <a:pt x="605" y="0"/>
                  </a:moveTo>
                  <a:cubicBezTo>
                    <a:pt x="548" y="0"/>
                    <a:pt x="484" y="19"/>
                    <a:pt x="416" y="60"/>
                  </a:cubicBezTo>
                  <a:cubicBezTo>
                    <a:pt x="393" y="72"/>
                    <a:pt x="371" y="83"/>
                    <a:pt x="359" y="94"/>
                  </a:cubicBezTo>
                  <a:cubicBezTo>
                    <a:pt x="34" y="333"/>
                    <a:pt x="0" y="1091"/>
                    <a:pt x="488" y="1091"/>
                  </a:cubicBezTo>
                  <a:cubicBezTo>
                    <a:pt x="508" y="1091"/>
                    <a:pt x="529" y="1090"/>
                    <a:pt x="551" y="1087"/>
                  </a:cubicBezTo>
                  <a:cubicBezTo>
                    <a:pt x="1118" y="1008"/>
                    <a:pt x="1028" y="0"/>
                    <a:pt x="605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"/>
            <p:cNvSpPr/>
            <p:nvPr/>
          </p:nvSpPr>
          <p:spPr>
            <a:xfrm>
              <a:off x="2201900" y="1876425"/>
              <a:ext cx="27900" cy="27525"/>
            </a:xfrm>
            <a:custGeom>
              <a:avLst/>
              <a:gdLst/>
              <a:ahLst/>
              <a:cxnLst/>
              <a:rect l="l" t="t" r="r" b="b"/>
              <a:pathLst>
                <a:path w="1116" h="1101" extrusionOk="0">
                  <a:moveTo>
                    <a:pt x="649" y="0"/>
                  </a:moveTo>
                  <a:cubicBezTo>
                    <a:pt x="615" y="0"/>
                    <a:pt x="579" y="4"/>
                    <a:pt x="540" y="13"/>
                  </a:cubicBezTo>
                  <a:cubicBezTo>
                    <a:pt x="1" y="131"/>
                    <a:pt x="160" y="1101"/>
                    <a:pt x="574" y="1101"/>
                  </a:cubicBezTo>
                  <a:cubicBezTo>
                    <a:pt x="637" y="1101"/>
                    <a:pt x="705" y="1079"/>
                    <a:pt x="777" y="1029"/>
                  </a:cubicBezTo>
                  <a:cubicBezTo>
                    <a:pt x="788" y="1006"/>
                    <a:pt x="811" y="995"/>
                    <a:pt x="822" y="984"/>
                  </a:cubicBezTo>
                  <a:cubicBezTo>
                    <a:pt x="1116" y="721"/>
                    <a:pt x="1097" y="0"/>
                    <a:pt x="649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"/>
            <p:cNvSpPr/>
            <p:nvPr/>
          </p:nvSpPr>
          <p:spPr>
            <a:xfrm>
              <a:off x="2325850" y="1627325"/>
              <a:ext cx="28100" cy="27725"/>
            </a:xfrm>
            <a:custGeom>
              <a:avLst/>
              <a:gdLst/>
              <a:ahLst/>
              <a:cxnLst/>
              <a:rect l="l" t="t" r="r" b="b"/>
              <a:pathLst>
                <a:path w="1124" h="1109" extrusionOk="0">
                  <a:moveTo>
                    <a:pt x="645" y="0"/>
                  </a:moveTo>
                  <a:cubicBezTo>
                    <a:pt x="611" y="0"/>
                    <a:pt x="575" y="5"/>
                    <a:pt x="536" y="13"/>
                  </a:cubicBezTo>
                  <a:cubicBezTo>
                    <a:pt x="0" y="150"/>
                    <a:pt x="179" y="1109"/>
                    <a:pt x="578" y="1109"/>
                  </a:cubicBezTo>
                  <a:cubicBezTo>
                    <a:pt x="642" y="1109"/>
                    <a:pt x="711" y="1085"/>
                    <a:pt x="784" y="1029"/>
                  </a:cubicBezTo>
                  <a:lnTo>
                    <a:pt x="840" y="984"/>
                  </a:lnTo>
                  <a:cubicBezTo>
                    <a:pt x="1124" y="721"/>
                    <a:pt x="1095" y="0"/>
                    <a:pt x="645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"/>
            <p:cNvSpPr/>
            <p:nvPr/>
          </p:nvSpPr>
          <p:spPr>
            <a:xfrm>
              <a:off x="2197775" y="1956175"/>
              <a:ext cx="37725" cy="21200"/>
            </a:xfrm>
            <a:custGeom>
              <a:avLst/>
              <a:gdLst/>
              <a:ahLst/>
              <a:cxnLst/>
              <a:rect l="l" t="t" r="r" b="b"/>
              <a:pathLst>
                <a:path w="1509" h="848" extrusionOk="0">
                  <a:moveTo>
                    <a:pt x="763" y="0"/>
                  </a:moveTo>
                  <a:cubicBezTo>
                    <a:pt x="406" y="0"/>
                    <a:pt x="0" y="255"/>
                    <a:pt x="209" y="637"/>
                  </a:cubicBezTo>
                  <a:cubicBezTo>
                    <a:pt x="297" y="787"/>
                    <a:pt x="445" y="848"/>
                    <a:pt x="601" y="848"/>
                  </a:cubicBezTo>
                  <a:cubicBezTo>
                    <a:pt x="1021" y="848"/>
                    <a:pt x="1509" y="414"/>
                    <a:pt x="1123" y="118"/>
                  </a:cubicBezTo>
                  <a:cubicBezTo>
                    <a:pt x="1100" y="107"/>
                    <a:pt x="1077" y="84"/>
                    <a:pt x="1055" y="73"/>
                  </a:cubicBezTo>
                  <a:cubicBezTo>
                    <a:pt x="974" y="23"/>
                    <a:pt x="871" y="0"/>
                    <a:pt x="763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"/>
            <p:cNvSpPr/>
            <p:nvPr/>
          </p:nvSpPr>
          <p:spPr>
            <a:xfrm>
              <a:off x="2148425" y="1848425"/>
              <a:ext cx="38050" cy="21200"/>
            </a:xfrm>
            <a:custGeom>
              <a:avLst/>
              <a:gdLst/>
              <a:ahLst/>
              <a:cxnLst/>
              <a:rect l="l" t="t" r="r" b="b"/>
              <a:pathLst>
                <a:path w="1522" h="848" extrusionOk="0">
                  <a:moveTo>
                    <a:pt x="919" y="0"/>
                  </a:moveTo>
                  <a:cubicBezTo>
                    <a:pt x="497" y="0"/>
                    <a:pt x="1" y="465"/>
                    <a:pt x="411" y="749"/>
                  </a:cubicBezTo>
                  <a:cubicBezTo>
                    <a:pt x="433" y="761"/>
                    <a:pt x="445" y="772"/>
                    <a:pt x="467" y="783"/>
                  </a:cubicBezTo>
                  <a:cubicBezTo>
                    <a:pt x="547" y="827"/>
                    <a:pt x="645" y="847"/>
                    <a:pt x="745" y="847"/>
                  </a:cubicBezTo>
                  <a:cubicBezTo>
                    <a:pt x="1112" y="847"/>
                    <a:pt x="1521" y="578"/>
                    <a:pt x="1291" y="197"/>
                  </a:cubicBezTo>
                  <a:cubicBezTo>
                    <a:pt x="1204" y="57"/>
                    <a:pt x="1066" y="0"/>
                    <a:pt x="919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"/>
            <p:cNvSpPr/>
            <p:nvPr/>
          </p:nvSpPr>
          <p:spPr>
            <a:xfrm>
              <a:off x="2154600" y="1921250"/>
              <a:ext cx="28525" cy="22875"/>
            </a:xfrm>
            <a:custGeom>
              <a:avLst/>
              <a:gdLst/>
              <a:ahLst/>
              <a:cxnLst/>
              <a:rect l="l" t="t" r="r" b="b"/>
              <a:pathLst>
                <a:path w="1141" h="915" extrusionOk="0">
                  <a:moveTo>
                    <a:pt x="446" y="1"/>
                  </a:moveTo>
                  <a:cubicBezTo>
                    <a:pt x="289" y="1"/>
                    <a:pt x="151" y="82"/>
                    <a:pt x="96" y="285"/>
                  </a:cubicBezTo>
                  <a:cubicBezTo>
                    <a:pt x="1" y="660"/>
                    <a:pt x="423" y="915"/>
                    <a:pt x="751" y="915"/>
                  </a:cubicBezTo>
                  <a:cubicBezTo>
                    <a:pt x="966" y="915"/>
                    <a:pt x="1141" y="804"/>
                    <a:pt x="1100" y="545"/>
                  </a:cubicBezTo>
                  <a:cubicBezTo>
                    <a:pt x="1100" y="511"/>
                    <a:pt x="1089" y="488"/>
                    <a:pt x="1089" y="477"/>
                  </a:cubicBezTo>
                  <a:cubicBezTo>
                    <a:pt x="1019" y="223"/>
                    <a:pt x="707" y="1"/>
                    <a:pt x="446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"/>
            <p:cNvSpPr/>
            <p:nvPr/>
          </p:nvSpPr>
          <p:spPr>
            <a:xfrm>
              <a:off x="2098400" y="1965700"/>
              <a:ext cx="28725" cy="22875"/>
            </a:xfrm>
            <a:custGeom>
              <a:avLst/>
              <a:gdLst/>
              <a:ahLst/>
              <a:cxnLst/>
              <a:rect l="l" t="t" r="r" b="b"/>
              <a:pathLst>
                <a:path w="1149" h="915" extrusionOk="0">
                  <a:moveTo>
                    <a:pt x="444" y="1"/>
                  </a:moveTo>
                  <a:cubicBezTo>
                    <a:pt x="280" y="1"/>
                    <a:pt x="136" y="86"/>
                    <a:pt x="87" y="301"/>
                  </a:cubicBezTo>
                  <a:cubicBezTo>
                    <a:pt x="0" y="669"/>
                    <a:pt x="413" y="914"/>
                    <a:pt x="740" y="914"/>
                  </a:cubicBezTo>
                  <a:cubicBezTo>
                    <a:pt x="964" y="914"/>
                    <a:pt x="1149" y="798"/>
                    <a:pt x="1103" y="527"/>
                  </a:cubicBezTo>
                  <a:cubicBezTo>
                    <a:pt x="1103" y="504"/>
                    <a:pt x="1092" y="482"/>
                    <a:pt x="1080" y="459"/>
                  </a:cubicBezTo>
                  <a:cubicBezTo>
                    <a:pt x="1011" y="211"/>
                    <a:pt x="702" y="1"/>
                    <a:pt x="444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"/>
            <p:cNvSpPr/>
            <p:nvPr/>
          </p:nvSpPr>
          <p:spPr>
            <a:xfrm>
              <a:off x="2127150" y="1356250"/>
              <a:ext cx="28475" cy="27125"/>
            </a:xfrm>
            <a:custGeom>
              <a:avLst/>
              <a:gdLst/>
              <a:ahLst/>
              <a:cxnLst/>
              <a:rect l="l" t="t" r="r" b="b"/>
              <a:pathLst>
                <a:path w="1139" h="1085" extrusionOk="0">
                  <a:moveTo>
                    <a:pt x="676" y="0"/>
                  </a:moveTo>
                  <a:cubicBezTo>
                    <a:pt x="625" y="0"/>
                    <a:pt x="568" y="14"/>
                    <a:pt x="506" y="46"/>
                  </a:cubicBezTo>
                  <a:cubicBezTo>
                    <a:pt x="483" y="57"/>
                    <a:pt x="461" y="69"/>
                    <a:pt x="438" y="80"/>
                  </a:cubicBezTo>
                  <a:cubicBezTo>
                    <a:pt x="93" y="302"/>
                    <a:pt x="1" y="1085"/>
                    <a:pt x="539" y="1085"/>
                  </a:cubicBezTo>
                  <a:cubicBezTo>
                    <a:pt x="547" y="1085"/>
                    <a:pt x="554" y="1084"/>
                    <a:pt x="562" y="1084"/>
                  </a:cubicBezTo>
                  <a:cubicBezTo>
                    <a:pt x="1139" y="1054"/>
                    <a:pt x="1117" y="0"/>
                    <a:pt x="676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"/>
            <p:cNvSpPr/>
            <p:nvPr/>
          </p:nvSpPr>
          <p:spPr>
            <a:xfrm>
              <a:off x="2082975" y="1804475"/>
              <a:ext cx="30900" cy="20875"/>
            </a:xfrm>
            <a:custGeom>
              <a:avLst/>
              <a:gdLst/>
              <a:ahLst/>
              <a:cxnLst/>
              <a:rect l="l" t="t" r="r" b="b"/>
              <a:pathLst>
                <a:path w="1236" h="835" extrusionOk="0">
                  <a:moveTo>
                    <a:pt x="636" y="1"/>
                  </a:moveTo>
                  <a:cubicBezTo>
                    <a:pt x="310" y="1"/>
                    <a:pt x="0" y="193"/>
                    <a:pt x="174" y="521"/>
                  </a:cubicBezTo>
                  <a:cubicBezTo>
                    <a:pt x="185" y="533"/>
                    <a:pt x="197" y="555"/>
                    <a:pt x="208" y="578"/>
                  </a:cubicBezTo>
                  <a:cubicBezTo>
                    <a:pt x="325" y="737"/>
                    <a:pt x="565" y="834"/>
                    <a:pt x="781" y="834"/>
                  </a:cubicBezTo>
                  <a:cubicBezTo>
                    <a:pt x="1023" y="834"/>
                    <a:pt x="1236" y="712"/>
                    <a:pt x="1212" y="420"/>
                  </a:cubicBezTo>
                  <a:cubicBezTo>
                    <a:pt x="1182" y="130"/>
                    <a:pt x="904" y="1"/>
                    <a:pt x="636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"/>
            <p:cNvSpPr/>
            <p:nvPr/>
          </p:nvSpPr>
          <p:spPr>
            <a:xfrm>
              <a:off x="2141800" y="1724650"/>
              <a:ext cx="28400" cy="27250"/>
            </a:xfrm>
            <a:custGeom>
              <a:avLst/>
              <a:gdLst/>
              <a:ahLst/>
              <a:cxnLst/>
              <a:rect l="l" t="t" r="r" b="b"/>
              <a:pathLst>
                <a:path w="1136" h="1090" extrusionOk="0">
                  <a:moveTo>
                    <a:pt x="619" y="0"/>
                  </a:moveTo>
                  <a:cubicBezTo>
                    <a:pt x="604" y="0"/>
                    <a:pt x="590" y="1"/>
                    <a:pt x="574" y="2"/>
                  </a:cubicBezTo>
                  <a:cubicBezTo>
                    <a:pt x="1" y="52"/>
                    <a:pt x="55" y="1090"/>
                    <a:pt x="498" y="1090"/>
                  </a:cubicBezTo>
                  <a:cubicBezTo>
                    <a:pt x="552" y="1090"/>
                    <a:pt x="611" y="1074"/>
                    <a:pt x="676" y="1040"/>
                  </a:cubicBezTo>
                  <a:cubicBezTo>
                    <a:pt x="698" y="1029"/>
                    <a:pt x="710" y="1018"/>
                    <a:pt x="732" y="1006"/>
                  </a:cubicBezTo>
                  <a:cubicBezTo>
                    <a:pt x="1073" y="776"/>
                    <a:pt x="1135" y="0"/>
                    <a:pt x="619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"/>
            <p:cNvSpPr/>
            <p:nvPr/>
          </p:nvSpPr>
          <p:spPr>
            <a:xfrm>
              <a:off x="2300500" y="1498050"/>
              <a:ext cx="31600" cy="20800"/>
            </a:xfrm>
            <a:custGeom>
              <a:avLst/>
              <a:gdLst/>
              <a:ahLst/>
              <a:cxnLst/>
              <a:rect l="l" t="t" r="r" b="b"/>
              <a:pathLst>
                <a:path w="1264" h="832" extrusionOk="0">
                  <a:moveTo>
                    <a:pt x="482" y="0"/>
                  </a:moveTo>
                  <a:cubicBezTo>
                    <a:pt x="228" y="0"/>
                    <a:pt x="1" y="131"/>
                    <a:pt x="38" y="434"/>
                  </a:cubicBezTo>
                  <a:cubicBezTo>
                    <a:pt x="77" y="712"/>
                    <a:pt x="339" y="832"/>
                    <a:pt x="597" y="832"/>
                  </a:cubicBezTo>
                  <a:cubicBezTo>
                    <a:pt x="934" y="832"/>
                    <a:pt x="1263" y="625"/>
                    <a:pt x="1065" y="298"/>
                  </a:cubicBezTo>
                  <a:cubicBezTo>
                    <a:pt x="1053" y="276"/>
                    <a:pt x="1042" y="264"/>
                    <a:pt x="1031" y="242"/>
                  </a:cubicBezTo>
                  <a:cubicBezTo>
                    <a:pt x="919" y="89"/>
                    <a:pt x="691" y="0"/>
                    <a:pt x="482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"/>
            <p:cNvSpPr/>
            <p:nvPr/>
          </p:nvSpPr>
          <p:spPr>
            <a:xfrm>
              <a:off x="2182675" y="1804375"/>
              <a:ext cx="34900" cy="25675"/>
            </a:xfrm>
            <a:custGeom>
              <a:avLst/>
              <a:gdLst/>
              <a:ahLst/>
              <a:cxnLst/>
              <a:rect l="l" t="t" r="r" b="b"/>
              <a:pathLst>
                <a:path w="1396" h="1027" extrusionOk="0">
                  <a:moveTo>
                    <a:pt x="862" y="1"/>
                  </a:moveTo>
                  <a:cubicBezTo>
                    <a:pt x="840" y="1"/>
                    <a:pt x="816" y="3"/>
                    <a:pt x="790" y="6"/>
                  </a:cubicBezTo>
                  <a:cubicBezTo>
                    <a:pt x="767" y="6"/>
                    <a:pt x="745" y="18"/>
                    <a:pt x="722" y="29"/>
                  </a:cubicBezTo>
                  <a:cubicBezTo>
                    <a:pt x="316" y="131"/>
                    <a:pt x="0" y="875"/>
                    <a:pt x="542" y="1011"/>
                  </a:cubicBezTo>
                  <a:cubicBezTo>
                    <a:pt x="580" y="1021"/>
                    <a:pt x="618" y="1026"/>
                    <a:pt x="654" y="1026"/>
                  </a:cubicBezTo>
                  <a:cubicBezTo>
                    <a:pt x="1173" y="1026"/>
                    <a:pt x="1396" y="1"/>
                    <a:pt x="862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"/>
            <p:cNvSpPr/>
            <p:nvPr/>
          </p:nvSpPr>
          <p:spPr>
            <a:xfrm>
              <a:off x="2098875" y="1851425"/>
              <a:ext cx="34475" cy="25925"/>
            </a:xfrm>
            <a:custGeom>
              <a:avLst/>
              <a:gdLst/>
              <a:ahLst/>
              <a:cxnLst/>
              <a:rect l="l" t="t" r="r" b="b"/>
              <a:pathLst>
                <a:path w="1379" h="1037" extrusionOk="0">
                  <a:moveTo>
                    <a:pt x="864" y="0"/>
                  </a:moveTo>
                  <a:cubicBezTo>
                    <a:pt x="838" y="0"/>
                    <a:pt x="809" y="3"/>
                    <a:pt x="779" y="9"/>
                  </a:cubicBezTo>
                  <a:cubicBezTo>
                    <a:pt x="757" y="9"/>
                    <a:pt x="734" y="20"/>
                    <a:pt x="712" y="20"/>
                  </a:cubicBezTo>
                  <a:cubicBezTo>
                    <a:pt x="305" y="144"/>
                    <a:pt x="1" y="889"/>
                    <a:pt x="542" y="1024"/>
                  </a:cubicBezTo>
                  <a:cubicBezTo>
                    <a:pt x="576" y="1032"/>
                    <a:pt x="610" y="1036"/>
                    <a:pt x="641" y="1036"/>
                  </a:cubicBezTo>
                  <a:cubicBezTo>
                    <a:pt x="1172" y="1036"/>
                    <a:pt x="1378" y="0"/>
                    <a:pt x="864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"/>
            <p:cNvSpPr/>
            <p:nvPr/>
          </p:nvSpPr>
          <p:spPr>
            <a:xfrm>
              <a:off x="2571475" y="1726550"/>
              <a:ext cx="28050" cy="26850"/>
            </a:xfrm>
            <a:custGeom>
              <a:avLst/>
              <a:gdLst/>
              <a:ahLst/>
              <a:cxnLst/>
              <a:rect l="l" t="t" r="r" b="b"/>
              <a:pathLst>
                <a:path w="1122" h="1074" extrusionOk="0">
                  <a:moveTo>
                    <a:pt x="626" y="1"/>
                  </a:moveTo>
                  <a:cubicBezTo>
                    <a:pt x="606" y="1"/>
                    <a:pt x="584" y="2"/>
                    <a:pt x="562" y="5"/>
                  </a:cubicBezTo>
                  <a:cubicBezTo>
                    <a:pt x="1" y="45"/>
                    <a:pt x="54" y="1073"/>
                    <a:pt x="484" y="1073"/>
                  </a:cubicBezTo>
                  <a:cubicBezTo>
                    <a:pt x="538" y="1073"/>
                    <a:pt x="598" y="1057"/>
                    <a:pt x="663" y="1021"/>
                  </a:cubicBezTo>
                  <a:lnTo>
                    <a:pt x="720" y="987"/>
                  </a:lnTo>
                  <a:cubicBezTo>
                    <a:pt x="1056" y="759"/>
                    <a:pt x="1121" y="1"/>
                    <a:pt x="626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"/>
            <p:cNvSpPr/>
            <p:nvPr/>
          </p:nvSpPr>
          <p:spPr>
            <a:xfrm>
              <a:off x="2069225" y="1979575"/>
              <a:ext cx="30925" cy="20875"/>
            </a:xfrm>
            <a:custGeom>
              <a:avLst/>
              <a:gdLst/>
              <a:ahLst/>
              <a:cxnLst/>
              <a:rect l="l" t="t" r="r" b="b"/>
              <a:pathLst>
                <a:path w="1237" h="835" extrusionOk="0">
                  <a:moveTo>
                    <a:pt x="455" y="1"/>
                  </a:moveTo>
                  <a:cubicBezTo>
                    <a:pt x="213" y="1"/>
                    <a:pt x="1" y="125"/>
                    <a:pt x="24" y="423"/>
                  </a:cubicBezTo>
                  <a:cubicBezTo>
                    <a:pt x="50" y="708"/>
                    <a:pt x="326" y="834"/>
                    <a:pt x="594" y="834"/>
                  </a:cubicBezTo>
                  <a:cubicBezTo>
                    <a:pt x="922" y="834"/>
                    <a:pt x="1236" y="645"/>
                    <a:pt x="1063" y="322"/>
                  </a:cubicBezTo>
                  <a:cubicBezTo>
                    <a:pt x="1051" y="299"/>
                    <a:pt x="1040" y="277"/>
                    <a:pt x="1029" y="265"/>
                  </a:cubicBezTo>
                  <a:cubicBezTo>
                    <a:pt x="912" y="100"/>
                    <a:pt x="671" y="1"/>
                    <a:pt x="455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"/>
            <p:cNvSpPr/>
            <p:nvPr/>
          </p:nvSpPr>
          <p:spPr>
            <a:xfrm>
              <a:off x="2272425" y="1917550"/>
              <a:ext cx="27950" cy="27300"/>
            </a:xfrm>
            <a:custGeom>
              <a:avLst/>
              <a:gdLst/>
              <a:ahLst/>
              <a:cxnLst/>
              <a:rect l="l" t="t" r="r" b="b"/>
              <a:pathLst>
                <a:path w="1118" h="1092" extrusionOk="0">
                  <a:moveTo>
                    <a:pt x="605" y="1"/>
                  </a:moveTo>
                  <a:cubicBezTo>
                    <a:pt x="548" y="1"/>
                    <a:pt x="485" y="19"/>
                    <a:pt x="416" y="61"/>
                  </a:cubicBezTo>
                  <a:cubicBezTo>
                    <a:pt x="393" y="72"/>
                    <a:pt x="371" y="83"/>
                    <a:pt x="360" y="95"/>
                  </a:cubicBezTo>
                  <a:cubicBezTo>
                    <a:pt x="35" y="344"/>
                    <a:pt x="1" y="1092"/>
                    <a:pt x="487" y="1092"/>
                  </a:cubicBezTo>
                  <a:cubicBezTo>
                    <a:pt x="508" y="1092"/>
                    <a:pt x="529" y="1090"/>
                    <a:pt x="551" y="1088"/>
                  </a:cubicBezTo>
                  <a:cubicBezTo>
                    <a:pt x="1118" y="1008"/>
                    <a:pt x="1028" y="1"/>
                    <a:pt x="605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"/>
            <p:cNvSpPr/>
            <p:nvPr/>
          </p:nvSpPr>
          <p:spPr>
            <a:xfrm>
              <a:off x="5842125" y="1172600"/>
              <a:ext cx="215000" cy="179450"/>
            </a:xfrm>
            <a:custGeom>
              <a:avLst/>
              <a:gdLst/>
              <a:ahLst/>
              <a:cxnLst/>
              <a:rect l="l" t="t" r="r" b="b"/>
              <a:pathLst>
                <a:path w="8600" h="7178" extrusionOk="0">
                  <a:moveTo>
                    <a:pt x="2664" y="1"/>
                  </a:moveTo>
                  <a:lnTo>
                    <a:pt x="1" y="272"/>
                  </a:lnTo>
                  <a:lnTo>
                    <a:pt x="1" y="5192"/>
                  </a:lnTo>
                  <a:lnTo>
                    <a:pt x="3138" y="4988"/>
                  </a:lnTo>
                  <a:lnTo>
                    <a:pt x="8599" y="7178"/>
                  </a:lnTo>
                  <a:lnTo>
                    <a:pt x="8509" y="5767"/>
                  </a:lnTo>
                  <a:lnTo>
                    <a:pt x="2664" y="1"/>
                  </a:lnTo>
                  <a:close/>
                </a:path>
              </a:pathLst>
            </a:custGeom>
            <a:solidFill>
              <a:srgbClr val="E3E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"/>
            <p:cNvSpPr/>
            <p:nvPr/>
          </p:nvSpPr>
          <p:spPr>
            <a:xfrm>
              <a:off x="5842125" y="1297300"/>
              <a:ext cx="235600" cy="734050"/>
            </a:xfrm>
            <a:custGeom>
              <a:avLst/>
              <a:gdLst/>
              <a:ahLst/>
              <a:cxnLst/>
              <a:rect l="l" t="t" r="r" b="b"/>
              <a:pathLst>
                <a:path w="9424" h="29362" extrusionOk="0">
                  <a:moveTo>
                    <a:pt x="3138" y="0"/>
                  </a:moveTo>
                  <a:lnTo>
                    <a:pt x="1" y="204"/>
                  </a:lnTo>
                  <a:lnTo>
                    <a:pt x="12" y="6895"/>
                  </a:lnTo>
                  <a:lnTo>
                    <a:pt x="1" y="28944"/>
                  </a:lnTo>
                  <a:lnTo>
                    <a:pt x="339" y="29362"/>
                  </a:lnTo>
                  <a:lnTo>
                    <a:pt x="1039" y="29035"/>
                  </a:lnTo>
                  <a:lnTo>
                    <a:pt x="9423" y="14512"/>
                  </a:lnTo>
                  <a:lnTo>
                    <a:pt x="9118" y="9953"/>
                  </a:lnTo>
                  <a:lnTo>
                    <a:pt x="8599" y="2190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D939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"/>
            <p:cNvSpPr/>
            <p:nvPr/>
          </p:nvSpPr>
          <p:spPr>
            <a:xfrm>
              <a:off x="5842125" y="1297300"/>
              <a:ext cx="227975" cy="248850"/>
            </a:xfrm>
            <a:custGeom>
              <a:avLst/>
              <a:gdLst/>
              <a:ahLst/>
              <a:cxnLst/>
              <a:rect l="l" t="t" r="r" b="b"/>
              <a:pathLst>
                <a:path w="9119" h="9954" extrusionOk="0">
                  <a:moveTo>
                    <a:pt x="3138" y="0"/>
                  </a:moveTo>
                  <a:lnTo>
                    <a:pt x="1" y="204"/>
                  </a:lnTo>
                  <a:lnTo>
                    <a:pt x="1" y="6895"/>
                  </a:lnTo>
                  <a:cubicBezTo>
                    <a:pt x="892" y="6974"/>
                    <a:pt x="1772" y="7256"/>
                    <a:pt x="2246" y="7696"/>
                  </a:cubicBezTo>
                  <a:lnTo>
                    <a:pt x="9118" y="9953"/>
                  </a:lnTo>
                  <a:lnTo>
                    <a:pt x="8599" y="2190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"/>
            <p:cNvSpPr/>
            <p:nvPr/>
          </p:nvSpPr>
          <p:spPr>
            <a:xfrm>
              <a:off x="5850600" y="1299550"/>
              <a:ext cx="683550" cy="732100"/>
            </a:xfrm>
            <a:custGeom>
              <a:avLst/>
              <a:gdLst/>
              <a:ahLst/>
              <a:cxnLst/>
              <a:rect l="l" t="t" r="r" b="b"/>
              <a:pathLst>
                <a:path w="27342" h="29284" extrusionOk="0">
                  <a:moveTo>
                    <a:pt x="1986" y="1"/>
                  </a:moveTo>
                  <a:lnTo>
                    <a:pt x="1501" y="7189"/>
                  </a:lnTo>
                  <a:lnTo>
                    <a:pt x="34" y="28854"/>
                  </a:lnTo>
                  <a:lnTo>
                    <a:pt x="0" y="29283"/>
                  </a:lnTo>
                  <a:lnTo>
                    <a:pt x="0" y="29283"/>
                  </a:lnTo>
                  <a:lnTo>
                    <a:pt x="339" y="29182"/>
                  </a:lnTo>
                  <a:lnTo>
                    <a:pt x="15764" y="25131"/>
                  </a:lnTo>
                  <a:lnTo>
                    <a:pt x="27342" y="22084"/>
                  </a:lnTo>
                  <a:cubicBezTo>
                    <a:pt x="24566" y="14151"/>
                    <a:pt x="18947" y="7223"/>
                    <a:pt x="10190" y="3036"/>
                  </a:cubicBezTo>
                  <a:cubicBezTo>
                    <a:pt x="7561" y="1761"/>
                    <a:pt x="4807" y="746"/>
                    <a:pt x="1986" y="1"/>
                  </a:cubicBezTo>
                  <a:close/>
                </a:path>
              </a:pathLst>
            </a:custGeom>
            <a:solidFill>
              <a:srgbClr val="E7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"/>
            <p:cNvSpPr/>
            <p:nvPr/>
          </p:nvSpPr>
          <p:spPr>
            <a:xfrm>
              <a:off x="5900250" y="1172600"/>
              <a:ext cx="729275" cy="678775"/>
            </a:xfrm>
            <a:custGeom>
              <a:avLst/>
              <a:gdLst/>
              <a:ahLst/>
              <a:cxnLst/>
              <a:rect l="l" t="t" r="r" b="b"/>
              <a:pathLst>
                <a:path w="29171" h="27151" extrusionOk="0">
                  <a:moveTo>
                    <a:pt x="339" y="1"/>
                  </a:moveTo>
                  <a:lnTo>
                    <a:pt x="0" y="5079"/>
                  </a:lnTo>
                  <a:cubicBezTo>
                    <a:pt x="2821" y="5824"/>
                    <a:pt x="5575" y="6839"/>
                    <a:pt x="8204" y="8114"/>
                  </a:cubicBezTo>
                  <a:cubicBezTo>
                    <a:pt x="16949" y="12301"/>
                    <a:pt x="22580" y="19229"/>
                    <a:pt x="25356" y="27151"/>
                  </a:cubicBezTo>
                  <a:lnTo>
                    <a:pt x="29170" y="26158"/>
                  </a:lnTo>
                  <a:cubicBezTo>
                    <a:pt x="27816" y="22648"/>
                    <a:pt x="26044" y="19331"/>
                    <a:pt x="23889" y="16261"/>
                  </a:cubicBezTo>
                  <a:cubicBezTo>
                    <a:pt x="23889" y="16261"/>
                    <a:pt x="14692" y="3081"/>
                    <a:pt x="339" y="1"/>
                  </a:cubicBezTo>
                  <a:close/>
                </a:path>
              </a:pathLst>
            </a:custGeom>
            <a:solidFill>
              <a:srgbClr val="EFF4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"/>
            <p:cNvSpPr/>
            <p:nvPr/>
          </p:nvSpPr>
          <p:spPr>
            <a:xfrm>
              <a:off x="5888125" y="1299550"/>
              <a:ext cx="646025" cy="628275"/>
            </a:xfrm>
            <a:custGeom>
              <a:avLst/>
              <a:gdLst/>
              <a:ahLst/>
              <a:cxnLst/>
              <a:rect l="l" t="t" r="r" b="b"/>
              <a:pathLst>
                <a:path w="25841" h="25131" extrusionOk="0">
                  <a:moveTo>
                    <a:pt x="485" y="1"/>
                  </a:moveTo>
                  <a:lnTo>
                    <a:pt x="0" y="7189"/>
                  </a:lnTo>
                  <a:cubicBezTo>
                    <a:pt x="57" y="7245"/>
                    <a:pt x="124" y="7290"/>
                    <a:pt x="181" y="7335"/>
                  </a:cubicBezTo>
                  <a:cubicBezTo>
                    <a:pt x="2528" y="9671"/>
                    <a:pt x="2392" y="12560"/>
                    <a:pt x="6037" y="13158"/>
                  </a:cubicBezTo>
                  <a:cubicBezTo>
                    <a:pt x="9513" y="13858"/>
                    <a:pt x="14421" y="12300"/>
                    <a:pt x="16227" y="16825"/>
                  </a:cubicBezTo>
                  <a:cubicBezTo>
                    <a:pt x="17321" y="19771"/>
                    <a:pt x="15302" y="22445"/>
                    <a:pt x="14263" y="25131"/>
                  </a:cubicBezTo>
                  <a:lnTo>
                    <a:pt x="25841" y="22084"/>
                  </a:lnTo>
                  <a:cubicBezTo>
                    <a:pt x="23065" y="14151"/>
                    <a:pt x="17446" y="7223"/>
                    <a:pt x="8689" y="3036"/>
                  </a:cubicBezTo>
                  <a:cubicBezTo>
                    <a:pt x="6060" y="1761"/>
                    <a:pt x="3306" y="746"/>
                    <a:pt x="485" y="1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"/>
            <p:cNvSpPr/>
            <p:nvPr/>
          </p:nvSpPr>
          <p:spPr>
            <a:xfrm>
              <a:off x="5909000" y="1172600"/>
              <a:ext cx="720525" cy="653950"/>
            </a:xfrm>
            <a:custGeom>
              <a:avLst/>
              <a:gdLst/>
              <a:ahLst/>
              <a:cxnLst/>
              <a:rect l="l" t="t" r="r" b="b"/>
              <a:pathLst>
                <a:path w="28821" h="26158" extrusionOk="0">
                  <a:moveTo>
                    <a:pt x="0" y="1"/>
                  </a:moveTo>
                  <a:lnTo>
                    <a:pt x="429" y="114"/>
                  </a:lnTo>
                  <a:cubicBezTo>
                    <a:pt x="722" y="193"/>
                    <a:pt x="1140" y="283"/>
                    <a:pt x="1670" y="452"/>
                  </a:cubicBezTo>
                  <a:lnTo>
                    <a:pt x="2550" y="723"/>
                  </a:lnTo>
                  <a:lnTo>
                    <a:pt x="3566" y="1073"/>
                  </a:lnTo>
                  <a:cubicBezTo>
                    <a:pt x="4288" y="1344"/>
                    <a:pt x="5089" y="1660"/>
                    <a:pt x="5958" y="2055"/>
                  </a:cubicBezTo>
                  <a:cubicBezTo>
                    <a:pt x="6816" y="2438"/>
                    <a:pt x="7741" y="2890"/>
                    <a:pt x="8678" y="3420"/>
                  </a:cubicBezTo>
                  <a:cubicBezTo>
                    <a:pt x="9626" y="3950"/>
                    <a:pt x="10607" y="4537"/>
                    <a:pt x="11578" y="5192"/>
                  </a:cubicBezTo>
                  <a:cubicBezTo>
                    <a:pt x="13620" y="6580"/>
                    <a:pt x="15561" y="8114"/>
                    <a:pt x="17367" y="9784"/>
                  </a:cubicBezTo>
                  <a:cubicBezTo>
                    <a:pt x="19172" y="11454"/>
                    <a:pt x="20865" y="13260"/>
                    <a:pt x="22411" y="15178"/>
                  </a:cubicBezTo>
                  <a:cubicBezTo>
                    <a:pt x="23110" y="16058"/>
                    <a:pt x="23776" y="16984"/>
                    <a:pt x="24385" y="17931"/>
                  </a:cubicBezTo>
                  <a:cubicBezTo>
                    <a:pt x="24972" y="18845"/>
                    <a:pt x="25491" y="19726"/>
                    <a:pt x="25976" y="20538"/>
                  </a:cubicBezTo>
                  <a:cubicBezTo>
                    <a:pt x="26462" y="21339"/>
                    <a:pt x="26868" y="22107"/>
                    <a:pt x="27218" y="22795"/>
                  </a:cubicBezTo>
                  <a:cubicBezTo>
                    <a:pt x="27398" y="23133"/>
                    <a:pt x="27567" y="23449"/>
                    <a:pt x="27703" y="23754"/>
                  </a:cubicBezTo>
                  <a:cubicBezTo>
                    <a:pt x="27850" y="24047"/>
                    <a:pt x="27985" y="24330"/>
                    <a:pt x="28098" y="24578"/>
                  </a:cubicBezTo>
                  <a:cubicBezTo>
                    <a:pt x="28357" y="25063"/>
                    <a:pt x="28515" y="25469"/>
                    <a:pt x="28639" y="25740"/>
                  </a:cubicBezTo>
                  <a:cubicBezTo>
                    <a:pt x="28752" y="26011"/>
                    <a:pt x="28820" y="26158"/>
                    <a:pt x="28820" y="26158"/>
                  </a:cubicBezTo>
                  <a:cubicBezTo>
                    <a:pt x="28820" y="26158"/>
                    <a:pt x="28775" y="26011"/>
                    <a:pt x="28673" y="25729"/>
                  </a:cubicBezTo>
                  <a:cubicBezTo>
                    <a:pt x="28583" y="25447"/>
                    <a:pt x="28436" y="25040"/>
                    <a:pt x="28233" y="24521"/>
                  </a:cubicBezTo>
                  <a:cubicBezTo>
                    <a:pt x="28041" y="24002"/>
                    <a:pt x="27782" y="23382"/>
                    <a:pt x="27466" y="22682"/>
                  </a:cubicBezTo>
                  <a:cubicBezTo>
                    <a:pt x="27139" y="21971"/>
                    <a:pt x="26744" y="21193"/>
                    <a:pt x="26315" y="20346"/>
                  </a:cubicBezTo>
                  <a:cubicBezTo>
                    <a:pt x="25875" y="19500"/>
                    <a:pt x="25344" y="18620"/>
                    <a:pt x="24758" y="17694"/>
                  </a:cubicBezTo>
                  <a:cubicBezTo>
                    <a:pt x="24160" y="16724"/>
                    <a:pt x="23494" y="15776"/>
                    <a:pt x="22783" y="14873"/>
                  </a:cubicBezTo>
                  <a:cubicBezTo>
                    <a:pt x="21214" y="12944"/>
                    <a:pt x="19511" y="11138"/>
                    <a:pt x="17660" y="9457"/>
                  </a:cubicBezTo>
                  <a:cubicBezTo>
                    <a:pt x="16723" y="8611"/>
                    <a:pt x="15753" y="7787"/>
                    <a:pt x="14771" y="7020"/>
                  </a:cubicBezTo>
                  <a:cubicBezTo>
                    <a:pt x="13789" y="6252"/>
                    <a:pt x="12785" y="5541"/>
                    <a:pt x="11781" y="4898"/>
                  </a:cubicBezTo>
                  <a:cubicBezTo>
                    <a:pt x="10777" y="4255"/>
                    <a:pt x="9784" y="3668"/>
                    <a:pt x="8813" y="3160"/>
                  </a:cubicBezTo>
                  <a:cubicBezTo>
                    <a:pt x="7843" y="2664"/>
                    <a:pt x="6917" y="2213"/>
                    <a:pt x="6037" y="1852"/>
                  </a:cubicBezTo>
                  <a:cubicBezTo>
                    <a:pt x="5157" y="1479"/>
                    <a:pt x="4345" y="1186"/>
                    <a:pt x="3611" y="937"/>
                  </a:cubicBezTo>
                  <a:lnTo>
                    <a:pt x="2573" y="622"/>
                  </a:lnTo>
                  <a:lnTo>
                    <a:pt x="1693" y="385"/>
                  </a:lnTo>
                  <a:cubicBezTo>
                    <a:pt x="1162" y="238"/>
                    <a:pt x="722" y="170"/>
                    <a:pt x="440" y="10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BFD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"/>
            <p:cNvSpPr/>
            <p:nvPr/>
          </p:nvSpPr>
          <p:spPr>
            <a:xfrm>
              <a:off x="5898825" y="1702400"/>
              <a:ext cx="24300" cy="78725"/>
            </a:xfrm>
            <a:custGeom>
              <a:avLst/>
              <a:gdLst/>
              <a:ahLst/>
              <a:cxnLst/>
              <a:rect l="l" t="t" r="r" b="b"/>
              <a:pathLst>
                <a:path w="972" h="3149" extrusionOk="0">
                  <a:moveTo>
                    <a:pt x="960" y="1"/>
                  </a:moveTo>
                  <a:lnTo>
                    <a:pt x="960" y="1"/>
                  </a:lnTo>
                  <a:cubicBezTo>
                    <a:pt x="847" y="147"/>
                    <a:pt x="757" y="294"/>
                    <a:pt x="678" y="452"/>
                  </a:cubicBezTo>
                  <a:cubicBezTo>
                    <a:pt x="509" y="790"/>
                    <a:pt x="373" y="1152"/>
                    <a:pt x="283" y="1524"/>
                  </a:cubicBezTo>
                  <a:cubicBezTo>
                    <a:pt x="227" y="1716"/>
                    <a:pt x="181" y="1908"/>
                    <a:pt x="148" y="2099"/>
                  </a:cubicBezTo>
                  <a:cubicBezTo>
                    <a:pt x="114" y="2280"/>
                    <a:pt x="91" y="2460"/>
                    <a:pt x="57" y="2618"/>
                  </a:cubicBezTo>
                  <a:cubicBezTo>
                    <a:pt x="23" y="2788"/>
                    <a:pt x="12" y="2968"/>
                    <a:pt x="1" y="3149"/>
                  </a:cubicBezTo>
                  <a:cubicBezTo>
                    <a:pt x="125" y="3013"/>
                    <a:pt x="227" y="2867"/>
                    <a:pt x="328" y="2720"/>
                  </a:cubicBezTo>
                  <a:cubicBezTo>
                    <a:pt x="509" y="2381"/>
                    <a:pt x="655" y="2020"/>
                    <a:pt x="746" y="1648"/>
                  </a:cubicBezTo>
                  <a:cubicBezTo>
                    <a:pt x="836" y="1276"/>
                    <a:pt x="904" y="903"/>
                    <a:pt x="949" y="531"/>
                  </a:cubicBezTo>
                  <a:cubicBezTo>
                    <a:pt x="960" y="362"/>
                    <a:pt x="971" y="181"/>
                    <a:pt x="960" y="1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"/>
            <p:cNvSpPr/>
            <p:nvPr/>
          </p:nvSpPr>
          <p:spPr>
            <a:xfrm>
              <a:off x="5893750" y="1530875"/>
              <a:ext cx="19775" cy="199750"/>
            </a:xfrm>
            <a:custGeom>
              <a:avLst/>
              <a:gdLst/>
              <a:ahLst/>
              <a:cxnLst/>
              <a:rect l="l" t="t" r="r" b="b"/>
              <a:pathLst>
                <a:path w="791" h="7990" extrusionOk="0">
                  <a:moveTo>
                    <a:pt x="791" y="1"/>
                  </a:moveTo>
                  <a:cubicBezTo>
                    <a:pt x="791" y="1"/>
                    <a:pt x="734" y="125"/>
                    <a:pt x="689" y="339"/>
                  </a:cubicBezTo>
                  <a:cubicBezTo>
                    <a:pt x="644" y="554"/>
                    <a:pt x="554" y="858"/>
                    <a:pt x="475" y="1231"/>
                  </a:cubicBezTo>
                  <a:cubicBezTo>
                    <a:pt x="441" y="1411"/>
                    <a:pt x="384" y="1614"/>
                    <a:pt x="362" y="1829"/>
                  </a:cubicBezTo>
                  <a:cubicBezTo>
                    <a:pt x="328" y="2043"/>
                    <a:pt x="305" y="2269"/>
                    <a:pt x="283" y="2506"/>
                  </a:cubicBezTo>
                  <a:cubicBezTo>
                    <a:pt x="215" y="2969"/>
                    <a:pt x="170" y="3476"/>
                    <a:pt x="136" y="3973"/>
                  </a:cubicBezTo>
                  <a:cubicBezTo>
                    <a:pt x="114" y="4469"/>
                    <a:pt x="80" y="4966"/>
                    <a:pt x="69" y="5440"/>
                  </a:cubicBezTo>
                  <a:cubicBezTo>
                    <a:pt x="57" y="5677"/>
                    <a:pt x="57" y="5902"/>
                    <a:pt x="35" y="6117"/>
                  </a:cubicBezTo>
                  <a:cubicBezTo>
                    <a:pt x="23" y="6331"/>
                    <a:pt x="12" y="6534"/>
                    <a:pt x="12" y="6726"/>
                  </a:cubicBezTo>
                  <a:cubicBezTo>
                    <a:pt x="1" y="7099"/>
                    <a:pt x="1" y="7414"/>
                    <a:pt x="1" y="7640"/>
                  </a:cubicBezTo>
                  <a:lnTo>
                    <a:pt x="1" y="7990"/>
                  </a:lnTo>
                  <a:cubicBezTo>
                    <a:pt x="1" y="7990"/>
                    <a:pt x="46" y="7866"/>
                    <a:pt x="102" y="7651"/>
                  </a:cubicBezTo>
                  <a:cubicBezTo>
                    <a:pt x="148" y="7426"/>
                    <a:pt x="226" y="7121"/>
                    <a:pt x="294" y="6749"/>
                  </a:cubicBezTo>
                  <a:cubicBezTo>
                    <a:pt x="351" y="6388"/>
                    <a:pt x="441" y="5959"/>
                    <a:pt x="497" y="5485"/>
                  </a:cubicBezTo>
                  <a:cubicBezTo>
                    <a:pt x="542" y="5011"/>
                    <a:pt x="599" y="4514"/>
                    <a:pt x="621" y="4007"/>
                  </a:cubicBezTo>
                  <a:cubicBezTo>
                    <a:pt x="655" y="3499"/>
                    <a:pt x="689" y="3014"/>
                    <a:pt x="700" y="2540"/>
                  </a:cubicBezTo>
                  <a:cubicBezTo>
                    <a:pt x="712" y="2303"/>
                    <a:pt x="712" y="2077"/>
                    <a:pt x="712" y="1863"/>
                  </a:cubicBezTo>
                  <a:cubicBezTo>
                    <a:pt x="723" y="1648"/>
                    <a:pt x="746" y="1445"/>
                    <a:pt x="757" y="1265"/>
                  </a:cubicBezTo>
                  <a:cubicBezTo>
                    <a:pt x="779" y="892"/>
                    <a:pt x="791" y="576"/>
                    <a:pt x="791" y="351"/>
                  </a:cubicBezTo>
                  <a:lnTo>
                    <a:pt x="791" y="1"/>
                  </a:ln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"/>
            <p:cNvSpPr/>
            <p:nvPr/>
          </p:nvSpPr>
          <p:spPr>
            <a:xfrm>
              <a:off x="5978675" y="1644300"/>
              <a:ext cx="103825" cy="144725"/>
            </a:xfrm>
            <a:custGeom>
              <a:avLst/>
              <a:gdLst/>
              <a:ahLst/>
              <a:cxnLst/>
              <a:rect l="l" t="t" r="r" b="b"/>
              <a:pathLst>
                <a:path w="4153" h="5789" extrusionOk="0">
                  <a:moveTo>
                    <a:pt x="4153" y="0"/>
                  </a:moveTo>
                  <a:cubicBezTo>
                    <a:pt x="4153" y="0"/>
                    <a:pt x="3826" y="305"/>
                    <a:pt x="3374" y="801"/>
                  </a:cubicBezTo>
                  <a:cubicBezTo>
                    <a:pt x="3149" y="1049"/>
                    <a:pt x="2900" y="1354"/>
                    <a:pt x="2630" y="1681"/>
                  </a:cubicBezTo>
                  <a:cubicBezTo>
                    <a:pt x="2359" y="1997"/>
                    <a:pt x="2077" y="2358"/>
                    <a:pt x="1828" y="2719"/>
                  </a:cubicBezTo>
                  <a:cubicBezTo>
                    <a:pt x="1321" y="3453"/>
                    <a:pt x="847" y="4209"/>
                    <a:pt x="519" y="4796"/>
                  </a:cubicBezTo>
                  <a:cubicBezTo>
                    <a:pt x="192" y="5383"/>
                    <a:pt x="0" y="5789"/>
                    <a:pt x="0" y="5789"/>
                  </a:cubicBezTo>
                  <a:cubicBezTo>
                    <a:pt x="0" y="5789"/>
                    <a:pt x="316" y="5462"/>
                    <a:pt x="745" y="4954"/>
                  </a:cubicBezTo>
                  <a:cubicBezTo>
                    <a:pt x="1174" y="4435"/>
                    <a:pt x="1716" y="3724"/>
                    <a:pt x="2212" y="2990"/>
                  </a:cubicBezTo>
                  <a:cubicBezTo>
                    <a:pt x="2460" y="2618"/>
                    <a:pt x="2731" y="2268"/>
                    <a:pt x="2968" y="1930"/>
                  </a:cubicBezTo>
                  <a:cubicBezTo>
                    <a:pt x="3205" y="1580"/>
                    <a:pt x="3408" y="1253"/>
                    <a:pt x="3589" y="970"/>
                  </a:cubicBezTo>
                  <a:cubicBezTo>
                    <a:pt x="3950" y="406"/>
                    <a:pt x="4153" y="0"/>
                    <a:pt x="4153" y="0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"/>
            <p:cNvSpPr/>
            <p:nvPr/>
          </p:nvSpPr>
          <p:spPr>
            <a:xfrm>
              <a:off x="6098850" y="1855300"/>
              <a:ext cx="203700" cy="84375"/>
            </a:xfrm>
            <a:custGeom>
              <a:avLst/>
              <a:gdLst/>
              <a:ahLst/>
              <a:cxnLst/>
              <a:rect l="l" t="t" r="r" b="b"/>
              <a:pathLst>
                <a:path w="8148" h="3375" extrusionOk="0">
                  <a:moveTo>
                    <a:pt x="8148" y="1"/>
                  </a:moveTo>
                  <a:cubicBezTo>
                    <a:pt x="8148" y="1"/>
                    <a:pt x="8001" y="34"/>
                    <a:pt x="7775" y="102"/>
                  </a:cubicBezTo>
                  <a:cubicBezTo>
                    <a:pt x="7538" y="181"/>
                    <a:pt x="7211" y="271"/>
                    <a:pt x="6816" y="407"/>
                  </a:cubicBezTo>
                  <a:cubicBezTo>
                    <a:pt x="6026" y="666"/>
                    <a:pt x="4999" y="1039"/>
                    <a:pt x="3984" y="1467"/>
                  </a:cubicBezTo>
                  <a:cubicBezTo>
                    <a:pt x="2957" y="1896"/>
                    <a:pt x="1964" y="2348"/>
                    <a:pt x="1219" y="2720"/>
                  </a:cubicBezTo>
                  <a:cubicBezTo>
                    <a:pt x="847" y="2912"/>
                    <a:pt x="553" y="3070"/>
                    <a:pt x="339" y="3194"/>
                  </a:cubicBezTo>
                  <a:cubicBezTo>
                    <a:pt x="125" y="3307"/>
                    <a:pt x="0" y="3375"/>
                    <a:pt x="0" y="3375"/>
                  </a:cubicBezTo>
                  <a:cubicBezTo>
                    <a:pt x="0" y="3375"/>
                    <a:pt x="136" y="3352"/>
                    <a:pt x="373" y="3273"/>
                  </a:cubicBezTo>
                  <a:cubicBezTo>
                    <a:pt x="598" y="3205"/>
                    <a:pt x="937" y="3115"/>
                    <a:pt x="1332" y="2980"/>
                  </a:cubicBezTo>
                  <a:cubicBezTo>
                    <a:pt x="2111" y="2720"/>
                    <a:pt x="3149" y="2336"/>
                    <a:pt x="4164" y="1908"/>
                  </a:cubicBezTo>
                  <a:cubicBezTo>
                    <a:pt x="5180" y="1490"/>
                    <a:pt x="6184" y="1027"/>
                    <a:pt x="6929" y="655"/>
                  </a:cubicBezTo>
                  <a:cubicBezTo>
                    <a:pt x="7290" y="474"/>
                    <a:pt x="7595" y="305"/>
                    <a:pt x="7809" y="192"/>
                  </a:cubicBezTo>
                  <a:cubicBezTo>
                    <a:pt x="8023" y="80"/>
                    <a:pt x="8148" y="1"/>
                    <a:pt x="8148" y="1"/>
                  </a:cubicBezTo>
                  <a:close/>
                </a:path>
              </a:pathLst>
            </a:custGeom>
            <a:solidFill>
              <a:srgbClr val="D5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"/>
            <p:cNvSpPr/>
            <p:nvPr/>
          </p:nvSpPr>
          <p:spPr>
            <a:xfrm>
              <a:off x="6005750" y="1370650"/>
              <a:ext cx="51100" cy="147850"/>
            </a:xfrm>
            <a:custGeom>
              <a:avLst/>
              <a:gdLst/>
              <a:ahLst/>
              <a:cxnLst/>
              <a:rect l="l" t="t" r="r" b="b"/>
              <a:pathLst>
                <a:path w="2044" h="5914" extrusionOk="0">
                  <a:moveTo>
                    <a:pt x="2043" y="0"/>
                  </a:moveTo>
                  <a:cubicBezTo>
                    <a:pt x="2043" y="1"/>
                    <a:pt x="1829" y="328"/>
                    <a:pt x="1569" y="869"/>
                  </a:cubicBezTo>
                  <a:cubicBezTo>
                    <a:pt x="1310" y="1400"/>
                    <a:pt x="1005" y="2111"/>
                    <a:pt x="734" y="2855"/>
                  </a:cubicBezTo>
                  <a:cubicBezTo>
                    <a:pt x="497" y="3600"/>
                    <a:pt x="294" y="4356"/>
                    <a:pt x="170" y="4943"/>
                  </a:cubicBezTo>
                  <a:cubicBezTo>
                    <a:pt x="102" y="5259"/>
                    <a:pt x="46" y="5586"/>
                    <a:pt x="1" y="5913"/>
                  </a:cubicBezTo>
                  <a:cubicBezTo>
                    <a:pt x="1" y="5913"/>
                    <a:pt x="204" y="5563"/>
                    <a:pt x="441" y="5022"/>
                  </a:cubicBezTo>
                  <a:cubicBezTo>
                    <a:pt x="678" y="4491"/>
                    <a:pt x="949" y="3758"/>
                    <a:pt x="1197" y="3013"/>
                  </a:cubicBezTo>
                  <a:cubicBezTo>
                    <a:pt x="1321" y="2652"/>
                    <a:pt x="1445" y="2280"/>
                    <a:pt x="1558" y="1930"/>
                  </a:cubicBezTo>
                  <a:cubicBezTo>
                    <a:pt x="1671" y="1580"/>
                    <a:pt x="1761" y="1242"/>
                    <a:pt x="1829" y="960"/>
                  </a:cubicBezTo>
                  <a:cubicBezTo>
                    <a:pt x="1975" y="395"/>
                    <a:pt x="2043" y="1"/>
                    <a:pt x="2043" y="0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"/>
            <p:cNvSpPr/>
            <p:nvPr/>
          </p:nvSpPr>
          <p:spPr>
            <a:xfrm>
              <a:off x="6153000" y="1618325"/>
              <a:ext cx="202300" cy="140250"/>
            </a:xfrm>
            <a:custGeom>
              <a:avLst/>
              <a:gdLst/>
              <a:ahLst/>
              <a:cxnLst/>
              <a:rect l="l" t="t" r="r" b="b"/>
              <a:pathLst>
                <a:path w="8092" h="5610" extrusionOk="0">
                  <a:moveTo>
                    <a:pt x="8092" y="1"/>
                  </a:moveTo>
                  <a:lnTo>
                    <a:pt x="8092" y="1"/>
                  </a:lnTo>
                  <a:cubicBezTo>
                    <a:pt x="8092" y="1"/>
                    <a:pt x="7945" y="80"/>
                    <a:pt x="7719" y="215"/>
                  </a:cubicBezTo>
                  <a:cubicBezTo>
                    <a:pt x="7494" y="339"/>
                    <a:pt x="7155" y="531"/>
                    <a:pt x="6760" y="779"/>
                  </a:cubicBezTo>
                  <a:cubicBezTo>
                    <a:pt x="5970" y="1253"/>
                    <a:pt x="4943" y="1942"/>
                    <a:pt x="3950" y="2641"/>
                  </a:cubicBezTo>
                  <a:cubicBezTo>
                    <a:pt x="3454" y="3002"/>
                    <a:pt x="2946" y="3341"/>
                    <a:pt x="2472" y="3679"/>
                  </a:cubicBezTo>
                  <a:cubicBezTo>
                    <a:pt x="1998" y="4018"/>
                    <a:pt x="1570" y="4345"/>
                    <a:pt x="1197" y="4627"/>
                  </a:cubicBezTo>
                  <a:cubicBezTo>
                    <a:pt x="836" y="4898"/>
                    <a:pt x="531" y="5146"/>
                    <a:pt x="328" y="5327"/>
                  </a:cubicBezTo>
                  <a:cubicBezTo>
                    <a:pt x="114" y="5496"/>
                    <a:pt x="1" y="5609"/>
                    <a:pt x="1" y="5609"/>
                  </a:cubicBezTo>
                  <a:cubicBezTo>
                    <a:pt x="1" y="5609"/>
                    <a:pt x="148" y="5530"/>
                    <a:pt x="385" y="5406"/>
                  </a:cubicBezTo>
                  <a:cubicBezTo>
                    <a:pt x="622" y="5271"/>
                    <a:pt x="960" y="5090"/>
                    <a:pt x="1355" y="4853"/>
                  </a:cubicBezTo>
                  <a:cubicBezTo>
                    <a:pt x="1750" y="4616"/>
                    <a:pt x="2213" y="4334"/>
                    <a:pt x="2698" y="4029"/>
                  </a:cubicBezTo>
                  <a:cubicBezTo>
                    <a:pt x="3194" y="3736"/>
                    <a:pt x="3702" y="3397"/>
                    <a:pt x="4210" y="3048"/>
                  </a:cubicBezTo>
                  <a:cubicBezTo>
                    <a:pt x="5226" y="2337"/>
                    <a:pt x="6196" y="1592"/>
                    <a:pt x="6918" y="1005"/>
                  </a:cubicBezTo>
                  <a:cubicBezTo>
                    <a:pt x="7279" y="712"/>
                    <a:pt x="7561" y="464"/>
                    <a:pt x="7776" y="283"/>
                  </a:cubicBezTo>
                  <a:cubicBezTo>
                    <a:pt x="7979" y="114"/>
                    <a:pt x="8092" y="1"/>
                    <a:pt x="8092" y="1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"/>
            <p:cNvSpPr/>
            <p:nvPr/>
          </p:nvSpPr>
          <p:spPr>
            <a:xfrm>
              <a:off x="6344550" y="1804250"/>
              <a:ext cx="155475" cy="41225"/>
            </a:xfrm>
            <a:custGeom>
              <a:avLst/>
              <a:gdLst/>
              <a:ahLst/>
              <a:cxnLst/>
              <a:rect l="l" t="t" r="r" b="b"/>
              <a:pathLst>
                <a:path w="6219" h="1649" extrusionOk="0">
                  <a:moveTo>
                    <a:pt x="6219" y="0"/>
                  </a:moveTo>
                  <a:cubicBezTo>
                    <a:pt x="6218" y="0"/>
                    <a:pt x="5812" y="57"/>
                    <a:pt x="5226" y="215"/>
                  </a:cubicBezTo>
                  <a:cubicBezTo>
                    <a:pt x="4932" y="282"/>
                    <a:pt x="4594" y="395"/>
                    <a:pt x="4221" y="485"/>
                  </a:cubicBezTo>
                  <a:cubicBezTo>
                    <a:pt x="3860" y="576"/>
                    <a:pt x="3477" y="711"/>
                    <a:pt x="3093" y="801"/>
                  </a:cubicBezTo>
                  <a:cubicBezTo>
                    <a:pt x="2720" y="892"/>
                    <a:pt x="2337" y="993"/>
                    <a:pt x="1964" y="1083"/>
                  </a:cubicBezTo>
                  <a:cubicBezTo>
                    <a:pt x="1603" y="1174"/>
                    <a:pt x="1254" y="1253"/>
                    <a:pt x="971" y="1343"/>
                  </a:cubicBezTo>
                  <a:cubicBezTo>
                    <a:pt x="385" y="1501"/>
                    <a:pt x="1" y="1648"/>
                    <a:pt x="1" y="1648"/>
                  </a:cubicBezTo>
                  <a:cubicBezTo>
                    <a:pt x="1" y="1648"/>
                    <a:pt x="34" y="1649"/>
                    <a:pt x="95" y="1649"/>
                  </a:cubicBezTo>
                  <a:cubicBezTo>
                    <a:pt x="249" y="1649"/>
                    <a:pt x="578" y="1643"/>
                    <a:pt x="1005" y="1602"/>
                  </a:cubicBezTo>
                  <a:cubicBezTo>
                    <a:pt x="1163" y="1591"/>
                    <a:pt x="1321" y="1580"/>
                    <a:pt x="1502" y="1569"/>
                  </a:cubicBezTo>
                  <a:cubicBezTo>
                    <a:pt x="1671" y="1546"/>
                    <a:pt x="1852" y="1535"/>
                    <a:pt x="2043" y="1501"/>
                  </a:cubicBezTo>
                  <a:cubicBezTo>
                    <a:pt x="2416" y="1433"/>
                    <a:pt x="2822" y="1354"/>
                    <a:pt x="3217" y="1264"/>
                  </a:cubicBezTo>
                  <a:cubicBezTo>
                    <a:pt x="3612" y="1151"/>
                    <a:pt x="4007" y="1016"/>
                    <a:pt x="4357" y="892"/>
                  </a:cubicBezTo>
                  <a:cubicBezTo>
                    <a:pt x="4537" y="824"/>
                    <a:pt x="4706" y="756"/>
                    <a:pt x="4864" y="677"/>
                  </a:cubicBezTo>
                  <a:cubicBezTo>
                    <a:pt x="5034" y="609"/>
                    <a:pt x="5169" y="542"/>
                    <a:pt x="5316" y="474"/>
                  </a:cubicBezTo>
                  <a:cubicBezTo>
                    <a:pt x="5869" y="215"/>
                    <a:pt x="6219" y="0"/>
                    <a:pt x="6219" y="0"/>
                  </a:cubicBez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"/>
            <p:cNvSpPr/>
            <p:nvPr/>
          </p:nvSpPr>
          <p:spPr>
            <a:xfrm>
              <a:off x="6069500" y="1743400"/>
              <a:ext cx="34875" cy="25425"/>
            </a:xfrm>
            <a:custGeom>
              <a:avLst/>
              <a:gdLst/>
              <a:ahLst/>
              <a:cxnLst/>
              <a:rect l="l" t="t" r="r" b="b"/>
              <a:pathLst>
                <a:path w="1395" h="1017" extrusionOk="0">
                  <a:moveTo>
                    <a:pt x="870" y="1"/>
                  </a:moveTo>
                  <a:cubicBezTo>
                    <a:pt x="846" y="1"/>
                    <a:pt x="819" y="3"/>
                    <a:pt x="791" y="8"/>
                  </a:cubicBezTo>
                  <a:cubicBezTo>
                    <a:pt x="768" y="8"/>
                    <a:pt x="746" y="8"/>
                    <a:pt x="723" y="19"/>
                  </a:cubicBezTo>
                  <a:cubicBezTo>
                    <a:pt x="317" y="121"/>
                    <a:pt x="1" y="866"/>
                    <a:pt x="543" y="1001"/>
                  </a:cubicBezTo>
                  <a:cubicBezTo>
                    <a:pt x="581" y="1012"/>
                    <a:pt x="619" y="1017"/>
                    <a:pt x="655" y="1017"/>
                  </a:cubicBezTo>
                  <a:cubicBezTo>
                    <a:pt x="1171" y="1017"/>
                    <a:pt x="1394" y="1"/>
                    <a:pt x="870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"/>
            <p:cNvSpPr/>
            <p:nvPr/>
          </p:nvSpPr>
          <p:spPr>
            <a:xfrm>
              <a:off x="6060475" y="1833925"/>
              <a:ext cx="34450" cy="25925"/>
            </a:xfrm>
            <a:custGeom>
              <a:avLst/>
              <a:gdLst/>
              <a:ahLst/>
              <a:cxnLst/>
              <a:rect l="l" t="t" r="r" b="b"/>
              <a:pathLst>
                <a:path w="1378" h="1037" extrusionOk="0">
                  <a:moveTo>
                    <a:pt x="854" y="1"/>
                  </a:moveTo>
                  <a:cubicBezTo>
                    <a:pt x="828" y="1"/>
                    <a:pt x="799" y="4"/>
                    <a:pt x="768" y="9"/>
                  </a:cubicBezTo>
                  <a:lnTo>
                    <a:pt x="700" y="21"/>
                  </a:lnTo>
                  <a:cubicBezTo>
                    <a:pt x="305" y="145"/>
                    <a:pt x="1" y="889"/>
                    <a:pt x="542" y="1025"/>
                  </a:cubicBezTo>
                  <a:cubicBezTo>
                    <a:pt x="577" y="1033"/>
                    <a:pt x="610" y="1036"/>
                    <a:pt x="642" y="1036"/>
                  </a:cubicBezTo>
                  <a:cubicBezTo>
                    <a:pt x="1172" y="1036"/>
                    <a:pt x="1378" y="1"/>
                    <a:pt x="854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"/>
            <p:cNvSpPr/>
            <p:nvPr/>
          </p:nvSpPr>
          <p:spPr>
            <a:xfrm>
              <a:off x="6227700" y="1892700"/>
              <a:ext cx="37300" cy="21050"/>
            </a:xfrm>
            <a:custGeom>
              <a:avLst/>
              <a:gdLst/>
              <a:ahLst/>
              <a:cxnLst/>
              <a:rect l="l" t="t" r="r" b="b"/>
              <a:pathLst>
                <a:path w="1492" h="842" extrusionOk="0">
                  <a:moveTo>
                    <a:pt x="894" y="0"/>
                  </a:moveTo>
                  <a:cubicBezTo>
                    <a:pt x="486" y="0"/>
                    <a:pt x="1" y="426"/>
                    <a:pt x="376" y="728"/>
                  </a:cubicBezTo>
                  <a:cubicBezTo>
                    <a:pt x="398" y="739"/>
                    <a:pt x="421" y="750"/>
                    <a:pt x="432" y="761"/>
                  </a:cubicBezTo>
                  <a:cubicBezTo>
                    <a:pt x="520" y="816"/>
                    <a:pt x="632" y="842"/>
                    <a:pt x="747" y="842"/>
                  </a:cubicBezTo>
                  <a:cubicBezTo>
                    <a:pt x="1105" y="842"/>
                    <a:pt x="1492" y="595"/>
                    <a:pt x="1278" y="220"/>
                  </a:cubicBezTo>
                  <a:cubicBezTo>
                    <a:pt x="1197" y="63"/>
                    <a:pt x="1051" y="0"/>
                    <a:pt x="894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"/>
            <p:cNvSpPr/>
            <p:nvPr/>
          </p:nvSpPr>
          <p:spPr>
            <a:xfrm>
              <a:off x="5888225" y="1910250"/>
              <a:ext cx="28025" cy="27075"/>
            </a:xfrm>
            <a:custGeom>
              <a:avLst/>
              <a:gdLst/>
              <a:ahLst/>
              <a:cxnLst/>
              <a:rect l="l" t="t" r="r" b="b"/>
              <a:pathLst>
                <a:path w="1121" h="1083" extrusionOk="0">
                  <a:moveTo>
                    <a:pt x="625" y="0"/>
                  </a:moveTo>
                  <a:cubicBezTo>
                    <a:pt x="608" y="0"/>
                    <a:pt x="590" y="1"/>
                    <a:pt x="572" y="3"/>
                  </a:cubicBezTo>
                  <a:cubicBezTo>
                    <a:pt x="0" y="53"/>
                    <a:pt x="52" y="1083"/>
                    <a:pt x="490" y="1083"/>
                  </a:cubicBezTo>
                  <a:cubicBezTo>
                    <a:pt x="545" y="1083"/>
                    <a:pt x="606" y="1066"/>
                    <a:pt x="673" y="1030"/>
                  </a:cubicBezTo>
                  <a:cubicBezTo>
                    <a:pt x="684" y="1019"/>
                    <a:pt x="707" y="1007"/>
                    <a:pt x="730" y="996"/>
                  </a:cubicBezTo>
                  <a:cubicBezTo>
                    <a:pt x="1057" y="767"/>
                    <a:pt x="1120" y="0"/>
                    <a:pt x="625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"/>
            <p:cNvSpPr/>
            <p:nvPr/>
          </p:nvSpPr>
          <p:spPr>
            <a:xfrm>
              <a:off x="6154675" y="1821250"/>
              <a:ext cx="30900" cy="20900"/>
            </a:xfrm>
            <a:custGeom>
              <a:avLst/>
              <a:gdLst/>
              <a:ahLst/>
              <a:cxnLst/>
              <a:rect l="l" t="t" r="r" b="b"/>
              <a:pathLst>
                <a:path w="1236" h="836" extrusionOk="0">
                  <a:moveTo>
                    <a:pt x="460" y="0"/>
                  </a:moveTo>
                  <a:cubicBezTo>
                    <a:pt x="216" y="0"/>
                    <a:pt x="0" y="122"/>
                    <a:pt x="24" y="415"/>
                  </a:cubicBezTo>
                  <a:cubicBezTo>
                    <a:pt x="50" y="706"/>
                    <a:pt x="329" y="835"/>
                    <a:pt x="599" y="835"/>
                  </a:cubicBezTo>
                  <a:cubicBezTo>
                    <a:pt x="925" y="835"/>
                    <a:pt x="1235" y="646"/>
                    <a:pt x="1062" y="324"/>
                  </a:cubicBezTo>
                  <a:cubicBezTo>
                    <a:pt x="1051" y="302"/>
                    <a:pt x="1040" y="279"/>
                    <a:pt x="1029" y="257"/>
                  </a:cubicBezTo>
                  <a:cubicBezTo>
                    <a:pt x="917" y="97"/>
                    <a:pt x="677" y="0"/>
                    <a:pt x="460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"/>
            <p:cNvSpPr/>
            <p:nvPr/>
          </p:nvSpPr>
          <p:spPr>
            <a:xfrm>
              <a:off x="5961800" y="1614850"/>
              <a:ext cx="27950" cy="27300"/>
            </a:xfrm>
            <a:custGeom>
              <a:avLst/>
              <a:gdLst/>
              <a:ahLst/>
              <a:cxnLst/>
              <a:rect l="l" t="t" r="r" b="b"/>
              <a:pathLst>
                <a:path w="1118" h="1092" extrusionOk="0">
                  <a:moveTo>
                    <a:pt x="605" y="1"/>
                  </a:moveTo>
                  <a:cubicBezTo>
                    <a:pt x="548" y="1"/>
                    <a:pt x="484" y="19"/>
                    <a:pt x="416" y="61"/>
                  </a:cubicBezTo>
                  <a:cubicBezTo>
                    <a:pt x="393" y="72"/>
                    <a:pt x="371" y="83"/>
                    <a:pt x="359" y="95"/>
                  </a:cubicBezTo>
                  <a:cubicBezTo>
                    <a:pt x="34" y="333"/>
                    <a:pt x="1" y="1092"/>
                    <a:pt x="488" y="1092"/>
                  </a:cubicBezTo>
                  <a:cubicBezTo>
                    <a:pt x="508" y="1092"/>
                    <a:pt x="529" y="1090"/>
                    <a:pt x="551" y="1088"/>
                  </a:cubicBezTo>
                  <a:cubicBezTo>
                    <a:pt x="1118" y="1008"/>
                    <a:pt x="1028" y="1"/>
                    <a:pt x="605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"/>
            <p:cNvSpPr/>
            <p:nvPr/>
          </p:nvSpPr>
          <p:spPr>
            <a:xfrm>
              <a:off x="5996600" y="1875850"/>
              <a:ext cx="28100" cy="27350"/>
            </a:xfrm>
            <a:custGeom>
              <a:avLst/>
              <a:gdLst/>
              <a:ahLst/>
              <a:cxnLst/>
              <a:rect l="l" t="t" r="r" b="b"/>
              <a:pathLst>
                <a:path w="1124" h="1094" extrusionOk="0">
                  <a:moveTo>
                    <a:pt x="656" y="1"/>
                  </a:moveTo>
                  <a:cubicBezTo>
                    <a:pt x="622" y="1"/>
                    <a:pt x="586" y="5"/>
                    <a:pt x="547" y="14"/>
                  </a:cubicBezTo>
                  <a:cubicBezTo>
                    <a:pt x="0" y="131"/>
                    <a:pt x="164" y="1094"/>
                    <a:pt x="569" y="1094"/>
                  </a:cubicBezTo>
                  <a:cubicBezTo>
                    <a:pt x="632" y="1094"/>
                    <a:pt x="700" y="1071"/>
                    <a:pt x="773" y="1018"/>
                  </a:cubicBezTo>
                  <a:cubicBezTo>
                    <a:pt x="795" y="1007"/>
                    <a:pt x="818" y="995"/>
                    <a:pt x="829" y="984"/>
                  </a:cubicBezTo>
                  <a:cubicBezTo>
                    <a:pt x="1123" y="722"/>
                    <a:pt x="1105" y="1"/>
                    <a:pt x="656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"/>
            <p:cNvSpPr/>
            <p:nvPr/>
          </p:nvSpPr>
          <p:spPr>
            <a:xfrm>
              <a:off x="6120450" y="1626750"/>
              <a:ext cx="28375" cy="27650"/>
            </a:xfrm>
            <a:custGeom>
              <a:avLst/>
              <a:gdLst/>
              <a:ahLst/>
              <a:cxnLst/>
              <a:rect l="l" t="t" r="r" b="b"/>
              <a:pathLst>
                <a:path w="1135" h="1106" extrusionOk="0">
                  <a:moveTo>
                    <a:pt x="655" y="1"/>
                  </a:moveTo>
                  <a:cubicBezTo>
                    <a:pt x="621" y="1"/>
                    <a:pt x="585" y="5"/>
                    <a:pt x="547" y="14"/>
                  </a:cubicBezTo>
                  <a:cubicBezTo>
                    <a:pt x="0" y="150"/>
                    <a:pt x="188" y="1106"/>
                    <a:pt x="592" y="1106"/>
                  </a:cubicBezTo>
                  <a:cubicBezTo>
                    <a:pt x="655" y="1106"/>
                    <a:pt x="724" y="1083"/>
                    <a:pt x="795" y="1029"/>
                  </a:cubicBezTo>
                  <a:lnTo>
                    <a:pt x="852" y="973"/>
                  </a:lnTo>
                  <a:cubicBezTo>
                    <a:pt x="1135" y="711"/>
                    <a:pt x="1096" y="1"/>
                    <a:pt x="655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"/>
            <p:cNvSpPr/>
            <p:nvPr/>
          </p:nvSpPr>
          <p:spPr>
            <a:xfrm>
              <a:off x="5992650" y="1955600"/>
              <a:ext cx="37650" cy="21225"/>
            </a:xfrm>
            <a:custGeom>
              <a:avLst/>
              <a:gdLst/>
              <a:ahLst/>
              <a:cxnLst/>
              <a:rect l="l" t="t" r="r" b="b"/>
              <a:pathLst>
                <a:path w="1506" h="849" extrusionOk="0">
                  <a:moveTo>
                    <a:pt x="764" y="1"/>
                  </a:moveTo>
                  <a:cubicBezTo>
                    <a:pt x="406" y="1"/>
                    <a:pt x="0" y="256"/>
                    <a:pt x="209" y="638"/>
                  </a:cubicBezTo>
                  <a:cubicBezTo>
                    <a:pt x="298" y="788"/>
                    <a:pt x="445" y="848"/>
                    <a:pt x="601" y="848"/>
                  </a:cubicBezTo>
                  <a:cubicBezTo>
                    <a:pt x="1020" y="848"/>
                    <a:pt x="1506" y="414"/>
                    <a:pt x="1111" y="119"/>
                  </a:cubicBezTo>
                  <a:cubicBezTo>
                    <a:pt x="1100" y="96"/>
                    <a:pt x="1078" y="85"/>
                    <a:pt x="1055" y="73"/>
                  </a:cubicBezTo>
                  <a:cubicBezTo>
                    <a:pt x="974" y="24"/>
                    <a:pt x="871" y="1"/>
                    <a:pt x="764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"/>
            <p:cNvSpPr/>
            <p:nvPr/>
          </p:nvSpPr>
          <p:spPr>
            <a:xfrm>
              <a:off x="5943300" y="1847850"/>
              <a:ext cx="38000" cy="21200"/>
            </a:xfrm>
            <a:custGeom>
              <a:avLst/>
              <a:gdLst/>
              <a:ahLst/>
              <a:cxnLst/>
              <a:rect l="l" t="t" r="r" b="b"/>
              <a:pathLst>
                <a:path w="1520" h="848" extrusionOk="0">
                  <a:moveTo>
                    <a:pt x="910" y="1"/>
                  </a:moveTo>
                  <a:cubicBezTo>
                    <a:pt x="491" y="1"/>
                    <a:pt x="1" y="465"/>
                    <a:pt x="411" y="750"/>
                  </a:cubicBezTo>
                  <a:cubicBezTo>
                    <a:pt x="422" y="761"/>
                    <a:pt x="445" y="772"/>
                    <a:pt x="467" y="784"/>
                  </a:cubicBezTo>
                  <a:cubicBezTo>
                    <a:pt x="545" y="827"/>
                    <a:pt x="641" y="848"/>
                    <a:pt x="741" y="848"/>
                  </a:cubicBezTo>
                  <a:cubicBezTo>
                    <a:pt x="1105" y="848"/>
                    <a:pt x="1519" y="578"/>
                    <a:pt x="1280" y="197"/>
                  </a:cubicBezTo>
                  <a:cubicBezTo>
                    <a:pt x="1193" y="57"/>
                    <a:pt x="1055" y="1"/>
                    <a:pt x="910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"/>
            <p:cNvSpPr/>
            <p:nvPr/>
          </p:nvSpPr>
          <p:spPr>
            <a:xfrm>
              <a:off x="5949325" y="1920475"/>
              <a:ext cx="28700" cy="23025"/>
            </a:xfrm>
            <a:custGeom>
              <a:avLst/>
              <a:gdLst/>
              <a:ahLst/>
              <a:cxnLst/>
              <a:rect l="l" t="t" r="r" b="b"/>
              <a:pathLst>
                <a:path w="1148" h="921" extrusionOk="0">
                  <a:moveTo>
                    <a:pt x="452" y="1"/>
                  </a:moveTo>
                  <a:cubicBezTo>
                    <a:pt x="293" y="1"/>
                    <a:pt x="154" y="84"/>
                    <a:pt x="102" y="294"/>
                  </a:cubicBezTo>
                  <a:cubicBezTo>
                    <a:pt x="1" y="666"/>
                    <a:pt x="420" y="921"/>
                    <a:pt x="749" y="921"/>
                  </a:cubicBezTo>
                  <a:cubicBezTo>
                    <a:pt x="968" y="921"/>
                    <a:pt x="1147" y="808"/>
                    <a:pt x="1107" y="542"/>
                  </a:cubicBezTo>
                  <a:cubicBezTo>
                    <a:pt x="1095" y="519"/>
                    <a:pt x="1095" y="497"/>
                    <a:pt x="1084" y="474"/>
                  </a:cubicBezTo>
                  <a:cubicBezTo>
                    <a:pt x="1021" y="222"/>
                    <a:pt x="711" y="1"/>
                    <a:pt x="452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"/>
            <p:cNvSpPr/>
            <p:nvPr/>
          </p:nvSpPr>
          <p:spPr>
            <a:xfrm>
              <a:off x="5893275" y="1965075"/>
              <a:ext cx="28575" cy="22775"/>
            </a:xfrm>
            <a:custGeom>
              <a:avLst/>
              <a:gdLst/>
              <a:ahLst/>
              <a:cxnLst/>
              <a:rect l="l" t="t" r="r" b="b"/>
              <a:pathLst>
                <a:path w="1143" h="911" extrusionOk="0">
                  <a:moveTo>
                    <a:pt x="438" y="0"/>
                  </a:moveTo>
                  <a:cubicBezTo>
                    <a:pt x="276" y="0"/>
                    <a:pt x="136" y="83"/>
                    <a:pt x="88" y="292"/>
                  </a:cubicBezTo>
                  <a:cubicBezTo>
                    <a:pt x="1" y="667"/>
                    <a:pt x="413" y="911"/>
                    <a:pt x="738" y="911"/>
                  </a:cubicBezTo>
                  <a:cubicBezTo>
                    <a:pt x="961" y="911"/>
                    <a:pt x="1142" y="796"/>
                    <a:pt x="1092" y="529"/>
                  </a:cubicBezTo>
                  <a:cubicBezTo>
                    <a:pt x="1092" y="507"/>
                    <a:pt x="1092" y="484"/>
                    <a:pt x="1081" y="450"/>
                  </a:cubicBezTo>
                  <a:cubicBezTo>
                    <a:pt x="1004" y="208"/>
                    <a:pt x="695" y="0"/>
                    <a:pt x="438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"/>
            <p:cNvSpPr/>
            <p:nvPr/>
          </p:nvSpPr>
          <p:spPr>
            <a:xfrm>
              <a:off x="5922075" y="1355525"/>
              <a:ext cx="28225" cy="27025"/>
            </a:xfrm>
            <a:custGeom>
              <a:avLst/>
              <a:gdLst/>
              <a:ahLst/>
              <a:cxnLst/>
              <a:rect l="l" t="t" r="r" b="b"/>
              <a:pathLst>
                <a:path w="1129" h="1081" extrusionOk="0">
                  <a:moveTo>
                    <a:pt x="658" y="1"/>
                  </a:moveTo>
                  <a:cubicBezTo>
                    <a:pt x="608" y="1"/>
                    <a:pt x="553" y="13"/>
                    <a:pt x="493" y="41"/>
                  </a:cubicBezTo>
                  <a:lnTo>
                    <a:pt x="436" y="86"/>
                  </a:lnTo>
                  <a:cubicBezTo>
                    <a:pt x="94" y="296"/>
                    <a:pt x="0" y="1080"/>
                    <a:pt x="516" y="1080"/>
                  </a:cubicBezTo>
                  <a:cubicBezTo>
                    <a:pt x="527" y="1080"/>
                    <a:pt x="538" y="1080"/>
                    <a:pt x="549" y="1079"/>
                  </a:cubicBezTo>
                  <a:cubicBezTo>
                    <a:pt x="1129" y="1049"/>
                    <a:pt x="1113" y="1"/>
                    <a:pt x="658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"/>
            <p:cNvSpPr/>
            <p:nvPr/>
          </p:nvSpPr>
          <p:spPr>
            <a:xfrm>
              <a:off x="5877675" y="1803725"/>
              <a:ext cx="30950" cy="20975"/>
            </a:xfrm>
            <a:custGeom>
              <a:avLst/>
              <a:gdLst/>
              <a:ahLst/>
              <a:cxnLst/>
              <a:rect l="l" t="t" r="r" b="b"/>
              <a:pathLst>
                <a:path w="1238" h="839" extrusionOk="0">
                  <a:moveTo>
                    <a:pt x="642" y="1"/>
                  </a:moveTo>
                  <a:cubicBezTo>
                    <a:pt x="315" y="1"/>
                    <a:pt x="1" y="194"/>
                    <a:pt x="181" y="518"/>
                  </a:cubicBezTo>
                  <a:cubicBezTo>
                    <a:pt x="192" y="540"/>
                    <a:pt x="204" y="563"/>
                    <a:pt x="215" y="574"/>
                  </a:cubicBezTo>
                  <a:cubicBezTo>
                    <a:pt x="327" y="739"/>
                    <a:pt x="567" y="839"/>
                    <a:pt x="783" y="839"/>
                  </a:cubicBezTo>
                  <a:cubicBezTo>
                    <a:pt x="1025" y="839"/>
                    <a:pt x="1238" y="714"/>
                    <a:pt x="1208" y="416"/>
                  </a:cubicBezTo>
                  <a:cubicBezTo>
                    <a:pt x="1183" y="128"/>
                    <a:pt x="908" y="1"/>
                    <a:pt x="642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"/>
            <p:cNvSpPr/>
            <p:nvPr/>
          </p:nvSpPr>
          <p:spPr>
            <a:xfrm>
              <a:off x="5936675" y="1724075"/>
              <a:ext cx="28125" cy="27275"/>
            </a:xfrm>
            <a:custGeom>
              <a:avLst/>
              <a:gdLst/>
              <a:ahLst/>
              <a:cxnLst/>
              <a:rect l="l" t="t" r="r" b="b"/>
              <a:pathLst>
                <a:path w="1125" h="1091" extrusionOk="0">
                  <a:moveTo>
                    <a:pt x="618" y="1"/>
                  </a:moveTo>
                  <a:cubicBezTo>
                    <a:pt x="604" y="1"/>
                    <a:pt x="590" y="1"/>
                    <a:pt x="575" y="2"/>
                  </a:cubicBezTo>
                  <a:cubicBezTo>
                    <a:pt x="1" y="53"/>
                    <a:pt x="55" y="1090"/>
                    <a:pt x="490" y="1090"/>
                  </a:cubicBezTo>
                  <a:cubicBezTo>
                    <a:pt x="543" y="1090"/>
                    <a:pt x="601" y="1075"/>
                    <a:pt x="665" y="1041"/>
                  </a:cubicBezTo>
                  <a:cubicBezTo>
                    <a:pt x="687" y="1029"/>
                    <a:pt x="710" y="1018"/>
                    <a:pt x="732" y="995"/>
                  </a:cubicBezTo>
                  <a:cubicBezTo>
                    <a:pt x="1062" y="765"/>
                    <a:pt x="1124" y="1"/>
                    <a:pt x="618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"/>
            <p:cNvSpPr/>
            <p:nvPr/>
          </p:nvSpPr>
          <p:spPr>
            <a:xfrm>
              <a:off x="6095225" y="1497475"/>
              <a:ext cx="31750" cy="20825"/>
            </a:xfrm>
            <a:custGeom>
              <a:avLst/>
              <a:gdLst/>
              <a:ahLst/>
              <a:cxnLst/>
              <a:rect l="l" t="t" r="r" b="b"/>
              <a:pathLst>
                <a:path w="1270" h="833" extrusionOk="0">
                  <a:moveTo>
                    <a:pt x="478" y="1"/>
                  </a:moveTo>
                  <a:cubicBezTo>
                    <a:pt x="225" y="1"/>
                    <a:pt x="1" y="131"/>
                    <a:pt x="44" y="434"/>
                  </a:cubicBezTo>
                  <a:cubicBezTo>
                    <a:pt x="78" y="712"/>
                    <a:pt x="340" y="832"/>
                    <a:pt x="598" y="832"/>
                  </a:cubicBezTo>
                  <a:cubicBezTo>
                    <a:pt x="937" y="832"/>
                    <a:pt x="1269" y="625"/>
                    <a:pt x="1071" y="299"/>
                  </a:cubicBezTo>
                  <a:cubicBezTo>
                    <a:pt x="1059" y="276"/>
                    <a:pt x="1048" y="253"/>
                    <a:pt x="1026" y="242"/>
                  </a:cubicBezTo>
                  <a:cubicBezTo>
                    <a:pt x="913" y="89"/>
                    <a:pt x="686" y="1"/>
                    <a:pt x="478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"/>
            <p:cNvSpPr/>
            <p:nvPr/>
          </p:nvSpPr>
          <p:spPr>
            <a:xfrm>
              <a:off x="5977250" y="1803825"/>
              <a:ext cx="35200" cy="25650"/>
            </a:xfrm>
            <a:custGeom>
              <a:avLst/>
              <a:gdLst/>
              <a:ahLst/>
              <a:cxnLst/>
              <a:rect l="l" t="t" r="r" b="b"/>
              <a:pathLst>
                <a:path w="1408" h="1026" extrusionOk="0">
                  <a:moveTo>
                    <a:pt x="875" y="0"/>
                  </a:moveTo>
                  <a:cubicBezTo>
                    <a:pt x="852" y="0"/>
                    <a:pt x="828" y="2"/>
                    <a:pt x="802" y="6"/>
                  </a:cubicBezTo>
                  <a:cubicBezTo>
                    <a:pt x="780" y="6"/>
                    <a:pt x="757" y="17"/>
                    <a:pt x="734" y="17"/>
                  </a:cubicBezTo>
                  <a:cubicBezTo>
                    <a:pt x="328" y="130"/>
                    <a:pt x="1" y="863"/>
                    <a:pt x="554" y="1010"/>
                  </a:cubicBezTo>
                  <a:cubicBezTo>
                    <a:pt x="593" y="1021"/>
                    <a:pt x="630" y="1026"/>
                    <a:pt x="666" y="1026"/>
                  </a:cubicBezTo>
                  <a:cubicBezTo>
                    <a:pt x="1185" y="1026"/>
                    <a:pt x="1408" y="0"/>
                    <a:pt x="875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"/>
            <p:cNvSpPr/>
            <p:nvPr/>
          </p:nvSpPr>
          <p:spPr>
            <a:xfrm>
              <a:off x="5893750" y="1850850"/>
              <a:ext cx="34500" cy="25875"/>
            </a:xfrm>
            <a:custGeom>
              <a:avLst/>
              <a:gdLst/>
              <a:ahLst/>
              <a:cxnLst/>
              <a:rect l="l" t="t" r="r" b="b"/>
              <a:pathLst>
                <a:path w="1380" h="1035" extrusionOk="0">
                  <a:moveTo>
                    <a:pt x="855" y="1"/>
                  </a:moveTo>
                  <a:cubicBezTo>
                    <a:pt x="828" y="1"/>
                    <a:pt x="799" y="4"/>
                    <a:pt x="768" y="9"/>
                  </a:cubicBezTo>
                  <a:cubicBezTo>
                    <a:pt x="746" y="9"/>
                    <a:pt x="723" y="21"/>
                    <a:pt x="700" y="21"/>
                  </a:cubicBezTo>
                  <a:cubicBezTo>
                    <a:pt x="305" y="145"/>
                    <a:pt x="1" y="889"/>
                    <a:pt x="542" y="1025"/>
                  </a:cubicBezTo>
                  <a:cubicBezTo>
                    <a:pt x="574" y="1032"/>
                    <a:pt x="605" y="1035"/>
                    <a:pt x="635" y="1035"/>
                  </a:cubicBezTo>
                  <a:cubicBezTo>
                    <a:pt x="1171" y="1035"/>
                    <a:pt x="1380" y="1"/>
                    <a:pt x="855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"/>
            <p:cNvSpPr/>
            <p:nvPr/>
          </p:nvSpPr>
          <p:spPr>
            <a:xfrm>
              <a:off x="6366100" y="1725500"/>
              <a:ext cx="28325" cy="27325"/>
            </a:xfrm>
            <a:custGeom>
              <a:avLst/>
              <a:gdLst/>
              <a:ahLst/>
              <a:cxnLst/>
              <a:rect l="l" t="t" r="r" b="b"/>
              <a:pathLst>
                <a:path w="1133" h="1093" extrusionOk="0">
                  <a:moveTo>
                    <a:pt x="617" y="0"/>
                  </a:moveTo>
                  <a:cubicBezTo>
                    <a:pt x="602" y="0"/>
                    <a:pt x="587" y="1"/>
                    <a:pt x="572" y="2"/>
                  </a:cubicBezTo>
                  <a:cubicBezTo>
                    <a:pt x="1" y="62"/>
                    <a:pt x="62" y="1093"/>
                    <a:pt x="494" y="1093"/>
                  </a:cubicBezTo>
                  <a:cubicBezTo>
                    <a:pt x="548" y="1093"/>
                    <a:pt x="608" y="1077"/>
                    <a:pt x="674" y="1040"/>
                  </a:cubicBezTo>
                  <a:lnTo>
                    <a:pt x="730" y="995"/>
                  </a:lnTo>
                  <a:cubicBezTo>
                    <a:pt x="1070" y="764"/>
                    <a:pt x="1133" y="0"/>
                    <a:pt x="617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"/>
            <p:cNvSpPr/>
            <p:nvPr/>
          </p:nvSpPr>
          <p:spPr>
            <a:xfrm>
              <a:off x="5864100" y="1978725"/>
              <a:ext cx="30925" cy="21075"/>
            </a:xfrm>
            <a:custGeom>
              <a:avLst/>
              <a:gdLst/>
              <a:ahLst/>
              <a:cxnLst/>
              <a:rect l="l" t="t" r="r" b="b"/>
              <a:pathLst>
                <a:path w="1237" h="843" extrusionOk="0">
                  <a:moveTo>
                    <a:pt x="453" y="1"/>
                  </a:moveTo>
                  <a:cubicBezTo>
                    <a:pt x="213" y="1"/>
                    <a:pt x="1" y="126"/>
                    <a:pt x="25" y="424"/>
                  </a:cubicBezTo>
                  <a:cubicBezTo>
                    <a:pt x="50" y="713"/>
                    <a:pt x="327" y="843"/>
                    <a:pt x="596" y="843"/>
                  </a:cubicBezTo>
                  <a:cubicBezTo>
                    <a:pt x="923" y="843"/>
                    <a:pt x="1236" y="651"/>
                    <a:pt x="1063" y="322"/>
                  </a:cubicBezTo>
                  <a:cubicBezTo>
                    <a:pt x="1051" y="299"/>
                    <a:pt x="1040" y="288"/>
                    <a:pt x="1018" y="266"/>
                  </a:cubicBezTo>
                  <a:cubicBezTo>
                    <a:pt x="906" y="100"/>
                    <a:pt x="668" y="1"/>
                    <a:pt x="453" y="1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"/>
            <p:cNvSpPr/>
            <p:nvPr/>
          </p:nvSpPr>
          <p:spPr>
            <a:xfrm>
              <a:off x="6067300" y="1917000"/>
              <a:ext cx="27975" cy="27300"/>
            </a:xfrm>
            <a:custGeom>
              <a:avLst/>
              <a:gdLst/>
              <a:ahLst/>
              <a:cxnLst/>
              <a:rect l="l" t="t" r="r" b="b"/>
              <a:pathLst>
                <a:path w="1119" h="1092" extrusionOk="0">
                  <a:moveTo>
                    <a:pt x="605" y="0"/>
                  </a:moveTo>
                  <a:cubicBezTo>
                    <a:pt x="548" y="0"/>
                    <a:pt x="485" y="19"/>
                    <a:pt x="416" y="60"/>
                  </a:cubicBezTo>
                  <a:cubicBezTo>
                    <a:pt x="394" y="71"/>
                    <a:pt x="382" y="83"/>
                    <a:pt x="360" y="94"/>
                  </a:cubicBezTo>
                  <a:cubicBezTo>
                    <a:pt x="35" y="332"/>
                    <a:pt x="1" y="1091"/>
                    <a:pt x="488" y="1091"/>
                  </a:cubicBezTo>
                  <a:cubicBezTo>
                    <a:pt x="508" y="1091"/>
                    <a:pt x="530" y="1090"/>
                    <a:pt x="552" y="1087"/>
                  </a:cubicBezTo>
                  <a:cubicBezTo>
                    <a:pt x="1118" y="1008"/>
                    <a:pt x="1028" y="0"/>
                    <a:pt x="605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"/>
            <p:cNvSpPr/>
            <p:nvPr/>
          </p:nvSpPr>
          <p:spPr>
            <a:xfrm>
              <a:off x="5083325" y="4224800"/>
              <a:ext cx="163875" cy="74100"/>
            </a:xfrm>
            <a:custGeom>
              <a:avLst/>
              <a:gdLst/>
              <a:ahLst/>
              <a:cxnLst/>
              <a:rect l="l" t="t" r="r" b="b"/>
              <a:pathLst>
                <a:path w="6555" h="2964" extrusionOk="0">
                  <a:moveTo>
                    <a:pt x="258" y="1384"/>
                  </a:moveTo>
                  <a:cubicBezTo>
                    <a:pt x="256" y="1386"/>
                    <a:pt x="255" y="1387"/>
                    <a:pt x="255" y="1388"/>
                  </a:cubicBezTo>
                  <a:lnTo>
                    <a:pt x="255" y="1388"/>
                  </a:lnTo>
                  <a:cubicBezTo>
                    <a:pt x="256" y="1387"/>
                    <a:pt x="257" y="1386"/>
                    <a:pt x="258" y="1384"/>
                  </a:cubicBezTo>
                  <a:close/>
                  <a:moveTo>
                    <a:pt x="4147" y="0"/>
                  </a:moveTo>
                  <a:cubicBezTo>
                    <a:pt x="3637" y="0"/>
                    <a:pt x="2998" y="150"/>
                    <a:pt x="2639" y="222"/>
                  </a:cubicBezTo>
                  <a:cubicBezTo>
                    <a:pt x="2199" y="346"/>
                    <a:pt x="1691" y="718"/>
                    <a:pt x="1319" y="899"/>
                  </a:cubicBezTo>
                  <a:cubicBezTo>
                    <a:pt x="1319" y="899"/>
                    <a:pt x="317" y="1390"/>
                    <a:pt x="258" y="1390"/>
                  </a:cubicBezTo>
                  <a:cubicBezTo>
                    <a:pt x="256" y="1390"/>
                    <a:pt x="255" y="1389"/>
                    <a:pt x="255" y="1388"/>
                  </a:cubicBezTo>
                  <a:lnTo>
                    <a:pt x="255" y="1388"/>
                  </a:lnTo>
                  <a:cubicBezTo>
                    <a:pt x="1" y="1761"/>
                    <a:pt x="303" y="2322"/>
                    <a:pt x="371" y="2693"/>
                  </a:cubicBezTo>
                  <a:lnTo>
                    <a:pt x="1860" y="2964"/>
                  </a:lnTo>
                  <a:cubicBezTo>
                    <a:pt x="2549" y="2783"/>
                    <a:pt x="6554" y="1644"/>
                    <a:pt x="4817" y="188"/>
                  </a:cubicBezTo>
                  <a:cubicBezTo>
                    <a:pt x="4686" y="49"/>
                    <a:pt x="4437" y="0"/>
                    <a:pt x="4147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"/>
            <p:cNvSpPr/>
            <p:nvPr/>
          </p:nvSpPr>
          <p:spPr>
            <a:xfrm>
              <a:off x="5038975" y="4239825"/>
              <a:ext cx="716300" cy="517775"/>
            </a:xfrm>
            <a:custGeom>
              <a:avLst/>
              <a:gdLst/>
              <a:ahLst/>
              <a:cxnLst/>
              <a:rect l="l" t="t" r="r" b="b"/>
              <a:pathLst>
                <a:path w="28652" h="20711" extrusionOk="0">
                  <a:moveTo>
                    <a:pt x="7817" y="1"/>
                  </a:moveTo>
                  <a:cubicBezTo>
                    <a:pt x="7315" y="1"/>
                    <a:pt x="6813" y="54"/>
                    <a:pt x="6320" y="162"/>
                  </a:cubicBezTo>
                  <a:cubicBezTo>
                    <a:pt x="5552" y="320"/>
                    <a:pt x="4842" y="659"/>
                    <a:pt x="4131" y="952"/>
                  </a:cubicBezTo>
                  <a:lnTo>
                    <a:pt x="1953" y="1776"/>
                  </a:lnTo>
                  <a:cubicBezTo>
                    <a:pt x="1231" y="2058"/>
                    <a:pt x="497" y="2397"/>
                    <a:pt x="1" y="3006"/>
                  </a:cubicBezTo>
                  <a:cubicBezTo>
                    <a:pt x="508" y="2397"/>
                    <a:pt x="1242" y="2069"/>
                    <a:pt x="1964" y="1787"/>
                  </a:cubicBezTo>
                  <a:lnTo>
                    <a:pt x="4153" y="998"/>
                  </a:lnTo>
                  <a:cubicBezTo>
                    <a:pt x="4875" y="715"/>
                    <a:pt x="5586" y="388"/>
                    <a:pt x="6342" y="241"/>
                  </a:cubicBezTo>
                  <a:cubicBezTo>
                    <a:pt x="6802" y="152"/>
                    <a:pt x="7270" y="109"/>
                    <a:pt x="7736" y="109"/>
                  </a:cubicBezTo>
                  <a:cubicBezTo>
                    <a:pt x="8036" y="109"/>
                    <a:pt x="8336" y="127"/>
                    <a:pt x="8633" y="162"/>
                  </a:cubicBezTo>
                  <a:cubicBezTo>
                    <a:pt x="9400" y="275"/>
                    <a:pt x="10123" y="546"/>
                    <a:pt x="10777" y="952"/>
                  </a:cubicBezTo>
                  <a:cubicBezTo>
                    <a:pt x="11443" y="1370"/>
                    <a:pt x="11939" y="1945"/>
                    <a:pt x="12402" y="2566"/>
                  </a:cubicBezTo>
                  <a:cubicBezTo>
                    <a:pt x="13271" y="3830"/>
                    <a:pt x="13824" y="5297"/>
                    <a:pt x="14557" y="6673"/>
                  </a:cubicBezTo>
                  <a:cubicBezTo>
                    <a:pt x="14738" y="7012"/>
                    <a:pt x="14941" y="7350"/>
                    <a:pt x="15121" y="7700"/>
                  </a:cubicBezTo>
                  <a:cubicBezTo>
                    <a:pt x="15313" y="8039"/>
                    <a:pt x="15539" y="8366"/>
                    <a:pt x="15765" y="8682"/>
                  </a:cubicBezTo>
                  <a:cubicBezTo>
                    <a:pt x="16227" y="9325"/>
                    <a:pt x="16780" y="9878"/>
                    <a:pt x="17311" y="10442"/>
                  </a:cubicBezTo>
                  <a:cubicBezTo>
                    <a:pt x="18383" y="11571"/>
                    <a:pt x="19534" y="12631"/>
                    <a:pt x="20685" y="13670"/>
                  </a:cubicBezTo>
                  <a:lnTo>
                    <a:pt x="24160" y="16773"/>
                  </a:lnTo>
                  <a:cubicBezTo>
                    <a:pt x="24747" y="17292"/>
                    <a:pt x="25300" y="17822"/>
                    <a:pt x="25875" y="18341"/>
                  </a:cubicBezTo>
                  <a:cubicBezTo>
                    <a:pt x="26451" y="18872"/>
                    <a:pt x="26970" y="19436"/>
                    <a:pt x="27523" y="19977"/>
                  </a:cubicBezTo>
                  <a:cubicBezTo>
                    <a:pt x="27760" y="20214"/>
                    <a:pt x="27985" y="20463"/>
                    <a:pt x="28211" y="20711"/>
                  </a:cubicBezTo>
                  <a:lnTo>
                    <a:pt x="28651" y="20711"/>
                  </a:lnTo>
                  <a:cubicBezTo>
                    <a:pt x="28358" y="20384"/>
                    <a:pt x="28064" y="20068"/>
                    <a:pt x="27760" y="19752"/>
                  </a:cubicBezTo>
                  <a:cubicBezTo>
                    <a:pt x="27196" y="19210"/>
                    <a:pt x="26654" y="18646"/>
                    <a:pt x="26090" y="18116"/>
                  </a:cubicBezTo>
                  <a:cubicBezTo>
                    <a:pt x="25514" y="17585"/>
                    <a:pt x="24950" y="17055"/>
                    <a:pt x="24363" y="16547"/>
                  </a:cubicBezTo>
                  <a:lnTo>
                    <a:pt x="20876" y="13466"/>
                  </a:lnTo>
                  <a:cubicBezTo>
                    <a:pt x="19714" y="12428"/>
                    <a:pt x="18586" y="11379"/>
                    <a:pt x="17502" y="10262"/>
                  </a:cubicBezTo>
                  <a:cubicBezTo>
                    <a:pt x="16972" y="9698"/>
                    <a:pt x="16419" y="9156"/>
                    <a:pt x="15968" y="8547"/>
                  </a:cubicBezTo>
                  <a:cubicBezTo>
                    <a:pt x="15742" y="8231"/>
                    <a:pt x="15550" y="7903"/>
                    <a:pt x="15336" y="7576"/>
                  </a:cubicBezTo>
                  <a:cubicBezTo>
                    <a:pt x="15133" y="7249"/>
                    <a:pt x="14952" y="6910"/>
                    <a:pt x="14772" y="6561"/>
                  </a:cubicBezTo>
                  <a:cubicBezTo>
                    <a:pt x="14027" y="5218"/>
                    <a:pt x="13451" y="3762"/>
                    <a:pt x="12549" y="2464"/>
                  </a:cubicBezTo>
                  <a:cubicBezTo>
                    <a:pt x="12086" y="1844"/>
                    <a:pt x="11522" y="1234"/>
                    <a:pt x="10856" y="840"/>
                  </a:cubicBezTo>
                  <a:cubicBezTo>
                    <a:pt x="10190" y="433"/>
                    <a:pt x="9434" y="162"/>
                    <a:pt x="8656" y="50"/>
                  </a:cubicBezTo>
                  <a:cubicBezTo>
                    <a:pt x="8377" y="17"/>
                    <a:pt x="8097" y="1"/>
                    <a:pt x="78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"/>
            <p:cNvSpPr/>
            <p:nvPr/>
          </p:nvSpPr>
          <p:spPr>
            <a:xfrm>
              <a:off x="4972975" y="4314675"/>
              <a:ext cx="65750" cy="442650"/>
            </a:xfrm>
            <a:custGeom>
              <a:avLst/>
              <a:gdLst/>
              <a:ahLst/>
              <a:cxnLst/>
              <a:rect l="l" t="t" r="r" b="b"/>
              <a:pathLst>
                <a:path w="2630" h="17706" extrusionOk="0">
                  <a:moveTo>
                    <a:pt x="2629" y="1"/>
                  </a:moveTo>
                  <a:lnTo>
                    <a:pt x="2629" y="1"/>
                  </a:lnTo>
                  <a:cubicBezTo>
                    <a:pt x="2144" y="588"/>
                    <a:pt x="1828" y="1287"/>
                    <a:pt x="1704" y="2032"/>
                  </a:cubicBezTo>
                  <a:cubicBezTo>
                    <a:pt x="1072" y="6681"/>
                    <a:pt x="1275" y="11375"/>
                    <a:pt x="361" y="16013"/>
                  </a:cubicBezTo>
                  <a:cubicBezTo>
                    <a:pt x="248" y="16577"/>
                    <a:pt x="124" y="17141"/>
                    <a:pt x="0" y="17706"/>
                  </a:cubicBezTo>
                  <a:lnTo>
                    <a:pt x="655" y="17706"/>
                  </a:lnTo>
                  <a:cubicBezTo>
                    <a:pt x="677" y="17593"/>
                    <a:pt x="700" y="17480"/>
                    <a:pt x="711" y="17367"/>
                  </a:cubicBezTo>
                  <a:cubicBezTo>
                    <a:pt x="959" y="15923"/>
                    <a:pt x="1162" y="14467"/>
                    <a:pt x="1309" y="13011"/>
                  </a:cubicBezTo>
                  <a:cubicBezTo>
                    <a:pt x="1456" y="11556"/>
                    <a:pt x="1580" y="10089"/>
                    <a:pt x="1659" y="8622"/>
                  </a:cubicBezTo>
                  <a:cubicBezTo>
                    <a:pt x="1738" y="7155"/>
                    <a:pt x="1794" y="5699"/>
                    <a:pt x="1794" y="4232"/>
                  </a:cubicBezTo>
                  <a:cubicBezTo>
                    <a:pt x="1817" y="3499"/>
                    <a:pt x="1794" y="2765"/>
                    <a:pt x="1885" y="2032"/>
                  </a:cubicBezTo>
                  <a:cubicBezTo>
                    <a:pt x="1975" y="1310"/>
                    <a:pt x="2167" y="576"/>
                    <a:pt x="2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"/>
            <p:cNvSpPr/>
            <p:nvPr/>
          </p:nvSpPr>
          <p:spPr>
            <a:xfrm>
              <a:off x="4986500" y="4240850"/>
              <a:ext cx="763700" cy="516475"/>
            </a:xfrm>
            <a:custGeom>
              <a:avLst/>
              <a:gdLst/>
              <a:ahLst/>
              <a:cxnLst/>
              <a:rect l="l" t="t" r="r" b="b"/>
              <a:pathLst>
                <a:path w="30548" h="20659" extrusionOk="0">
                  <a:moveTo>
                    <a:pt x="9852" y="1"/>
                  </a:moveTo>
                  <a:cubicBezTo>
                    <a:pt x="8894" y="1"/>
                    <a:pt x="7931" y="208"/>
                    <a:pt x="7065" y="584"/>
                  </a:cubicBezTo>
                  <a:cubicBezTo>
                    <a:pt x="3228" y="2254"/>
                    <a:pt x="1298" y="1814"/>
                    <a:pt x="1253" y="6283"/>
                  </a:cubicBezTo>
                  <a:cubicBezTo>
                    <a:pt x="1208" y="10661"/>
                    <a:pt x="858" y="16156"/>
                    <a:pt x="1" y="20659"/>
                  </a:cubicBezTo>
                  <a:lnTo>
                    <a:pt x="30547" y="20659"/>
                  </a:lnTo>
                  <a:cubicBezTo>
                    <a:pt x="26868" y="16653"/>
                    <a:pt x="22073" y="13245"/>
                    <a:pt x="18473" y="9217"/>
                  </a:cubicBezTo>
                  <a:cubicBezTo>
                    <a:pt x="17649" y="8302"/>
                    <a:pt x="17006" y="7039"/>
                    <a:pt x="16442" y="5944"/>
                  </a:cubicBezTo>
                  <a:cubicBezTo>
                    <a:pt x="15460" y="4060"/>
                    <a:pt x="14715" y="1904"/>
                    <a:pt x="12786" y="765"/>
                  </a:cubicBezTo>
                  <a:cubicBezTo>
                    <a:pt x="11898" y="239"/>
                    <a:pt x="10878" y="1"/>
                    <a:pt x="9852" y="1"/>
                  </a:cubicBezTo>
                  <a:close/>
                </a:path>
              </a:pathLst>
            </a:custGeom>
            <a:solidFill>
              <a:srgbClr val="FF9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"/>
            <p:cNvSpPr/>
            <p:nvPr/>
          </p:nvSpPr>
          <p:spPr>
            <a:xfrm>
              <a:off x="5011050" y="4291550"/>
              <a:ext cx="187900" cy="466050"/>
            </a:xfrm>
            <a:custGeom>
              <a:avLst/>
              <a:gdLst/>
              <a:ahLst/>
              <a:cxnLst/>
              <a:rect l="l" t="t" r="r" b="b"/>
              <a:pathLst>
                <a:path w="7516" h="18642" extrusionOk="0">
                  <a:moveTo>
                    <a:pt x="5067" y="0"/>
                  </a:moveTo>
                  <a:cubicBezTo>
                    <a:pt x="4796" y="102"/>
                    <a:pt x="4537" y="192"/>
                    <a:pt x="4300" y="283"/>
                  </a:cubicBezTo>
                  <a:cubicBezTo>
                    <a:pt x="1896" y="1151"/>
                    <a:pt x="1253" y="1377"/>
                    <a:pt x="1231" y="4277"/>
                  </a:cubicBezTo>
                  <a:cubicBezTo>
                    <a:pt x="1197" y="6918"/>
                    <a:pt x="1016" y="13169"/>
                    <a:pt x="1" y="18642"/>
                  </a:cubicBezTo>
                  <a:lnTo>
                    <a:pt x="4638" y="18631"/>
                  </a:lnTo>
                  <a:cubicBezTo>
                    <a:pt x="4672" y="18168"/>
                    <a:pt x="4740" y="17694"/>
                    <a:pt x="4796" y="17209"/>
                  </a:cubicBezTo>
                  <a:cubicBezTo>
                    <a:pt x="4909" y="16340"/>
                    <a:pt x="5101" y="15460"/>
                    <a:pt x="5056" y="14568"/>
                  </a:cubicBezTo>
                  <a:cubicBezTo>
                    <a:pt x="5011" y="13485"/>
                    <a:pt x="4695" y="12921"/>
                    <a:pt x="5135" y="11838"/>
                  </a:cubicBezTo>
                  <a:cubicBezTo>
                    <a:pt x="5586" y="10709"/>
                    <a:pt x="5891" y="9648"/>
                    <a:pt x="6421" y="8554"/>
                  </a:cubicBezTo>
                  <a:cubicBezTo>
                    <a:pt x="6636" y="8136"/>
                    <a:pt x="6794" y="7708"/>
                    <a:pt x="6963" y="7324"/>
                  </a:cubicBezTo>
                  <a:cubicBezTo>
                    <a:pt x="7516" y="6105"/>
                    <a:pt x="6015" y="3149"/>
                    <a:pt x="5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"/>
            <p:cNvSpPr/>
            <p:nvPr/>
          </p:nvSpPr>
          <p:spPr>
            <a:xfrm>
              <a:off x="5200625" y="4264950"/>
              <a:ext cx="516550" cy="492375"/>
            </a:xfrm>
            <a:custGeom>
              <a:avLst/>
              <a:gdLst/>
              <a:ahLst/>
              <a:cxnLst/>
              <a:rect l="l" t="t" r="r" b="b"/>
              <a:pathLst>
                <a:path w="20662" h="19695" extrusionOk="0">
                  <a:moveTo>
                    <a:pt x="1311" y="0"/>
                  </a:moveTo>
                  <a:cubicBezTo>
                    <a:pt x="880" y="0"/>
                    <a:pt x="439" y="50"/>
                    <a:pt x="1" y="150"/>
                  </a:cubicBezTo>
                  <a:cubicBezTo>
                    <a:pt x="136" y="286"/>
                    <a:pt x="249" y="455"/>
                    <a:pt x="339" y="624"/>
                  </a:cubicBezTo>
                  <a:cubicBezTo>
                    <a:pt x="1174" y="2351"/>
                    <a:pt x="960" y="4461"/>
                    <a:pt x="2020" y="6041"/>
                  </a:cubicBezTo>
                  <a:cubicBezTo>
                    <a:pt x="3059" y="7587"/>
                    <a:pt x="4616" y="8738"/>
                    <a:pt x="5439" y="10430"/>
                  </a:cubicBezTo>
                  <a:cubicBezTo>
                    <a:pt x="6229" y="12055"/>
                    <a:pt x="7640" y="13364"/>
                    <a:pt x="8734" y="14797"/>
                  </a:cubicBezTo>
                  <a:cubicBezTo>
                    <a:pt x="9908" y="16332"/>
                    <a:pt x="11025" y="17912"/>
                    <a:pt x="12210" y="19435"/>
                  </a:cubicBezTo>
                  <a:cubicBezTo>
                    <a:pt x="12278" y="19525"/>
                    <a:pt x="12345" y="19616"/>
                    <a:pt x="12413" y="19695"/>
                  </a:cubicBezTo>
                  <a:lnTo>
                    <a:pt x="20662" y="19695"/>
                  </a:lnTo>
                  <a:cubicBezTo>
                    <a:pt x="19037" y="18013"/>
                    <a:pt x="17220" y="16411"/>
                    <a:pt x="15449" y="14854"/>
                  </a:cubicBezTo>
                  <a:cubicBezTo>
                    <a:pt x="13305" y="12958"/>
                    <a:pt x="11082" y="11006"/>
                    <a:pt x="9197" y="8896"/>
                  </a:cubicBezTo>
                  <a:cubicBezTo>
                    <a:pt x="8283" y="7880"/>
                    <a:pt x="7617" y="6582"/>
                    <a:pt x="7019" y="5420"/>
                  </a:cubicBezTo>
                  <a:cubicBezTo>
                    <a:pt x="6839" y="5082"/>
                    <a:pt x="6669" y="4732"/>
                    <a:pt x="6500" y="4382"/>
                  </a:cubicBezTo>
                  <a:cubicBezTo>
                    <a:pt x="5767" y="2859"/>
                    <a:pt x="5067" y="1426"/>
                    <a:pt x="3736" y="624"/>
                  </a:cubicBezTo>
                  <a:cubicBezTo>
                    <a:pt x="3032" y="208"/>
                    <a:pt x="2191" y="0"/>
                    <a:pt x="13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"/>
            <p:cNvSpPr/>
            <p:nvPr/>
          </p:nvSpPr>
          <p:spPr>
            <a:xfrm>
              <a:off x="5358175" y="4699250"/>
              <a:ext cx="29750" cy="21425"/>
            </a:xfrm>
            <a:custGeom>
              <a:avLst/>
              <a:gdLst/>
              <a:ahLst/>
              <a:cxnLst/>
              <a:rect l="l" t="t" r="r" b="b"/>
              <a:pathLst>
                <a:path w="1190" h="857" extrusionOk="0">
                  <a:moveTo>
                    <a:pt x="416" y="1"/>
                  </a:moveTo>
                  <a:cubicBezTo>
                    <a:pt x="193" y="1"/>
                    <a:pt x="1" y="114"/>
                    <a:pt x="6" y="393"/>
                  </a:cubicBezTo>
                  <a:cubicBezTo>
                    <a:pt x="12" y="706"/>
                    <a:pt x="325" y="856"/>
                    <a:pt x="612" y="856"/>
                  </a:cubicBezTo>
                  <a:cubicBezTo>
                    <a:pt x="915" y="856"/>
                    <a:pt x="1189" y="689"/>
                    <a:pt x="1045" y="370"/>
                  </a:cubicBezTo>
                  <a:cubicBezTo>
                    <a:pt x="1033" y="348"/>
                    <a:pt x="1022" y="325"/>
                    <a:pt x="1011" y="303"/>
                  </a:cubicBezTo>
                  <a:cubicBezTo>
                    <a:pt x="902" y="120"/>
                    <a:pt x="643" y="1"/>
                    <a:pt x="41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"/>
            <p:cNvSpPr/>
            <p:nvPr/>
          </p:nvSpPr>
          <p:spPr>
            <a:xfrm>
              <a:off x="5295575" y="4741675"/>
              <a:ext cx="29350" cy="21425"/>
            </a:xfrm>
            <a:custGeom>
              <a:avLst/>
              <a:gdLst/>
              <a:ahLst/>
              <a:cxnLst/>
              <a:rect l="l" t="t" r="r" b="b"/>
              <a:pathLst>
                <a:path w="1174" h="857" extrusionOk="0">
                  <a:moveTo>
                    <a:pt x="552" y="1"/>
                  </a:moveTo>
                  <a:cubicBezTo>
                    <a:pt x="260" y="1"/>
                    <a:pt x="0" y="159"/>
                    <a:pt x="129" y="468"/>
                  </a:cubicBezTo>
                  <a:cubicBezTo>
                    <a:pt x="141" y="490"/>
                    <a:pt x="141" y="513"/>
                    <a:pt x="152" y="535"/>
                  </a:cubicBezTo>
                  <a:cubicBezTo>
                    <a:pt x="259" y="726"/>
                    <a:pt x="533" y="857"/>
                    <a:pt x="769" y="857"/>
                  </a:cubicBezTo>
                  <a:cubicBezTo>
                    <a:pt x="980" y="857"/>
                    <a:pt x="1162" y="752"/>
                    <a:pt x="1168" y="490"/>
                  </a:cubicBezTo>
                  <a:cubicBezTo>
                    <a:pt x="1173" y="162"/>
                    <a:pt x="846" y="1"/>
                    <a:pt x="552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"/>
            <p:cNvSpPr/>
            <p:nvPr/>
          </p:nvSpPr>
          <p:spPr>
            <a:xfrm>
              <a:off x="5422475" y="4674700"/>
              <a:ext cx="31750" cy="20925"/>
            </a:xfrm>
            <a:custGeom>
              <a:avLst/>
              <a:gdLst/>
              <a:ahLst/>
              <a:cxnLst/>
              <a:rect l="l" t="t" r="r" b="b"/>
              <a:pathLst>
                <a:path w="1270" h="837" extrusionOk="0">
                  <a:moveTo>
                    <a:pt x="672" y="1"/>
                  </a:moveTo>
                  <a:cubicBezTo>
                    <a:pt x="333" y="1"/>
                    <a:pt x="0" y="207"/>
                    <a:pt x="199" y="540"/>
                  </a:cubicBezTo>
                  <a:cubicBezTo>
                    <a:pt x="210" y="563"/>
                    <a:pt x="222" y="574"/>
                    <a:pt x="233" y="596"/>
                  </a:cubicBezTo>
                  <a:cubicBezTo>
                    <a:pt x="349" y="749"/>
                    <a:pt x="578" y="837"/>
                    <a:pt x="786" y="837"/>
                  </a:cubicBezTo>
                  <a:cubicBezTo>
                    <a:pt x="1042" y="837"/>
                    <a:pt x="1269" y="704"/>
                    <a:pt x="1226" y="393"/>
                  </a:cubicBezTo>
                  <a:cubicBezTo>
                    <a:pt x="1192" y="120"/>
                    <a:pt x="930" y="1"/>
                    <a:pt x="67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"/>
            <p:cNvSpPr/>
            <p:nvPr/>
          </p:nvSpPr>
          <p:spPr>
            <a:xfrm>
              <a:off x="5189825" y="4717950"/>
              <a:ext cx="29500" cy="27875"/>
            </a:xfrm>
            <a:custGeom>
              <a:avLst/>
              <a:gdLst/>
              <a:ahLst/>
              <a:cxnLst/>
              <a:rect l="l" t="t" r="r" b="b"/>
              <a:pathLst>
                <a:path w="1180" h="1115" extrusionOk="0">
                  <a:moveTo>
                    <a:pt x="663" y="1"/>
                  </a:moveTo>
                  <a:cubicBezTo>
                    <a:pt x="609" y="1"/>
                    <a:pt x="551" y="13"/>
                    <a:pt x="489" y="40"/>
                  </a:cubicBezTo>
                  <a:cubicBezTo>
                    <a:pt x="0" y="256"/>
                    <a:pt x="294" y="1115"/>
                    <a:pt x="674" y="1115"/>
                  </a:cubicBezTo>
                  <a:cubicBezTo>
                    <a:pt x="750" y="1115"/>
                    <a:pt x="829" y="1080"/>
                    <a:pt x="906" y="999"/>
                  </a:cubicBezTo>
                  <a:cubicBezTo>
                    <a:pt x="929" y="988"/>
                    <a:pt x="940" y="965"/>
                    <a:pt x="952" y="943"/>
                  </a:cubicBezTo>
                  <a:cubicBezTo>
                    <a:pt x="1180" y="655"/>
                    <a:pt x="1050" y="1"/>
                    <a:pt x="66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"/>
            <p:cNvSpPr/>
            <p:nvPr/>
          </p:nvSpPr>
          <p:spPr>
            <a:xfrm>
              <a:off x="5151225" y="4720525"/>
              <a:ext cx="36900" cy="21175"/>
            </a:xfrm>
            <a:custGeom>
              <a:avLst/>
              <a:gdLst/>
              <a:ahLst/>
              <a:cxnLst/>
              <a:rect l="l" t="t" r="r" b="b"/>
              <a:pathLst>
                <a:path w="1476" h="847" extrusionOk="0">
                  <a:moveTo>
                    <a:pt x="720" y="1"/>
                  </a:moveTo>
                  <a:cubicBezTo>
                    <a:pt x="374" y="1"/>
                    <a:pt x="1" y="224"/>
                    <a:pt x="182" y="603"/>
                  </a:cubicBezTo>
                  <a:cubicBezTo>
                    <a:pt x="266" y="777"/>
                    <a:pt x="428" y="847"/>
                    <a:pt x="600" y="847"/>
                  </a:cubicBezTo>
                  <a:cubicBezTo>
                    <a:pt x="1008" y="847"/>
                    <a:pt x="1476" y="457"/>
                    <a:pt x="1119" y="140"/>
                  </a:cubicBezTo>
                  <a:cubicBezTo>
                    <a:pt x="1096" y="129"/>
                    <a:pt x="1085" y="106"/>
                    <a:pt x="1062" y="95"/>
                  </a:cubicBezTo>
                  <a:cubicBezTo>
                    <a:pt x="971" y="31"/>
                    <a:pt x="847" y="1"/>
                    <a:pt x="72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"/>
            <p:cNvSpPr/>
            <p:nvPr/>
          </p:nvSpPr>
          <p:spPr>
            <a:xfrm>
              <a:off x="5223200" y="4658950"/>
              <a:ext cx="37550" cy="25050"/>
            </a:xfrm>
            <a:custGeom>
              <a:avLst/>
              <a:gdLst/>
              <a:ahLst/>
              <a:cxnLst/>
              <a:rect l="l" t="t" r="r" b="b"/>
              <a:pathLst>
                <a:path w="1502" h="1002" extrusionOk="0">
                  <a:moveTo>
                    <a:pt x="816" y="0"/>
                  </a:moveTo>
                  <a:cubicBezTo>
                    <a:pt x="303" y="0"/>
                    <a:pt x="1" y="1001"/>
                    <a:pt x="583" y="1001"/>
                  </a:cubicBezTo>
                  <a:cubicBezTo>
                    <a:pt x="592" y="1001"/>
                    <a:pt x="600" y="1001"/>
                    <a:pt x="610" y="1001"/>
                  </a:cubicBezTo>
                  <a:cubicBezTo>
                    <a:pt x="632" y="1001"/>
                    <a:pt x="655" y="1001"/>
                    <a:pt x="677" y="989"/>
                  </a:cubicBezTo>
                  <a:cubicBezTo>
                    <a:pt x="1106" y="933"/>
                    <a:pt x="1501" y="222"/>
                    <a:pt x="971" y="30"/>
                  </a:cubicBezTo>
                  <a:cubicBezTo>
                    <a:pt x="918" y="10"/>
                    <a:pt x="866" y="0"/>
                    <a:pt x="81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"/>
            <p:cNvSpPr/>
            <p:nvPr/>
          </p:nvSpPr>
          <p:spPr>
            <a:xfrm>
              <a:off x="5312250" y="4693200"/>
              <a:ext cx="37075" cy="25225"/>
            </a:xfrm>
            <a:custGeom>
              <a:avLst/>
              <a:gdLst/>
              <a:ahLst/>
              <a:cxnLst/>
              <a:rect l="l" t="t" r="r" b="b"/>
              <a:pathLst>
                <a:path w="1483" h="1009" extrusionOk="0">
                  <a:moveTo>
                    <a:pt x="811" y="1"/>
                  </a:moveTo>
                  <a:cubicBezTo>
                    <a:pt x="295" y="1"/>
                    <a:pt x="1" y="1009"/>
                    <a:pt x="567" y="1009"/>
                  </a:cubicBezTo>
                  <a:cubicBezTo>
                    <a:pt x="579" y="1009"/>
                    <a:pt x="590" y="1008"/>
                    <a:pt x="602" y="1007"/>
                  </a:cubicBezTo>
                  <a:cubicBezTo>
                    <a:pt x="625" y="1007"/>
                    <a:pt x="659" y="1007"/>
                    <a:pt x="681" y="996"/>
                  </a:cubicBezTo>
                  <a:cubicBezTo>
                    <a:pt x="1087" y="928"/>
                    <a:pt x="1482" y="206"/>
                    <a:pt x="952" y="26"/>
                  </a:cubicBezTo>
                  <a:cubicBezTo>
                    <a:pt x="903" y="9"/>
                    <a:pt x="856" y="1"/>
                    <a:pt x="81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"/>
            <p:cNvSpPr/>
            <p:nvPr/>
          </p:nvSpPr>
          <p:spPr>
            <a:xfrm>
              <a:off x="5245575" y="4716300"/>
              <a:ext cx="28550" cy="23850"/>
            </a:xfrm>
            <a:custGeom>
              <a:avLst/>
              <a:gdLst/>
              <a:ahLst/>
              <a:cxnLst/>
              <a:rect l="l" t="t" r="r" b="b"/>
              <a:pathLst>
                <a:path w="1142" h="954" extrusionOk="0">
                  <a:moveTo>
                    <a:pt x="484" y="0"/>
                  </a:moveTo>
                  <a:cubicBezTo>
                    <a:pt x="340" y="0"/>
                    <a:pt x="210" y="75"/>
                    <a:pt x="143" y="264"/>
                  </a:cubicBezTo>
                  <a:cubicBezTo>
                    <a:pt x="1" y="649"/>
                    <a:pt x="450" y="954"/>
                    <a:pt x="787" y="954"/>
                  </a:cubicBezTo>
                  <a:cubicBezTo>
                    <a:pt x="983" y="954"/>
                    <a:pt x="1142" y="851"/>
                    <a:pt x="1125" y="602"/>
                  </a:cubicBezTo>
                  <a:cubicBezTo>
                    <a:pt x="1125" y="580"/>
                    <a:pt x="1125" y="557"/>
                    <a:pt x="1114" y="535"/>
                  </a:cubicBezTo>
                  <a:cubicBezTo>
                    <a:pt x="1070" y="263"/>
                    <a:pt x="752" y="0"/>
                    <a:pt x="48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"/>
            <p:cNvSpPr/>
            <p:nvPr/>
          </p:nvSpPr>
          <p:spPr>
            <a:xfrm>
              <a:off x="5239700" y="4600625"/>
              <a:ext cx="28400" cy="23900"/>
            </a:xfrm>
            <a:custGeom>
              <a:avLst/>
              <a:gdLst/>
              <a:ahLst/>
              <a:cxnLst/>
              <a:rect l="l" t="t" r="r" b="b"/>
              <a:pathLst>
                <a:path w="1136" h="956" extrusionOk="0">
                  <a:moveTo>
                    <a:pt x="488" y="1"/>
                  </a:moveTo>
                  <a:cubicBezTo>
                    <a:pt x="348" y="1"/>
                    <a:pt x="222" y="73"/>
                    <a:pt x="153" y="253"/>
                  </a:cubicBezTo>
                  <a:cubicBezTo>
                    <a:pt x="1" y="637"/>
                    <a:pt x="458" y="956"/>
                    <a:pt x="795" y="956"/>
                  </a:cubicBezTo>
                  <a:cubicBezTo>
                    <a:pt x="984" y="956"/>
                    <a:pt x="1135" y="857"/>
                    <a:pt x="1123" y="614"/>
                  </a:cubicBezTo>
                  <a:cubicBezTo>
                    <a:pt x="1123" y="592"/>
                    <a:pt x="1123" y="569"/>
                    <a:pt x="1123" y="547"/>
                  </a:cubicBezTo>
                  <a:cubicBezTo>
                    <a:pt x="1078" y="271"/>
                    <a:pt x="759" y="1"/>
                    <a:pt x="48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"/>
            <p:cNvSpPr/>
            <p:nvPr/>
          </p:nvSpPr>
          <p:spPr>
            <a:xfrm>
              <a:off x="5281300" y="4673025"/>
              <a:ext cx="29925" cy="21275"/>
            </a:xfrm>
            <a:custGeom>
              <a:avLst/>
              <a:gdLst/>
              <a:ahLst/>
              <a:cxnLst/>
              <a:rect l="l" t="t" r="r" b="b"/>
              <a:pathLst>
                <a:path w="1197" h="851" extrusionOk="0">
                  <a:moveTo>
                    <a:pt x="420" y="0"/>
                  </a:moveTo>
                  <a:cubicBezTo>
                    <a:pt x="196" y="0"/>
                    <a:pt x="1" y="114"/>
                    <a:pt x="1" y="393"/>
                  </a:cubicBezTo>
                  <a:cubicBezTo>
                    <a:pt x="12" y="703"/>
                    <a:pt x="322" y="850"/>
                    <a:pt x="608" y="850"/>
                  </a:cubicBezTo>
                  <a:cubicBezTo>
                    <a:pt x="916" y="850"/>
                    <a:pt x="1196" y="680"/>
                    <a:pt x="1050" y="359"/>
                  </a:cubicBezTo>
                  <a:cubicBezTo>
                    <a:pt x="1039" y="347"/>
                    <a:pt x="1028" y="325"/>
                    <a:pt x="1016" y="302"/>
                  </a:cubicBezTo>
                  <a:cubicBezTo>
                    <a:pt x="908" y="120"/>
                    <a:pt x="649" y="0"/>
                    <a:pt x="420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"/>
            <p:cNvSpPr/>
            <p:nvPr/>
          </p:nvSpPr>
          <p:spPr>
            <a:xfrm>
              <a:off x="5247600" y="4617025"/>
              <a:ext cx="29500" cy="21600"/>
            </a:xfrm>
            <a:custGeom>
              <a:avLst/>
              <a:gdLst/>
              <a:ahLst/>
              <a:cxnLst/>
              <a:rect l="l" t="t" r="r" b="b"/>
              <a:pathLst>
                <a:path w="1180" h="864" extrusionOk="0">
                  <a:moveTo>
                    <a:pt x="560" y="1"/>
                  </a:moveTo>
                  <a:cubicBezTo>
                    <a:pt x="266" y="1"/>
                    <a:pt x="0" y="161"/>
                    <a:pt x="130" y="477"/>
                  </a:cubicBezTo>
                  <a:cubicBezTo>
                    <a:pt x="130" y="489"/>
                    <a:pt x="141" y="511"/>
                    <a:pt x="153" y="534"/>
                  </a:cubicBezTo>
                  <a:cubicBezTo>
                    <a:pt x="260" y="730"/>
                    <a:pt x="533" y="863"/>
                    <a:pt x="769" y="863"/>
                  </a:cubicBezTo>
                  <a:cubicBezTo>
                    <a:pt x="981" y="863"/>
                    <a:pt x="1163" y="756"/>
                    <a:pt x="1168" y="489"/>
                  </a:cubicBezTo>
                  <a:cubicBezTo>
                    <a:pt x="1180" y="161"/>
                    <a:pt x="855" y="1"/>
                    <a:pt x="56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"/>
            <p:cNvSpPr/>
            <p:nvPr/>
          </p:nvSpPr>
          <p:spPr>
            <a:xfrm>
              <a:off x="5349725" y="4614900"/>
              <a:ext cx="30025" cy="21300"/>
            </a:xfrm>
            <a:custGeom>
              <a:avLst/>
              <a:gdLst/>
              <a:ahLst/>
              <a:cxnLst/>
              <a:rect l="l" t="t" r="r" b="b"/>
              <a:pathLst>
                <a:path w="1201" h="852" extrusionOk="0">
                  <a:moveTo>
                    <a:pt x="421" y="1"/>
                  </a:moveTo>
                  <a:cubicBezTo>
                    <a:pt x="196" y="1"/>
                    <a:pt x="0" y="114"/>
                    <a:pt x="6" y="393"/>
                  </a:cubicBezTo>
                  <a:cubicBezTo>
                    <a:pt x="11" y="705"/>
                    <a:pt x="324" y="852"/>
                    <a:pt x="613" y="852"/>
                  </a:cubicBezTo>
                  <a:cubicBezTo>
                    <a:pt x="920" y="852"/>
                    <a:pt x="1201" y="685"/>
                    <a:pt x="1055" y="371"/>
                  </a:cubicBezTo>
                  <a:cubicBezTo>
                    <a:pt x="1044" y="348"/>
                    <a:pt x="1033" y="325"/>
                    <a:pt x="1021" y="303"/>
                  </a:cubicBezTo>
                  <a:cubicBezTo>
                    <a:pt x="913" y="120"/>
                    <a:pt x="651" y="1"/>
                    <a:pt x="42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"/>
            <p:cNvSpPr/>
            <p:nvPr/>
          </p:nvSpPr>
          <p:spPr>
            <a:xfrm>
              <a:off x="5262975" y="4557925"/>
              <a:ext cx="30075" cy="27050"/>
            </a:xfrm>
            <a:custGeom>
              <a:avLst/>
              <a:gdLst/>
              <a:ahLst/>
              <a:cxnLst/>
              <a:rect l="l" t="t" r="r" b="b"/>
              <a:pathLst>
                <a:path w="1203" h="1082" extrusionOk="0">
                  <a:moveTo>
                    <a:pt x="726" y="0"/>
                  </a:moveTo>
                  <a:cubicBezTo>
                    <a:pt x="681" y="0"/>
                    <a:pt x="631" y="10"/>
                    <a:pt x="576" y="32"/>
                  </a:cubicBezTo>
                  <a:cubicBezTo>
                    <a:pt x="553" y="43"/>
                    <a:pt x="542" y="54"/>
                    <a:pt x="519" y="65"/>
                  </a:cubicBezTo>
                  <a:cubicBezTo>
                    <a:pt x="147" y="269"/>
                    <a:pt x="0" y="1070"/>
                    <a:pt x="565" y="1081"/>
                  </a:cubicBezTo>
                  <a:cubicBezTo>
                    <a:pt x="567" y="1081"/>
                    <a:pt x="570" y="1081"/>
                    <a:pt x="573" y="1081"/>
                  </a:cubicBezTo>
                  <a:cubicBezTo>
                    <a:pt x="1163" y="1081"/>
                    <a:pt x="1202" y="0"/>
                    <a:pt x="726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"/>
            <p:cNvSpPr/>
            <p:nvPr/>
          </p:nvSpPr>
          <p:spPr>
            <a:xfrm>
              <a:off x="5394875" y="4701900"/>
              <a:ext cx="28375" cy="23975"/>
            </a:xfrm>
            <a:custGeom>
              <a:avLst/>
              <a:gdLst/>
              <a:ahLst/>
              <a:cxnLst/>
              <a:rect l="l" t="t" r="r" b="b"/>
              <a:pathLst>
                <a:path w="1135" h="959" extrusionOk="0">
                  <a:moveTo>
                    <a:pt x="487" y="1"/>
                  </a:moveTo>
                  <a:cubicBezTo>
                    <a:pt x="348" y="1"/>
                    <a:pt x="221" y="73"/>
                    <a:pt x="152" y="253"/>
                  </a:cubicBezTo>
                  <a:cubicBezTo>
                    <a:pt x="0" y="643"/>
                    <a:pt x="453" y="959"/>
                    <a:pt x="791" y="959"/>
                  </a:cubicBezTo>
                  <a:cubicBezTo>
                    <a:pt x="981" y="959"/>
                    <a:pt x="1135" y="858"/>
                    <a:pt x="1122" y="614"/>
                  </a:cubicBezTo>
                  <a:cubicBezTo>
                    <a:pt x="1122" y="592"/>
                    <a:pt x="1122" y="569"/>
                    <a:pt x="1122" y="547"/>
                  </a:cubicBezTo>
                  <a:cubicBezTo>
                    <a:pt x="1078" y="271"/>
                    <a:pt x="758" y="1"/>
                    <a:pt x="487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"/>
            <p:cNvSpPr/>
            <p:nvPr/>
          </p:nvSpPr>
          <p:spPr>
            <a:xfrm>
              <a:off x="5378575" y="4687325"/>
              <a:ext cx="30275" cy="27050"/>
            </a:xfrm>
            <a:custGeom>
              <a:avLst/>
              <a:gdLst/>
              <a:ahLst/>
              <a:cxnLst/>
              <a:rect l="l" t="t" r="r" b="b"/>
              <a:pathLst>
                <a:path w="1211" h="1082" extrusionOk="0">
                  <a:moveTo>
                    <a:pt x="630" y="1"/>
                  </a:moveTo>
                  <a:cubicBezTo>
                    <a:pt x="47" y="1"/>
                    <a:pt x="1" y="1082"/>
                    <a:pt x="474" y="1082"/>
                  </a:cubicBezTo>
                  <a:cubicBezTo>
                    <a:pt x="519" y="1082"/>
                    <a:pt x="569" y="1072"/>
                    <a:pt x="623" y="1051"/>
                  </a:cubicBezTo>
                  <a:cubicBezTo>
                    <a:pt x="646" y="1039"/>
                    <a:pt x="669" y="1028"/>
                    <a:pt x="691" y="1017"/>
                  </a:cubicBezTo>
                  <a:cubicBezTo>
                    <a:pt x="1052" y="814"/>
                    <a:pt x="1210" y="24"/>
                    <a:pt x="646" y="1"/>
                  </a:cubicBezTo>
                  <a:cubicBezTo>
                    <a:pt x="640" y="1"/>
                    <a:pt x="635" y="1"/>
                    <a:pt x="63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"/>
            <p:cNvSpPr/>
            <p:nvPr/>
          </p:nvSpPr>
          <p:spPr>
            <a:xfrm>
              <a:off x="5249000" y="4675275"/>
              <a:ext cx="29775" cy="21300"/>
            </a:xfrm>
            <a:custGeom>
              <a:avLst/>
              <a:gdLst/>
              <a:ahLst/>
              <a:cxnLst/>
              <a:rect l="l" t="t" r="r" b="b"/>
              <a:pathLst>
                <a:path w="1191" h="852" extrusionOk="0">
                  <a:moveTo>
                    <a:pt x="420" y="1"/>
                  </a:moveTo>
                  <a:cubicBezTo>
                    <a:pt x="196" y="1"/>
                    <a:pt x="1" y="114"/>
                    <a:pt x="6" y="393"/>
                  </a:cubicBezTo>
                  <a:cubicBezTo>
                    <a:pt x="12" y="704"/>
                    <a:pt x="322" y="852"/>
                    <a:pt x="608" y="852"/>
                  </a:cubicBezTo>
                  <a:cubicBezTo>
                    <a:pt x="912" y="852"/>
                    <a:pt x="1190" y="685"/>
                    <a:pt x="1045" y="370"/>
                  </a:cubicBezTo>
                  <a:cubicBezTo>
                    <a:pt x="1033" y="348"/>
                    <a:pt x="1033" y="325"/>
                    <a:pt x="1011" y="303"/>
                  </a:cubicBezTo>
                  <a:cubicBezTo>
                    <a:pt x="908" y="120"/>
                    <a:pt x="649" y="1"/>
                    <a:pt x="42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"/>
            <p:cNvSpPr/>
            <p:nvPr/>
          </p:nvSpPr>
          <p:spPr>
            <a:xfrm>
              <a:off x="5392175" y="4729775"/>
              <a:ext cx="35225" cy="25925"/>
            </a:xfrm>
            <a:custGeom>
              <a:avLst/>
              <a:gdLst/>
              <a:ahLst/>
              <a:cxnLst/>
              <a:rect l="l" t="t" r="r" b="b"/>
              <a:pathLst>
                <a:path w="1409" h="1037" extrusionOk="0">
                  <a:moveTo>
                    <a:pt x="881" y="0"/>
                  </a:moveTo>
                  <a:cubicBezTo>
                    <a:pt x="856" y="0"/>
                    <a:pt x="830" y="2"/>
                    <a:pt x="802" y="7"/>
                  </a:cubicBezTo>
                  <a:lnTo>
                    <a:pt x="734" y="30"/>
                  </a:lnTo>
                  <a:cubicBezTo>
                    <a:pt x="328" y="142"/>
                    <a:pt x="0" y="887"/>
                    <a:pt x="553" y="1023"/>
                  </a:cubicBezTo>
                  <a:cubicBezTo>
                    <a:pt x="590" y="1032"/>
                    <a:pt x="626" y="1036"/>
                    <a:pt x="660" y="1036"/>
                  </a:cubicBezTo>
                  <a:cubicBezTo>
                    <a:pt x="1190" y="1036"/>
                    <a:pt x="1409" y="0"/>
                    <a:pt x="88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"/>
            <p:cNvSpPr/>
            <p:nvPr/>
          </p:nvSpPr>
          <p:spPr>
            <a:xfrm>
              <a:off x="5277850" y="4619600"/>
              <a:ext cx="31125" cy="26675"/>
            </a:xfrm>
            <a:custGeom>
              <a:avLst/>
              <a:gdLst/>
              <a:ahLst/>
              <a:cxnLst/>
              <a:rect l="l" t="t" r="r" b="b"/>
              <a:pathLst>
                <a:path w="1245" h="1067" extrusionOk="0">
                  <a:moveTo>
                    <a:pt x="648" y="1"/>
                  </a:moveTo>
                  <a:cubicBezTo>
                    <a:pt x="75" y="1"/>
                    <a:pt x="1" y="1066"/>
                    <a:pt x="475" y="1066"/>
                  </a:cubicBezTo>
                  <a:cubicBezTo>
                    <a:pt x="517" y="1066"/>
                    <a:pt x="563" y="1058"/>
                    <a:pt x="613" y="1040"/>
                  </a:cubicBezTo>
                  <a:cubicBezTo>
                    <a:pt x="635" y="1029"/>
                    <a:pt x="658" y="1018"/>
                    <a:pt x="680" y="1018"/>
                  </a:cubicBezTo>
                  <a:cubicBezTo>
                    <a:pt x="1053" y="826"/>
                    <a:pt x="1245" y="36"/>
                    <a:pt x="680" y="2"/>
                  </a:cubicBezTo>
                  <a:cubicBezTo>
                    <a:pt x="669" y="1"/>
                    <a:pt x="658" y="1"/>
                    <a:pt x="64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"/>
            <p:cNvSpPr/>
            <p:nvPr/>
          </p:nvSpPr>
          <p:spPr>
            <a:xfrm>
              <a:off x="5216425" y="4588100"/>
              <a:ext cx="30300" cy="27050"/>
            </a:xfrm>
            <a:custGeom>
              <a:avLst/>
              <a:gdLst/>
              <a:ahLst/>
              <a:cxnLst/>
              <a:rect l="l" t="t" r="r" b="b"/>
              <a:pathLst>
                <a:path w="1212" h="1082" extrusionOk="0">
                  <a:moveTo>
                    <a:pt x="737" y="1"/>
                  </a:moveTo>
                  <a:cubicBezTo>
                    <a:pt x="692" y="1"/>
                    <a:pt x="642" y="10"/>
                    <a:pt x="587" y="32"/>
                  </a:cubicBezTo>
                  <a:cubicBezTo>
                    <a:pt x="565" y="43"/>
                    <a:pt x="542" y="55"/>
                    <a:pt x="520" y="66"/>
                  </a:cubicBezTo>
                  <a:cubicBezTo>
                    <a:pt x="147" y="269"/>
                    <a:pt x="0" y="1059"/>
                    <a:pt x="565" y="1081"/>
                  </a:cubicBezTo>
                  <a:cubicBezTo>
                    <a:pt x="567" y="1081"/>
                    <a:pt x="570" y="1081"/>
                    <a:pt x="573" y="1081"/>
                  </a:cubicBezTo>
                  <a:cubicBezTo>
                    <a:pt x="1163" y="1081"/>
                    <a:pt x="1212" y="1"/>
                    <a:pt x="73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"/>
            <p:cNvSpPr/>
            <p:nvPr/>
          </p:nvSpPr>
          <p:spPr>
            <a:xfrm>
              <a:off x="5222100" y="4739700"/>
              <a:ext cx="30025" cy="21375"/>
            </a:xfrm>
            <a:custGeom>
              <a:avLst/>
              <a:gdLst/>
              <a:ahLst/>
              <a:cxnLst/>
              <a:rect l="l" t="t" r="r" b="b"/>
              <a:pathLst>
                <a:path w="1201" h="855" extrusionOk="0">
                  <a:moveTo>
                    <a:pt x="584" y="0"/>
                  </a:moveTo>
                  <a:cubicBezTo>
                    <a:pt x="278" y="0"/>
                    <a:pt x="0" y="170"/>
                    <a:pt x="146" y="490"/>
                  </a:cubicBezTo>
                  <a:cubicBezTo>
                    <a:pt x="157" y="513"/>
                    <a:pt x="168" y="535"/>
                    <a:pt x="180" y="547"/>
                  </a:cubicBezTo>
                  <a:cubicBezTo>
                    <a:pt x="289" y="732"/>
                    <a:pt x="556" y="854"/>
                    <a:pt x="789" y="854"/>
                  </a:cubicBezTo>
                  <a:cubicBezTo>
                    <a:pt x="1010" y="854"/>
                    <a:pt x="1201" y="743"/>
                    <a:pt x="1195" y="468"/>
                  </a:cubicBezTo>
                  <a:cubicBezTo>
                    <a:pt x="1184" y="151"/>
                    <a:pt x="871" y="0"/>
                    <a:pt x="58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"/>
            <p:cNvSpPr/>
            <p:nvPr/>
          </p:nvSpPr>
          <p:spPr>
            <a:xfrm>
              <a:off x="5269450" y="4572725"/>
              <a:ext cx="37425" cy="21100"/>
            </a:xfrm>
            <a:custGeom>
              <a:avLst/>
              <a:gdLst/>
              <a:ahLst/>
              <a:cxnLst/>
              <a:rect l="l" t="t" r="r" b="b"/>
              <a:pathLst>
                <a:path w="1497" h="844" extrusionOk="0">
                  <a:moveTo>
                    <a:pt x="744" y="1"/>
                  </a:moveTo>
                  <a:cubicBezTo>
                    <a:pt x="390" y="1"/>
                    <a:pt x="0" y="240"/>
                    <a:pt x="204" y="613"/>
                  </a:cubicBezTo>
                  <a:cubicBezTo>
                    <a:pt x="291" y="778"/>
                    <a:pt x="447" y="844"/>
                    <a:pt x="612" y="844"/>
                  </a:cubicBezTo>
                  <a:cubicBezTo>
                    <a:pt x="1024" y="844"/>
                    <a:pt x="1497" y="434"/>
                    <a:pt x="1118" y="128"/>
                  </a:cubicBezTo>
                  <a:cubicBezTo>
                    <a:pt x="1107" y="117"/>
                    <a:pt x="1084" y="94"/>
                    <a:pt x="1062" y="83"/>
                  </a:cubicBezTo>
                  <a:cubicBezTo>
                    <a:pt x="975" y="27"/>
                    <a:pt x="861" y="1"/>
                    <a:pt x="744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"/>
            <p:cNvSpPr/>
            <p:nvPr/>
          </p:nvSpPr>
          <p:spPr>
            <a:xfrm>
              <a:off x="5234200" y="4496900"/>
              <a:ext cx="37050" cy="25200"/>
            </a:xfrm>
            <a:custGeom>
              <a:avLst/>
              <a:gdLst/>
              <a:ahLst/>
              <a:cxnLst/>
              <a:rect l="l" t="t" r="r" b="b"/>
              <a:pathLst>
                <a:path w="1482" h="1008" extrusionOk="0">
                  <a:moveTo>
                    <a:pt x="915" y="0"/>
                  </a:moveTo>
                  <a:cubicBezTo>
                    <a:pt x="904" y="0"/>
                    <a:pt x="892" y="1"/>
                    <a:pt x="881" y="1"/>
                  </a:cubicBezTo>
                  <a:lnTo>
                    <a:pt x="802" y="13"/>
                  </a:lnTo>
                  <a:cubicBezTo>
                    <a:pt x="395" y="80"/>
                    <a:pt x="0" y="803"/>
                    <a:pt x="531" y="983"/>
                  </a:cubicBezTo>
                  <a:cubicBezTo>
                    <a:pt x="579" y="1000"/>
                    <a:pt x="626" y="1008"/>
                    <a:pt x="672" y="1008"/>
                  </a:cubicBezTo>
                  <a:cubicBezTo>
                    <a:pt x="1188" y="1008"/>
                    <a:pt x="1482" y="0"/>
                    <a:pt x="915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"/>
            <p:cNvSpPr/>
            <p:nvPr/>
          </p:nvSpPr>
          <p:spPr>
            <a:xfrm>
              <a:off x="5271650" y="4509875"/>
              <a:ext cx="31400" cy="26725"/>
            </a:xfrm>
            <a:custGeom>
              <a:avLst/>
              <a:gdLst/>
              <a:ahLst/>
              <a:cxnLst/>
              <a:rect l="l" t="t" r="r" b="b"/>
              <a:pathLst>
                <a:path w="1256" h="1069" extrusionOk="0">
                  <a:moveTo>
                    <a:pt x="667" y="1"/>
                  </a:moveTo>
                  <a:cubicBezTo>
                    <a:pt x="89" y="1"/>
                    <a:pt x="1" y="1068"/>
                    <a:pt x="478" y="1068"/>
                  </a:cubicBezTo>
                  <a:cubicBezTo>
                    <a:pt x="522" y="1068"/>
                    <a:pt x="570" y="1059"/>
                    <a:pt x="624" y="1040"/>
                  </a:cubicBezTo>
                  <a:cubicBezTo>
                    <a:pt x="646" y="1028"/>
                    <a:pt x="669" y="1028"/>
                    <a:pt x="691" y="1017"/>
                  </a:cubicBezTo>
                  <a:cubicBezTo>
                    <a:pt x="1064" y="825"/>
                    <a:pt x="1256" y="35"/>
                    <a:pt x="691" y="1"/>
                  </a:cubicBezTo>
                  <a:cubicBezTo>
                    <a:pt x="683" y="1"/>
                    <a:pt x="675" y="1"/>
                    <a:pt x="66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"/>
            <p:cNvSpPr/>
            <p:nvPr/>
          </p:nvSpPr>
          <p:spPr>
            <a:xfrm>
              <a:off x="5347150" y="4726175"/>
              <a:ext cx="28825" cy="27800"/>
            </a:xfrm>
            <a:custGeom>
              <a:avLst/>
              <a:gdLst/>
              <a:ahLst/>
              <a:cxnLst/>
              <a:rect l="l" t="t" r="r" b="b"/>
              <a:pathLst>
                <a:path w="1153" h="1112" extrusionOk="0">
                  <a:moveTo>
                    <a:pt x="659" y="1"/>
                  </a:moveTo>
                  <a:cubicBezTo>
                    <a:pt x="615" y="1"/>
                    <a:pt x="567" y="9"/>
                    <a:pt x="515" y="27"/>
                  </a:cubicBezTo>
                  <a:cubicBezTo>
                    <a:pt x="0" y="199"/>
                    <a:pt x="235" y="1111"/>
                    <a:pt x="626" y="1111"/>
                  </a:cubicBezTo>
                  <a:cubicBezTo>
                    <a:pt x="698" y="1111"/>
                    <a:pt x="775" y="1080"/>
                    <a:pt x="854" y="1009"/>
                  </a:cubicBezTo>
                  <a:cubicBezTo>
                    <a:pt x="865" y="997"/>
                    <a:pt x="887" y="975"/>
                    <a:pt x="899" y="964"/>
                  </a:cubicBezTo>
                  <a:cubicBezTo>
                    <a:pt x="1153" y="679"/>
                    <a:pt x="1059" y="1"/>
                    <a:pt x="659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"/>
            <p:cNvSpPr/>
            <p:nvPr/>
          </p:nvSpPr>
          <p:spPr>
            <a:xfrm>
              <a:off x="5347800" y="4663450"/>
              <a:ext cx="29450" cy="27725"/>
            </a:xfrm>
            <a:custGeom>
              <a:avLst/>
              <a:gdLst/>
              <a:ahLst/>
              <a:cxnLst/>
              <a:rect l="l" t="t" r="r" b="b"/>
              <a:pathLst>
                <a:path w="1178" h="1109" extrusionOk="0">
                  <a:moveTo>
                    <a:pt x="501" y="1"/>
                  </a:moveTo>
                  <a:cubicBezTo>
                    <a:pt x="423" y="1"/>
                    <a:pt x="342" y="37"/>
                    <a:pt x="263" y="121"/>
                  </a:cubicBezTo>
                  <a:cubicBezTo>
                    <a:pt x="252" y="132"/>
                    <a:pt x="230" y="155"/>
                    <a:pt x="218" y="166"/>
                  </a:cubicBezTo>
                  <a:cubicBezTo>
                    <a:pt x="0" y="464"/>
                    <a:pt x="122" y="1109"/>
                    <a:pt x="506" y="1109"/>
                  </a:cubicBezTo>
                  <a:cubicBezTo>
                    <a:pt x="559" y="1109"/>
                    <a:pt x="618" y="1096"/>
                    <a:pt x="681" y="1069"/>
                  </a:cubicBezTo>
                  <a:cubicBezTo>
                    <a:pt x="1177" y="854"/>
                    <a:pt x="881" y="1"/>
                    <a:pt x="50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"/>
            <p:cNvSpPr/>
            <p:nvPr/>
          </p:nvSpPr>
          <p:spPr>
            <a:xfrm>
              <a:off x="5421550" y="4732700"/>
              <a:ext cx="29675" cy="27800"/>
            </a:xfrm>
            <a:custGeom>
              <a:avLst/>
              <a:gdLst/>
              <a:ahLst/>
              <a:cxnLst/>
              <a:rect l="l" t="t" r="r" b="b"/>
              <a:pathLst>
                <a:path w="1187" h="1112" extrusionOk="0">
                  <a:moveTo>
                    <a:pt x="670" y="1"/>
                  </a:moveTo>
                  <a:cubicBezTo>
                    <a:pt x="613" y="1"/>
                    <a:pt x="551" y="15"/>
                    <a:pt x="484" y="48"/>
                  </a:cubicBezTo>
                  <a:cubicBezTo>
                    <a:pt x="1" y="281"/>
                    <a:pt x="314" y="1111"/>
                    <a:pt x="692" y="1111"/>
                  </a:cubicBezTo>
                  <a:cubicBezTo>
                    <a:pt x="773" y="1111"/>
                    <a:pt x="856" y="1074"/>
                    <a:pt x="936" y="985"/>
                  </a:cubicBezTo>
                  <a:cubicBezTo>
                    <a:pt x="947" y="973"/>
                    <a:pt x="958" y="951"/>
                    <a:pt x="981" y="928"/>
                  </a:cubicBezTo>
                  <a:cubicBezTo>
                    <a:pt x="1186" y="634"/>
                    <a:pt x="1044" y="1"/>
                    <a:pt x="67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"/>
            <p:cNvSpPr/>
            <p:nvPr/>
          </p:nvSpPr>
          <p:spPr>
            <a:xfrm>
              <a:off x="5213000" y="4424750"/>
              <a:ext cx="37300" cy="21075"/>
            </a:xfrm>
            <a:custGeom>
              <a:avLst/>
              <a:gdLst/>
              <a:ahLst/>
              <a:cxnLst/>
              <a:rect l="l" t="t" r="r" b="b"/>
              <a:pathLst>
                <a:path w="1492" h="843" extrusionOk="0">
                  <a:moveTo>
                    <a:pt x="731" y="0"/>
                  </a:moveTo>
                  <a:cubicBezTo>
                    <a:pt x="377" y="0"/>
                    <a:pt x="0" y="241"/>
                    <a:pt x="194" y="619"/>
                  </a:cubicBezTo>
                  <a:cubicBezTo>
                    <a:pt x="280" y="779"/>
                    <a:pt x="433" y="843"/>
                    <a:pt x="596" y="843"/>
                  </a:cubicBezTo>
                  <a:cubicBezTo>
                    <a:pt x="1010" y="843"/>
                    <a:pt x="1492" y="430"/>
                    <a:pt x="1119" y="123"/>
                  </a:cubicBezTo>
                  <a:lnTo>
                    <a:pt x="1063" y="89"/>
                  </a:lnTo>
                  <a:cubicBezTo>
                    <a:pt x="971" y="28"/>
                    <a:pt x="852" y="0"/>
                    <a:pt x="731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"/>
            <p:cNvSpPr/>
            <p:nvPr/>
          </p:nvSpPr>
          <p:spPr>
            <a:xfrm>
              <a:off x="5235075" y="4545850"/>
              <a:ext cx="29150" cy="26975"/>
            </a:xfrm>
            <a:custGeom>
              <a:avLst/>
              <a:gdLst/>
              <a:ahLst/>
              <a:cxnLst/>
              <a:rect l="l" t="t" r="r" b="b"/>
              <a:pathLst>
                <a:path w="1166" h="1079" extrusionOk="0">
                  <a:moveTo>
                    <a:pt x="706" y="1"/>
                  </a:moveTo>
                  <a:cubicBezTo>
                    <a:pt x="656" y="1"/>
                    <a:pt x="601" y="13"/>
                    <a:pt x="541" y="41"/>
                  </a:cubicBezTo>
                  <a:cubicBezTo>
                    <a:pt x="518" y="52"/>
                    <a:pt x="496" y="63"/>
                    <a:pt x="473" y="75"/>
                  </a:cubicBezTo>
                  <a:cubicBezTo>
                    <a:pt x="115" y="287"/>
                    <a:pt x="1" y="1079"/>
                    <a:pt x="552" y="1079"/>
                  </a:cubicBezTo>
                  <a:cubicBezTo>
                    <a:pt x="556" y="1079"/>
                    <a:pt x="559" y="1079"/>
                    <a:pt x="563" y="1079"/>
                  </a:cubicBezTo>
                  <a:cubicBezTo>
                    <a:pt x="1154" y="1069"/>
                    <a:pt x="1166" y="1"/>
                    <a:pt x="70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"/>
            <p:cNvSpPr/>
            <p:nvPr/>
          </p:nvSpPr>
          <p:spPr>
            <a:xfrm>
              <a:off x="5204875" y="4697875"/>
              <a:ext cx="29775" cy="21275"/>
            </a:xfrm>
            <a:custGeom>
              <a:avLst/>
              <a:gdLst/>
              <a:ahLst/>
              <a:cxnLst/>
              <a:rect l="l" t="t" r="r" b="b"/>
              <a:pathLst>
                <a:path w="1191" h="851" extrusionOk="0">
                  <a:moveTo>
                    <a:pt x="583" y="0"/>
                  </a:moveTo>
                  <a:cubicBezTo>
                    <a:pt x="279" y="0"/>
                    <a:pt x="1" y="168"/>
                    <a:pt x="146" y="482"/>
                  </a:cubicBezTo>
                  <a:cubicBezTo>
                    <a:pt x="146" y="504"/>
                    <a:pt x="158" y="527"/>
                    <a:pt x="180" y="538"/>
                  </a:cubicBezTo>
                  <a:cubicBezTo>
                    <a:pt x="284" y="728"/>
                    <a:pt x="545" y="850"/>
                    <a:pt x="775" y="850"/>
                  </a:cubicBezTo>
                  <a:cubicBezTo>
                    <a:pt x="997" y="850"/>
                    <a:pt x="1190" y="736"/>
                    <a:pt x="1185" y="459"/>
                  </a:cubicBezTo>
                  <a:cubicBezTo>
                    <a:pt x="1179" y="148"/>
                    <a:pt x="869" y="0"/>
                    <a:pt x="58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"/>
            <p:cNvSpPr/>
            <p:nvPr/>
          </p:nvSpPr>
          <p:spPr>
            <a:xfrm>
              <a:off x="5284550" y="4720825"/>
              <a:ext cx="29375" cy="21400"/>
            </a:xfrm>
            <a:custGeom>
              <a:avLst/>
              <a:gdLst/>
              <a:ahLst/>
              <a:cxnLst/>
              <a:rect l="l" t="t" r="r" b="b"/>
              <a:pathLst>
                <a:path w="1175" h="856" extrusionOk="0">
                  <a:moveTo>
                    <a:pt x="408" y="0"/>
                  </a:moveTo>
                  <a:cubicBezTo>
                    <a:pt x="196" y="0"/>
                    <a:pt x="12" y="108"/>
                    <a:pt x="6" y="376"/>
                  </a:cubicBezTo>
                  <a:cubicBezTo>
                    <a:pt x="1" y="698"/>
                    <a:pt x="325" y="856"/>
                    <a:pt x="618" y="856"/>
                  </a:cubicBezTo>
                  <a:cubicBezTo>
                    <a:pt x="912" y="856"/>
                    <a:pt x="1174" y="698"/>
                    <a:pt x="1044" y="388"/>
                  </a:cubicBezTo>
                  <a:cubicBezTo>
                    <a:pt x="1033" y="365"/>
                    <a:pt x="1022" y="342"/>
                    <a:pt x="1010" y="320"/>
                  </a:cubicBezTo>
                  <a:cubicBezTo>
                    <a:pt x="910" y="131"/>
                    <a:pt x="642" y="0"/>
                    <a:pt x="408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"/>
            <p:cNvSpPr/>
            <p:nvPr/>
          </p:nvSpPr>
          <p:spPr>
            <a:xfrm>
              <a:off x="5218450" y="4637600"/>
              <a:ext cx="31575" cy="20925"/>
            </a:xfrm>
            <a:custGeom>
              <a:avLst/>
              <a:gdLst/>
              <a:ahLst/>
              <a:cxnLst/>
              <a:rect l="l" t="t" r="r" b="b"/>
              <a:pathLst>
                <a:path w="1263" h="837" extrusionOk="0">
                  <a:moveTo>
                    <a:pt x="481" y="1"/>
                  </a:moveTo>
                  <a:cubicBezTo>
                    <a:pt x="227" y="1"/>
                    <a:pt x="0" y="133"/>
                    <a:pt x="44" y="444"/>
                  </a:cubicBezTo>
                  <a:cubicBezTo>
                    <a:pt x="78" y="717"/>
                    <a:pt x="337" y="837"/>
                    <a:pt x="594" y="837"/>
                  </a:cubicBezTo>
                  <a:cubicBezTo>
                    <a:pt x="931" y="837"/>
                    <a:pt x="1263" y="631"/>
                    <a:pt x="1070" y="298"/>
                  </a:cubicBezTo>
                  <a:cubicBezTo>
                    <a:pt x="1059" y="286"/>
                    <a:pt x="1048" y="264"/>
                    <a:pt x="1025" y="241"/>
                  </a:cubicBezTo>
                  <a:cubicBezTo>
                    <a:pt x="914" y="89"/>
                    <a:pt x="688" y="1"/>
                    <a:pt x="481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"/>
            <p:cNvSpPr/>
            <p:nvPr/>
          </p:nvSpPr>
          <p:spPr>
            <a:xfrm>
              <a:off x="5199350" y="4609750"/>
              <a:ext cx="30075" cy="27050"/>
            </a:xfrm>
            <a:custGeom>
              <a:avLst/>
              <a:gdLst/>
              <a:ahLst/>
              <a:cxnLst/>
              <a:rect l="l" t="t" r="r" b="b"/>
              <a:pathLst>
                <a:path w="1203" h="1082" extrusionOk="0">
                  <a:moveTo>
                    <a:pt x="630" y="1"/>
                  </a:moveTo>
                  <a:cubicBezTo>
                    <a:pt x="40" y="1"/>
                    <a:pt x="0" y="1082"/>
                    <a:pt x="468" y="1082"/>
                  </a:cubicBezTo>
                  <a:cubicBezTo>
                    <a:pt x="513" y="1082"/>
                    <a:pt x="562" y="1072"/>
                    <a:pt x="616" y="1050"/>
                  </a:cubicBezTo>
                  <a:cubicBezTo>
                    <a:pt x="638" y="1039"/>
                    <a:pt x="661" y="1028"/>
                    <a:pt x="683" y="1017"/>
                  </a:cubicBezTo>
                  <a:cubicBezTo>
                    <a:pt x="1056" y="813"/>
                    <a:pt x="1203" y="12"/>
                    <a:pt x="638" y="1"/>
                  </a:cubicBezTo>
                  <a:cubicBezTo>
                    <a:pt x="635" y="1"/>
                    <a:pt x="633" y="1"/>
                    <a:pt x="630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"/>
            <p:cNvSpPr/>
            <p:nvPr/>
          </p:nvSpPr>
          <p:spPr>
            <a:xfrm>
              <a:off x="5296900" y="4584850"/>
              <a:ext cx="28300" cy="23925"/>
            </a:xfrm>
            <a:custGeom>
              <a:avLst/>
              <a:gdLst/>
              <a:ahLst/>
              <a:cxnLst/>
              <a:rect l="l" t="t" r="r" b="b"/>
              <a:pathLst>
                <a:path w="1132" h="957" extrusionOk="0">
                  <a:moveTo>
                    <a:pt x="341" y="1"/>
                  </a:moveTo>
                  <a:cubicBezTo>
                    <a:pt x="153" y="1"/>
                    <a:pt x="1" y="100"/>
                    <a:pt x="9" y="343"/>
                  </a:cubicBezTo>
                  <a:cubicBezTo>
                    <a:pt x="9" y="365"/>
                    <a:pt x="9" y="388"/>
                    <a:pt x="9" y="410"/>
                  </a:cubicBezTo>
                  <a:cubicBezTo>
                    <a:pt x="53" y="686"/>
                    <a:pt x="373" y="956"/>
                    <a:pt x="644" y="956"/>
                  </a:cubicBezTo>
                  <a:cubicBezTo>
                    <a:pt x="783" y="956"/>
                    <a:pt x="910" y="884"/>
                    <a:pt x="979" y="704"/>
                  </a:cubicBezTo>
                  <a:cubicBezTo>
                    <a:pt x="1131" y="320"/>
                    <a:pt x="679" y="1"/>
                    <a:pt x="34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"/>
            <p:cNvSpPr/>
            <p:nvPr/>
          </p:nvSpPr>
          <p:spPr>
            <a:xfrm>
              <a:off x="5328975" y="4630425"/>
              <a:ext cx="30325" cy="27050"/>
            </a:xfrm>
            <a:custGeom>
              <a:avLst/>
              <a:gdLst/>
              <a:ahLst/>
              <a:cxnLst/>
              <a:rect l="l" t="t" r="r" b="b"/>
              <a:pathLst>
                <a:path w="1213" h="1082" extrusionOk="0">
                  <a:moveTo>
                    <a:pt x="738" y="0"/>
                  </a:moveTo>
                  <a:cubicBezTo>
                    <a:pt x="692" y="0"/>
                    <a:pt x="642" y="10"/>
                    <a:pt x="588" y="32"/>
                  </a:cubicBezTo>
                  <a:cubicBezTo>
                    <a:pt x="565" y="43"/>
                    <a:pt x="542" y="54"/>
                    <a:pt x="520" y="65"/>
                  </a:cubicBezTo>
                  <a:cubicBezTo>
                    <a:pt x="148" y="269"/>
                    <a:pt x="1" y="1058"/>
                    <a:pt x="565" y="1081"/>
                  </a:cubicBezTo>
                  <a:cubicBezTo>
                    <a:pt x="568" y="1081"/>
                    <a:pt x="571" y="1081"/>
                    <a:pt x="573" y="1081"/>
                  </a:cubicBezTo>
                  <a:cubicBezTo>
                    <a:pt x="1163" y="1081"/>
                    <a:pt x="1212" y="0"/>
                    <a:pt x="738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"/>
            <p:cNvSpPr/>
            <p:nvPr/>
          </p:nvSpPr>
          <p:spPr>
            <a:xfrm>
              <a:off x="5309525" y="4631250"/>
              <a:ext cx="29500" cy="21475"/>
            </a:xfrm>
            <a:custGeom>
              <a:avLst/>
              <a:gdLst/>
              <a:ahLst/>
              <a:cxnLst/>
              <a:rect l="l" t="t" r="r" b="b"/>
              <a:pathLst>
                <a:path w="1180" h="859" extrusionOk="0">
                  <a:moveTo>
                    <a:pt x="556" y="0"/>
                  </a:moveTo>
                  <a:cubicBezTo>
                    <a:pt x="263" y="0"/>
                    <a:pt x="1" y="158"/>
                    <a:pt x="124" y="473"/>
                  </a:cubicBezTo>
                  <a:cubicBezTo>
                    <a:pt x="136" y="484"/>
                    <a:pt x="147" y="506"/>
                    <a:pt x="158" y="529"/>
                  </a:cubicBezTo>
                  <a:cubicBezTo>
                    <a:pt x="265" y="725"/>
                    <a:pt x="538" y="859"/>
                    <a:pt x="774" y="859"/>
                  </a:cubicBezTo>
                  <a:cubicBezTo>
                    <a:pt x="986" y="859"/>
                    <a:pt x="1168" y="751"/>
                    <a:pt x="1174" y="484"/>
                  </a:cubicBezTo>
                  <a:cubicBezTo>
                    <a:pt x="1179" y="161"/>
                    <a:pt x="852" y="0"/>
                    <a:pt x="55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"/>
            <p:cNvSpPr/>
            <p:nvPr/>
          </p:nvSpPr>
          <p:spPr>
            <a:xfrm>
              <a:off x="5318550" y="4660250"/>
              <a:ext cx="30075" cy="26825"/>
            </a:xfrm>
            <a:custGeom>
              <a:avLst/>
              <a:gdLst/>
              <a:ahLst/>
              <a:cxnLst/>
              <a:rect l="l" t="t" r="r" b="b"/>
              <a:pathLst>
                <a:path w="1203" h="1073" extrusionOk="0">
                  <a:moveTo>
                    <a:pt x="740" y="1"/>
                  </a:moveTo>
                  <a:cubicBezTo>
                    <a:pt x="694" y="1"/>
                    <a:pt x="643" y="11"/>
                    <a:pt x="587" y="35"/>
                  </a:cubicBezTo>
                  <a:cubicBezTo>
                    <a:pt x="565" y="46"/>
                    <a:pt x="542" y="46"/>
                    <a:pt x="519" y="69"/>
                  </a:cubicBezTo>
                  <a:cubicBezTo>
                    <a:pt x="147" y="260"/>
                    <a:pt x="0" y="1062"/>
                    <a:pt x="565" y="1073"/>
                  </a:cubicBezTo>
                  <a:cubicBezTo>
                    <a:pt x="567" y="1073"/>
                    <a:pt x="570" y="1073"/>
                    <a:pt x="573" y="1073"/>
                  </a:cubicBezTo>
                  <a:cubicBezTo>
                    <a:pt x="1160" y="1073"/>
                    <a:pt x="1202" y="1"/>
                    <a:pt x="740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"/>
            <p:cNvSpPr/>
            <p:nvPr/>
          </p:nvSpPr>
          <p:spPr>
            <a:xfrm>
              <a:off x="5158475" y="4680750"/>
              <a:ext cx="29350" cy="21525"/>
            </a:xfrm>
            <a:custGeom>
              <a:avLst/>
              <a:gdLst/>
              <a:ahLst/>
              <a:cxnLst/>
              <a:rect l="l" t="t" r="r" b="b"/>
              <a:pathLst>
                <a:path w="1174" h="861" extrusionOk="0">
                  <a:moveTo>
                    <a:pt x="551" y="0"/>
                  </a:moveTo>
                  <a:cubicBezTo>
                    <a:pt x="260" y="0"/>
                    <a:pt x="0" y="158"/>
                    <a:pt x="129" y="467"/>
                  </a:cubicBezTo>
                  <a:cubicBezTo>
                    <a:pt x="129" y="490"/>
                    <a:pt x="141" y="512"/>
                    <a:pt x="152" y="535"/>
                  </a:cubicBezTo>
                  <a:cubicBezTo>
                    <a:pt x="260" y="726"/>
                    <a:pt x="535" y="861"/>
                    <a:pt x="772" y="861"/>
                  </a:cubicBezTo>
                  <a:cubicBezTo>
                    <a:pt x="982" y="861"/>
                    <a:pt x="1162" y="755"/>
                    <a:pt x="1167" y="490"/>
                  </a:cubicBezTo>
                  <a:cubicBezTo>
                    <a:pt x="1173" y="161"/>
                    <a:pt x="846" y="0"/>
                    <a:pt x="55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"/>
            <p:cNvSpPr/>
            <p:nvPr/>
          </p:nvSpPr>
          <p:spPr>
            <a:xfrm>
              <a:off x="5206800" y="4565150"/>
              <a:ext cx="31375" cy="26675"/>
            </a:xfrm>
            <a:custGeom>
              <a:avLst/>
              <a:gdLst/>
              <a:ahLst/>
              <a:cxnLst/>
              <a:rect l="l" t="t" r="r" b="b"/>
              <a:pathLst>
                <a:path w="1255" h="1067" extrusionOk="0">
                  <a:moveTo>
                    <a:pt x="647" y="1"/>
                  </a:moveTo>
                  <a:cubicBezTo>
                    <a:pt x="83" y="1"/>
                    <a:pt x="1" y="1066"/>
                    <a:pt x="482" y="1066"/>
                  </a:cubicBezTo>
                  <a:cubicBezTo>
                    <a:pt x="525" y="1066"/>
                    <a:pt x="571" y="1058"/>
                    <a:pt x="622" y="1040"/>
                  </a:cubicBezTo>
                  <a:cubicBezTo>
                    <a:pt x="645" y="1029"/>
                    <a:pt x="668" y="1018"/>
                    <a:pt x="690" y="1006"/>
                  </a:cubicBezTo>
                  <a:cubicBezTo>
                    <a:pt x="1062" y="826"/>
                    <a:pt x="1254" y="36"/>
                    <a:pt x="679" y="2"/>
                  </a:cubicBezTo>
                  <a:cubicBezTo>
                    <a:pt x="668" y="1"/>
                    <a:pt x="657" y="1"/>
                    <a:pt x="647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"/>
            <p:cNvSpPr/>
            <p:nvPr/>
          </p:nvSpPr>
          <p:spPr>
            <a:xfrm>
              <a:off x="5185100" y="4665825"/>
              <a:ext cx="37475" cy="20925"/>
            </a:xfrm>
            <a:custGeom>
              <a:avLst/>
              <a:gdLst/>
              <a:ahLst/>
              <a:cxnLst/>
              <a:rect l="l" t="t" r="r" b="b"/>
              <a:pathLst>
                <a:path w="1499" h="837" extrusionOk="0">
                  <a:moveTo>
                    <a:pt x="744" y="0"/>
                  </a:moveTo>
                  <a:cubicBezTo>
                    <a:pt x="390" y="0"/>
                    <a:pt x="0" y="240"/>
                    <a:pt x="204" y="613"/>
                  </a:cubicBezTo>
                  <a:cubicBezTo>
                    <a:pt x="287" y="772"/>
                    <a:pt x="438" y="836"/>
                    <a:pt x="601" y="836"/>
                  </a:cubicBezTo>
                  <a:cubicBezTo>
                    <a:pt x="1014" y="836"/>
                    <a:pt x="1499" y="424"/>
                    <a:pt x="1118" y="116"/>
                  </a:cubicBezTo>
                  <a:cubicBezTo>
                    <a:pt x="1095" y="105"/>
                    <a:pt x="1073" y="94"/>
                    <a:pt x="1062" y="83"/>
                  </a:cubicBezTo>
                  <a:cubicBezTo>
                    <a:pt x="975" y="27"/>
                    <a:pt x="861" y="0"/>
                    <a:pt x="744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"/>
            <p:cNvSpPr/>
            <p:nvPr/>
          </p:nvSpPr>
          <p:spPr>
            <a:xfrm>
              <a:off x="5318825" y="4734175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740" y="0"/>
                  </a:moveTo>
                  <a:cubicBezTo>
                    <a:pt x="694" y="0"/>
                    <a:pt x="643" y="11"/>
                    <a:pt x="587" y="34"/>
                  </a:cubicBezTo>
                  <a:cubicBezTo>
                    <a:pt x="565" y="34"/>
                    <a:pt x="542" y="45"/>
                    <a:pt x="520" y="57"/>
                  </a:cubicBezTo>
                  <a:cubicBezTo>
                    <a:pt x="147" y="260"/>
                    <a:pt x="1" y="1061"/>
                    <a:pt x="565" y="1072"/>
                  </a:cubicBezTo>
                  <a:cubicBezTo>
                    <a:pt x="568" y="1072"/>
                    <a:pt x="570" y="1072"/>
                    <a:pt x="573" y="1072"/>
                  </a:cubicBezTo>
                  <a:cubicBezTo>
                    <a:pt x="1150" y="1072"/>
                    <a:pt x="1201" y="0"/>
                    <a:pt x="740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"/>
            <p:cNvSpPr/>
            <p:nvPr/>
          </p:nvSpPr>
          <p:spPr>
            <a:xfrm>
              <a:off x="5156850" y="4624625"/>
              <a:ext cx="29975" cy="27550"/>
            </a:xfrm>
            <a:custGeom>
              <a:avLst/>
              <a:gdLst/>
              <a:ahLst/>
              <a:cxnLst/>
              <a:rect l="l" t="t" r="r" b="b"/>
              <a:pathLst>
                <a:path w="1199" h="1102" extrusionOk="0">
                  <a:moveTo>
                    <a:pt x="447" y="0"/>
                  </a:moveTo>
                  <a:cubicBezTo>
                    <a:pt x="352" y="0"/>
                    <a:pt x="258" y="51"/>
                    <a:pt x="183" y="173"/>
                  </a:cubicBezTo>
                  <a:cubicBezTo>
                    <a:pt x="172" y="185"/>
                    <a:pt x="160" y="207"/>
                    <a:pt x="149" y="230"/>
                  </a:cubicBezTo>
                  <a:cubicBezTo>
                    <a:pt x="0" y="546"/>
                    <a:pt x="205" y="1102"/>
                    <a:pt x="541" y="1102"/>
                  </a:cubicBezTo>
                  <a:cubicBezTo>
                    <a:pt x="612" y="1102"/>
                    <a:pt x="689" y="1077"/>
                    <a:pt x="770" y="1020"/>
                  </a:cubicBezTo>
                  <a:cubicBezTo>
                    <a:pt x="1198" y="725"/>
                    <a:pt x="808" y="0"/>
                    <a:pt x="447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"/>
            <p:cNvSpPr/>
            <p:nvPr/>
          </p:nvSpPr>
          <p:spPr>
            <a:xfrm>
              <a:off x="5280775" y="4647125"/>
              <a:ext cx="29150" cy="26975"/>
            </a:xfrm>
            <a:custGeom>
              <a:avLst/>
              <a:gdLst/>
              <a:ahLst/>
              <a:cxnLst/>
              <a:rect l="l" t="t" r="r" b="b"/>
              <a:pathLst>
                <a:path w="1166" h="1079" extrusionOk="0">
                  <a:moveTo>
                    <a:pt x="706" y="1"/>
                  </a:moveTo>
                  <a:cubicBezTo>
                    <a:pt x="656" y="1"/>
                    <a:pt x="601" y="13"/>
                    <a:pt x="541" y="41"/>
                  </a:cubicBezTo>
                  <a:cubicBezTo>
                    <a:pt x="518" y="52"/>
                    <a:pt x="496" y="63"/>
                    <a:pt x="484" y="75"/>
                  </a:cubicBezTo>
                  <a:cubicBezTo>
                    <a:pt x="126" y="287"/>
                    <a:pt x="1" y="1079"/>
                    <a:pt x="552" y="1079"/>
                  </a:cubicBezTo>
                  <a:cubicBezTo>
                    <a:pt x="556" y="1079"/>
                    <a:pt x="559" y="1079"/>
                    <a:pt x="563" y="1079"/>
                  </a:cubicBezTo>
                  <a:cubicBezTo>
                    <a:pt x="1154" y="1069"/>
                    <a:pt x="1166" y="1"/>
                    <a:pt x="70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"/>
            <p:cNvSpPr/>
            <p:nvPr/>
          </p:nvSpPr>
          <p:spPr>
            <a:xfrm>
              <a:off x="5322500" y="4612075"/>
              <a:ext cx="30075" cy="27050"/>
            </a:xfrm>
            <a:custGeom>
              <a:avLst/>
              <a:gdLst/>
              <a:ahLst/>
              <a:cxnLst/>
              <a:rect l="l" t="t" r="r" b="b"/>
              <a:pathLst>
                <a:path w="1203" h="1082" extrusionOk="0">
                  <a:moveTo>
                    <a:pt x="735" y="1"/>
                  </a:moveTo>
                  <a:cubicBezTo>
                    <a:pt x="690" y="1"/>
                    <a:pt x="641" y="11"/>
                    <a:pt x="587" y="32"/>
                  </a:cubicBezTo>
                  <a:cubicBezTo>
                    <a:pt x="564" y="43"/>
                    <a:pt x="542" y="55"/>
                    <a:pt x="519" y="66"/>
                  </a:cubicBezTo>
                  <a:cubicBezTo>
                    <a:pt x="158" y="269"/>
                    <a:pt x="0" y="1059"/>
                    <a:pt x="564" y="1082"/>
                  </a:cubicBezTo>
                  <a:cubicBezTo>
                    <a:pt x="567" y="1082"/>
                    <a:pt x="570" y="1082"/>
                    <a:pt x="573" y="1082"/>
                  </a:cubicBezTo>
                  <a:cubicBezTo>
                    <a:pt x="1163" y="1082"/>
                    <a:pt x="1202" y="1"/>
                    <a:pt x="73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"/>
            <p:cNvSpPr/>
            <p:nvPr/>
          </p:nvSpPr>
          <p:spPr>
            <a:xfrm>
              <a:off x="5272775" y="4604350"/>
              <a:ext cx="37325" cy="25500"/>
            </a:xfrm>
            <a:custGeom>
              <a:avLst/>
              <a:gdLst/>
              <a:ahLst/>
              <a:cxnLst/>
              <a:rect l="l" t="t" r="r" b="b"/>
              <a:pathLst>
                <a:path w="1493" h="1020" extrusionOk="0">
                  <a:moveTo>
                    <a:pt x="811" y="0"/>
                  </a:moveTo>
                  <a:cubicBezTo>
                    <a:pt x="295" y="0"/>
                    <a:pt x="0" y="1019"/>
                    <a:pt x="578" y="1019"/>
                  </a:cubicBezTo>
                  <a:cubicBezTo>
                    <a:pt x="589" y="1019"/>
                    <a:pt x="601" y="1019"/>
                    <a:pt x="613" y="1018"/>
                  </a:cubicBezTo>
                  <a:cubicBezTo>
                    <a:pt x="635" y="1007"/>
                    <a:pt x="658" y="1007"/>
                    <a:pt x="680" y="1007"/>
                  </a:cubicBezTo>
                  <a:cubicBezTo>
                    <a:pt x="1098" y="928"/>
                    <a:pt x="1493" y="217"/>
                    <a:pt x="951" y="25"/>
                  </a:cubicBezTo>
                  <a:cubicBezTo>
                    <a:pt x="903" y="8"/>
                    <a:pt x="856" y="0"/>
                    <a:pt x="81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"/>
            <p:cNvSpPr/>
            <p:nvPr/>
          </p:nvSpPr>
          <p:spPr>
            <a:xfrm>
              <a:off x="5225350" y="4466450"/>
              <a:ext cx="30025" cy="27050"/>
            </a:xfrm>
            <a:custGeom>
              <a:avLst/>
              <a:gdLst/>
              <a:ahLst/>
              <a:cxnLst/>
              <a:rect l="l" t="t" r="r" b="b"/>
              <a:pathLst>
                <a:path w="1201" h="1082" extrusionOk="0">
                  <a:moveTo>
                    <a:pt x="628" y="1"/>
                  </a:moveTo>
                  <a:cubicBezTo>
                    <a:pt x="49" y="1"/>
                    <a:pt x="0" y="1081"/>
                    <a:pt x="467" y="1081"/>
                  </a:cubicBezTo>
                  <a:cubicBezTo>
                    <a:pt x="511" y="1081"/>
                    <a:pt x="560" y="1072"/>
                    <a:pt x="614" y="1050"/>
                  </a:cubicBezTo>
                  <a:cubicBezTo>
                    <a:pt x="636" y="1039"/>
                    <a:pt x="659" y="1028"/>
                    <a:pt x="682" y="1016"/>
                  </a:cubicBezTo>
                  <a:cubicBezTo>
                    <a:pt x="1054" y="813"/>
                    <a:pt x="1201" y="23"/>
                    <a:pt x="636" y="1"/>
                  </a:cubicBezTo>
                  <a:cubicBezTo>
                    <a:pt x="634" y="1"/>
                    <a:pt x="631" y="1"/>
                    <a:pt x="62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"/>
            <p:cNvSpPr/>
            <p:nvPr/>
          </p:nvSpPr>
          <p:spPr>
            <a:xfrm>
              <a:off x="5205425" y="4511425"/>
              <a:ext cx="31575" cy="20900"/>
            </a:xfrm>
            <a:custGeom>
              <a:avLst/>
              <a:gdLst/>
              <a:ahLst/>
              <a:cxnLst/>
              <a:rect l="l" t="t" r="r" b="b"/>
              <a:pathLst>
                <a:path w="1263" h="836" extrusionOk="0">
                  <a:moveTo>
                    <a:pt x="664" y="1"/>
                  </a:moveTo>
                  <a:cubicBezTo>
                    <a:pt x="328" y="1"/>
                    <a:pt x="1" y="206"/>
                    <a:pt x="192" y="537"/>
                  </a:cubicBezTo>
                  <a:cubicBezTo>
                    <a:pt x="203" y="560"/>
                    <a:pt x="215" y="571"/>
                    <a:pt x="237" y="594"/>
                  </a:cubicBezTo>
                  <a:cubicBezTo>
                    <a:pt x="349" y="747"/>
                    <a:pt x="577" y="835"/>
                    <a:pt x="785" y="835"/>
                  </a:cubicBezTo>
                  <a:cubicBezTo>
                    <a:pt x="1038" y="835"/>
                    <a:pt x="1262" y="705"/>
                    <a:pt x="1219" y="402"/>
                  </a:cubicBezTo>
                  <a:cubicBezTo>
                    <a:pt x="1185" y="122"/>
                    <a:pt x="922" y="1"/>
                    <a:pt x="664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"/>
            <p:cNvSpPr/>
            <p:nvPr/>
          </p:nvSpPr>
          <p:spPr>
            <a:xfrm>
              <a:off x="5451575" y="4706275"/>
              <a:ext cx="29350" cy="21500"/>
            </a:xfrm>
            <a:custGeom>
              <a:avLst/>
              <a:gdLst/>
              <a:ahLst/>
              <a:cxnLst/>
              <a:rect l="l" t="t" r="r" b="b"/>
              <a:pathLst>
                <a:path w="1174" h="860" extrusionOk="0">
                  <a:moveTo>
                    <a:pt x="552" y="1"/>
                  </a:moveTo>
                  <a:cubicBezTo>
                    <a:pt x="260" y="1"/>
                    <a:pt x="0" y="159"/>
                    <a:pt x="130" y="473"/>
                  </a:cubicBezTo>
                  <a:cubicBezTo>
                    <a:pt x="130" y="496"/>
                    <a:pt x="141" y="507"/>
                    <a:pt x="152" y="530"/>
                  </a:cubicBezTo>
                  <a:cubicBezTo>
                    <a:pt x="259" y="726"/>
                    <a:pt x="532" y="859"/>
                    <a:pt x="768" y="859"/>
                  </a:cubicBezTo>
                  <a:cubicBezTo>
                    <a:pt x="980" y="859"/>
                    <a:pt x="1162" y="751"/>
                    <a:pt x="1168" y="484"/>
                  </a:cubicBezTo>
                  <a:cubicBezTo>
                    <a:pt x="1173" y="161"/>
                    <a:pt x="846" y="1"/>
                    <a:pt x="55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"/>
            <p:cNvSpPr/>
            <p:nvPr/>
          </p:nvSpPr>
          <p:spPr>
            <a:xfrm>
              <a:off x="5235400" y="4528125"/>
              <a:ext cx="28575" cy="23800"/>
            </a:xfrm>
            <a:custGeom>
              <a:avLst/>
              <a:gdLst/>
              <a:ahLst/>
              <a:cxnLst/>
              <a:rect l="l" t="t" r="r" b="b"/>
              <a:pathLst>
                <a:path w="1143" h="952" extrusionOk="0">
                  <a:moveTo>
                    <a:pt x="486" y="0"/>
                  </a:moveTo>
                  <a:cubicBezTo>
                    <a:pt x="342" y="0"/>
                    <a:pt x="211" y="75"/>
                    <a:pt x="144" y="264"/>
                  </a:cubicBezTo>
                  <a:cubicBezTo>
                    <a:pt x="1" y="644"/>
                    <a:pt x="454" y="951"/>
                    <a:pt x="792" y="951"/>
                  </a:cubicBezTo>
                  <a:cubicBezTo>
                    <a:pt x="986" y="951"/>
                    <a:pt x="1142" y="850"/>
                    <a:pt x="1126" y="603"/>
                  </a:cubicBezTo>
                  <a:cubicBezTo>
                    <a:pt x="1126" y="580"/>
                    <a:pt x="1126" y="547"/>
                    <a:pt x="1126" y="524"/>
                  </a:cubicBezTo>
                  <a:cubicBezTo>
                    <a:pt x="1075" y="260"/>
                    <a:pt x="756" y="0"/>
                    <a:pt x="48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"/>
            <p:cNvSpPr/>
            <p:nvPr/>
          </p:nvSpPr>
          <p:spPr>
            <a:xfrm>
              <a:off x="5383700" y="4641050"/>
              <a:ext cx="31350" cy="26650"/>
            </a:xfrm>
            <a:custGeom>
              <a:avLst/>
              <a:gdLst/>
              <a:ahLst/>
              <a:cxnLst/>
              <a:rect l="l" t="t" r="r" b="b"/>
              <a:pathLst>
                <a:path w="1254" h="1066" extrusionOk="0">
                  <a:moveTo>
                    <a:pt x="656" y="0"/>
                  </a:moveTo>
                  <a:cubicBezTo>
                    <a:pt x="83" y="0"/>
                    <a:pt x="0" y="1066"/>
                    <a:pt x="481" y="1066"/>
                  </a:cubicBezTo>
                  <a:cubicBezTo>
                    <a:pt x="524" y="1066"/>
                    <a:pt x="570" y="1058"/>
                    <a:pt x="622" y="1040"/>
                  </a:cubicBezTo>
                  <a:cubicBezTo>
                    <a:pt x="644" y="1028"/>
                    <a:pt x="667" y="1017"/>
                    <a:pt x="689" y="1017"/>
                  </a:cubicBezTo>
                  <a:cubicBezTo>
                    <a:pt x="1062" y="825"/>
                    <a:pt x="1254" y="35"/>
                    <a:pt x="689" y="2"/>
                  </a:cubicBezTo>
                  <a:cubicBezTo>
                    <a:pt x="678" y="1"/>
                    <a:pt x="667" y="0"/>
                    <a:pt x="65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"/>
            <p:cNvSpPr/>
            <p:nvPr/>
          </p:nvSpPr>
          <p:spPr>
            <a:xfrm>
              <a:off x="5247375" y="4647625"/>
              <a:ext cx="30125" cy="27550"/>
            </a:xfrm>
            <a:custGeom>
              <a:avLst/>
              <a:gdLst/>
              <a:ahLst/>
              <a:cxnLst/>
              <a:rect l="l" t="t" r="r" b="b"/>
              <a:pathLst>
                <a:path w="1205" h="1102" extrusionOk="0">
                  <a:moveTo>
                    <a:pt x="442" y="1"/>
                  </a:moveTo>
                  <a:cubicBezTo>
                    <a:pt x="349" y="1"/>
                    <a:pt x="258" y="50"/>
                    <a:pt x="184" y="167"/>
                  </a:cubicBezTo>
                  <a:cubicBezTo>
                    <a:pt x="173" y="190"/>
                    <a:pt x="162" y="201"/>
                    <a:pt x="150" y="224"/>
                  </a:cubicBezTo>
                  <a:cubicBezTo>
                    <a:pt x="0" y="542"/>
                    <a:pt x="216" y="1102"/>
                    <a:pt x="558" y="1102"/>
                  </a:cubicBezTo>
                  <a:cubicBezTo>
                    <a:pt x="628" y="1102"/>
                    <a:pt x="704" y="1079"/>
                    <a:pt x="782" y="1025"/>
                  </a:cubicBezTo>
                  <a:cubicBezTo>
                    <a:pt x="1204" y="738"/>
                    <a:pt x="805" y="1"/>
                    <a:pt x="44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"/>
            <p:cNvSpPr/>
            <p:nvPr/>
          </p:nvSpPr>
          <p:spPr>
            <a:xfrm>
              <a:off x="5316850" y="4587700"/>
              <a:ext cx="29250" cy="21925"/>
            </a:xfrm>
            <a:custGeom>
              <a:avLst/>
              <a:gdLst/>
              <a:ahLst/>
              <a:cxnLst/>
              <a:rect l="l" t="t" r="r" b="b"/>
              <a:pathLst>
                <a:path w="1170" h="877" extrusionOk="0">
                  <a:moveTo>
                    <a:pt x="515" y="0"/>
                  </a:moveTo>
                  <a:cubicBezTo>
                    <a:pt x="238" y="0"/>
                    <a:pt x="1" y="148"/>
                    <a:pt x="113" y="454"/>
                  </a:cubicBezTo>
                  <a:cubicBezTo>
                    <a:pt x="113" y="477"/>
                    <a:pt x="125" y="499"/>
                    <a:pt x="136" y="522"/>
                  </a:cubicBezTo>
                  <a:cubicBezTo>
                    <a:pt x="235" y="727"/>
                    <a:pt x="522" y="877"/>
                    <a:pt x="766" y="877"/>
                  </a:cubicBezTo>
                  <a:cubicBezTo>
                    <a:pt x="966" y="877"/>
                    <a:pt x="1136" y="776"/>
                    <a:pt x="1152" y="522"/>
                  </a:cubicBezTo>
                  <a:cubicBezTo>
                    <a:pt x="1169" y="179"/>
                    <a:pt x="819" y="0"/>
                    <a:pt x="515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"/>
            <p:cNvSpPr/>
            <p:nvPr/>
          </p:nvSpPr>
          <p:spPr>
            <a:xfrm>
              <a:off x="5300925" y="4531375"/>
              <a:ext cx="30150" cy="27450"/>
            </a:xfrm>
            <a:custGeom>
              <a:avLst/>
              <a:gdLst/>
              <a:ahLst/>
              <a:cxnLst/>
              <a:rect l="l" t="t" r="r" b="b"/>
              <a:pathLst>
                <a:path w="1206" h="1098" extrusionOk="0">
                  <a:moveTo>
                    <a:pt x="647" y="1"/>
                  </a:moveTo>
                  <a:cubicBezTo>
                    <a:pt x="577" y="1"/>
                    <a:pt x="502" y="24"/>
                    <a:pt x="423" y="78"/>
                  </a:cubicBezTo>
                  <a:cubicBezTo>
                    <a:pt x="1" y="366"/>
                    <a:pt x="395" y="1098"/>
                    <a:pt x="755" y="1098"/>
                  </a:cubicBezTo>
                  <a:cubicBezTo>
                    <a:pt x="847" y="1098"/>
                    <a:pt x="937" y="1050"/>
                    <a:pt x="1010" y="936"/>
                  </a:cubicBezTo>
                  <a:cubicBezTo>
                    <a:pt x="1033" y="913"/>
                    <a:pt x="1033" y="890"/>
                    <a:pt x="1055" y="879"/>
                  </a:cubicBezTo>
                  <a:cubicBezTo>
                    <a:pt x="1205" y="561"/>
                    <a:pt x="989" y="1"/>
                    <a:pt x="647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"/>
            <p:cNvSpPr/>
            <p:nvPr/>
          </p:nvSpPr>
          <p:spPr>
            <a:xfrm>
              <a:off x="5179025" y="4558700"/>
              <a:ext cx="30100" cy="27050"/>
            </a:xfrm>
            <a:custGeom>
              <a:avLst/>
              <a:gdLst/>
              <a:ahLst/>
              <a:cxnLst/>
              <a:rect l="l" t="t" r="r" b="b"/>
              <a:pathLst>
                <a:path w="1204" h="1082" extrusionOk="0">
                  <a:moveTo>
                    <a:pt x="630" y="1"/>
                  </a:moveTo>
                  <a:cubicBezTo>
                    <a:pt x="41" y="1"/>
                    <a:pt x="1" y="1081"/>
                    <a:pt x="469" y="1081"/>
                  </a:cubicBezTo>
                  <a:cubicBezTo>
                    <a:pt x="513" y="1081"/>
                    <a:pt x="562" y="1072"/>
                    <a:pt x="616" y="1050"/>
                  </a:cubicBezTo>
                  <a:cubicBezTo>
                    <a:pt x="639" y="1039"/>
                    <a:pt x="661" y="1027"/>
                    <a:pt x="684" y="1016"/>
                  </a:cubicBezTo>
                  <a:cubicBezTo>
                    <a:pt x="1056" y="813"/>
                    <a:pt x="1203" y="23"/>
                    <a:pt x="639" y="1"/>
                  </a:cubicBezTo>
                  <a:cubicBezTo>
                    <a:pt x="636" y="1"/>
                    <a:pt x="633" y="1"/>
                    <a:pt x="63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"/>
            <p:cNvSpPr/>
            <p:nvPr/>
          </p:nvSpPr>
          <p:spPr>
            <a:xfrm>
              <a:off x="7059425" y="4174200"/>
              <a:ext cx="240925" cy="114825"/>
            </a:xfrm>
            <a:custGeom>
              <a:avLst/>
              <a:gdLst/>
              <a:ahLst/>
              <a:cxnLst/>
              <a:rect l="l" t="t" r="r" b="b"/>
              <a:pathLst>
                <a:path w="9637" h="4593" extrusionOk="0">
                  <a:moveTo>
                    <a:pt x="9637" y="0"/>
                  </a:moveTo>
                  <a:cubicBezTo>
                    <a:pt x="6071" y="102"/>
                    <a:pt x="1614" y="1817"/>
                    <a:pt x="0" y="4593"/>
                  </a:cubicBezTo>
                  <a:cubicBezTo>
                    <a:pt x="3081" y="3024"/>
                    <a:pt x="6410" y="2584"/>
                    <a:pt x="9637" y="1885"/>
                  </a:cubicBezTo>
                  <a:lnTo>
                    <a:pt x="9637" y="0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"/>
            <p:cNvSpPr/>
            <p:nvPr/>
          </p:nvSpPr>
          <p:spPr>
            <a:xfrm>
              <a:off x="7252100" y="4022600"/>
              <a:ext cx="48250" cy="26925"/>
            </a:xfrm>
            <a:custGeom>
              <a:avLst/>
              <a:gdLst/>
              <a:ahLst/>
              <a:cxnLst/>
              <a:rect l="l" t="t" r="r" b="b"/>
              <a:pathLst>
                <a:path w="1930" h="1077" extrusionOk="0">
                  <a:moveTo>
                    <a:pt x="598" y="0"/>
                  </a:moveTo>
                  <a:cubicBezTo>
                    <a:pt x="399" y="0"/>
                    <a:pt x="199" y="6"/>
                    <a:pt x="0" y="16"/>
                  </a:cubicBezTo>
                  <a:cubicBezTo>
                    <a:pt x="621" y="377"/>
                    <a:pt x="1264" y="727"/>
                    <a:pt x="1930" y="1077"/>
                  </a:cubicBezTo>
                  <a:lnTo>
                    <a:pt x="1930" y="72"/>
                  </a:lnTo>
                  <a:cubicBezTo>
                    <a:pt x="1486" y="26"/>
                    <a:pt x="1042" y="0"/>
                    <a:pt x="598" y="0"/>
                  </a:cubicBez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"/>
            <p:cNvSpPr/>
            <p:nvPr/>
          </p:nvSpPr>
          <p:spPr>
            <a:xfrm>
              <a:off x="7163525" y="4094925"/>
              <a:ext cx="136825" cy="47975"/>
            </a:xfrm>
            <a:custGeom>
              <a:avLst/>
              <a:gdLst/>
              <a:ahLst/>
              <a:cxnLst/>
              <a:rect l="l" t="t" r="r" b="b"/>
              <a:pathLst>
                <a:path w="5473" h="1919" extrusionOk="0">
                  <a:moveTo>
                    <a:pt x="5473" y="0"/>
                  </a:moveTo>
                  <a:cubicBezTo>
                    <a:pt x="3577" y="12"/>
                    <a:pt x="1862" y="756"/>
                    <a:pt x="0" y="1445"/>
                  </a:cubicBezTo>
                  <a:cubicBezTo>
                    <a:pt x="1772" y="1828"/>
                    <a:pt x="3634" y="1761"/>
                    <a:pt x="5473" y="1919"/>
                  </a:cubicBezTo>
                  <a:lnTo>
                    <a:pt x="5473" y="0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"/>
            <p:cNvSpPr/>
            <p:nvPr/>
          </p:nvSpPr>
          <p:spPr>
            <a:xfrm>
              <a:off x="7107950" y="4246975"/>
              <a:ext cx="192400" cy="168150"/>
            </a:xfrm>
            <a:custGeom>
              <a:avLst/>
              <a:gdLst/>
              <a:ahLst/>
              <a:cxnLst/>
              <a:rect l="l" t="t" r="r" b="b"/>
              <a:pathLst>
                <a:path w="7696" h="6726" extrusionOk="0">
                  <a:moveTo>
                    <a:pt x="7696" y="1"/>
                  </a:moveTo>
                  <a:lnTo>
                    <a:pt x="7425" y="147"/>
                  </a:lnTo>
                  <a:cubicBezTo>
                    <a:pt x="4604" y="1592"/>
                    <a:pt x="1286" y="3645"/>
                    <a:pt x="0" y="6726"/>
                  </a:cubicBezTo>
                  <a:cubicBezTo>
                    <a:pt x="2652" y="5225"/>
                    <a:pt x="4965" y="3250"/>
                    <a:pt x="7696" y="1783"/>
                  </a:cubicBezTo>
                  <a:lnTo>
                    <a:pt x="7696" y="1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"/>
            <p:cNvSpPr/>
            <p:nvPr/>
          </p:nvSpPr>
          <p:spPr>
            <a:xfrm>
              <a:off x="7265625" y="4509325"/>
              <a:ext cx="34725" cy="72825"/>
            </a:xfrm>
            <a:custGeom>
              <a:avLst/>
              <a:gdLst/>
              <a:ahLst/>
              <a:cxnLst/>
              <a:rect l="l" t="t" r="r" b="b"/>
              <a:pathLst>
                <a:path w="1389" h="2913" extrusionOk="0">
                  <a:moveTo>
                    <a:pt x="1389" y="1"/>
                  </a:moveTo>
                  <a:cubicBezTo>
                    <a:pt x="813" y="915"/>
                    <a:pt x="351" y="1885"/>
                    <a:pt x="1" y="2912"/>
                  </a:cubicBezTo>
                  <a:cubicBezTo>
                    <a:pt x="441" y="2472"/>
                    <a:pt x="904" y="2032"/>
                    <a:pt x="1389" y="1614"/>
                  </a:cubicBezTo>
                  <a:lnTo>
                    <a:pt x="1389" y="1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"/>
            <p:cNvSpPr/>
            <p:nvPr/>
          </p:nvSpPr>
          <p:spPr>
            <a:xfrm>
              <a:off x="7170850" y="4355575"/>
              <a:ext cx="129500" cy="138550"/>
            </a:xfrm>
            <a:custGeom>
              <a:avLst/>
              <a:gdLst/>
              <a:ahLst/>
              <a:cxnLst/>
              <a:rect l="l" t="t" r="r" b="b"/>
              <a:pathLst>
                <a:path w="5180" h="5542" extrusionOk="0">
                  <a:moveTo>
                    <a:pt x="5180" y="1"/>
                  </a:moveTo>
                  <a:cubicBezTo>
                    <a:pt x="3273" y="1558"/>
                    <a:pt x="1783" y="3409"/>
                    <a:pt x="0" y="5542"/>
                  </a:cubicBezTo>
                  <a:cubicBezTo>
                    <a:pt x="1704" y="4255"/>
                    <a:pt x="3408" y="2969"/>
                    <a:pt x="5180" y="1750"/>
                  </a:cubicBezTo>
                  <a:lnTo>
                    <a:pt x="5180" y="1"/>
                  </a:lnTo>
                  <a:close/>
                </a:path>
              </a:pathLst>
            </a:custGeom>
            <a:solidFill>
              <a:srgbClr val="569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"/>
            <p:cNvSpPr/>
            <p:nvPr/>
          </p:nvSpPr>
          <p:spPr>
            <a:xfrm>
              <a:off x="7188900" y="2628825"/>
              <a:ext cx="124150" cy="202025"/>
            </a:xfrm>
            <a:custGeom>
              <a:avLst/>
              <a:gdLst/>
              <a:ahLst/>
              <a:cxnLst/>
              <a:rect l="l" t="t" r="r" b="b"/>
              <a:pathLst>
                <a:path w="4966" h="8081" extrusionOk="0">
                  <a:moveTo>
                    <a:pt x="4966" y="1"/>
                  </a:moveTo>
                  <a:cubicBezTo>
                    <a:pt x="3149" y="1772"/>
                    <a:pt x="1490" y="3713"/>
                    <a:pt x="1" y="5767"/>
                  </a:cubicBezTo>
                  <a:lnTo>
                    <a:pt x="4966" y="8080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E7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"/>
            <p:cNvSpPr/>
            <p:nvPr/>
          </p:nvSpPr>
          <p:spPr>
            <a:xfrm>
              <a:off x="7055750" y="2635025"/>
              <a:ext cx="238400" cy="193275"/>
            </a:xfrm>
            <a:custGeom>
              <a:avLst/>
              <a:gdLst/>
              <a:ahLst/>
              <a:cxnLst/>
              <a:rect l="l" t="t" r="r" b="b"/>
              <a:pathLst>
                <a:path w="9536" h="7731" extrusionOk="0">
                  <a:moveTo>
                    <a:pt x="8193" y="1"/>
                  </a:moveTo>
                  <a:lnTo>
                    <a:pt x="711" y="3375"/>
                  </a:lnTo>
                  <a:lnTo>
                    <a:pt x="0" y="5959"/>
                  </a:lnTo>
                  <a:lnTo>
                    <a:pt x="4593" y="7731"/>
                  </a:lnTo>
                  <a:lnTo>
                    <a:pt x="5541" y="4740"/>
                  </a:lnTo>
                  <a:lnTo>
                    <a:pt x="9536" y="418"/>
                  </a:lnTo>
                  <a:lnTo>
                    <a:pt x="8193" y="1"/>
                  </a:lnTo>
                  <a:close/>
                </a:path>
              </a:pathLst>
            </a:custGeom>
            <a:solidFill>
              <a:srgbClr val="E3E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"/>
            <p:cNvSpPr/>
            <p:nvPr/>
          </p:nvSpPr>
          <p:spPr>
            <a:xfrm>
              <a:off x="7170575" y="2645475"/>
              <a:ext cx="142475" cy="237550"/>
            </a:xfrm>
            <a:custGeom>
              <a:avLst/>
              <a:gdLst/>
              <a:ahLst/>
              <a:cxnLst/>
              <a:rect l="l" t="t" r="r" b="b"/>
              <a:pathLst>
                <a:path w="5699" h="9502" extrusionOk="0">
                  <a:moveTo>
                    <a:pt x="4943" y="0"/>
                  </a:moveTo>
                  <a:lnTo>
                    <a:pt x="948" y="4322"/>
                  </a:lnTo>
                  <a:lnTo>
                    <a:pt x="0" y="7313"/>
                  </a:lnTo>
                  <a:lnTo>
                    <a:pt x="5699" y="9502"/>
                  </a:lnTo>
                  <a:lnTo>
                    <a:pt x="5699" y="237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D939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"/>
            <p:cNvSpPr/>
            <p:nvPr/>
          </p:nvSpPr>
          <p:spPr>
            <a:xfrm>
              <a:off x="7254000" y="2752750"/>
              <a:ext cx="28375" cy="23425"/>
            </a:xfrm>
            <a:custGeom>
              <a:avLst/>
              <a:gdLst/>
              <a:ahLst/>
              <a:cxnLst/>
              <a:rect l="l" t="t" r="r" b="b"/>
              <a:pathLst>
                <a:path w="1135" h="937" extrusionOk="0">
                  <a:moveTo>
                    <a:pt x="359" y="0"/>
                  </a:moveTo>
                  <a:cubicBezTo>
                    <a:pt x="160" y="0"/>
                    <a:pt x="0" y="105"/>
                    <a:pt x="26" y="359"/>
                  </a:cubicBezTo>
                  <a:cubicBezTo>
                    <a:pt x="26" y="381"/>
                    <a:pt x="26" y="404"/>
                    <a:pt x="26" y="426"/>
                  </a:cubicBezTo>
                  <a:cubicBezTo>
                    <a:pt x="84" y="689"/>
                    <a:pt x="401" y="937"/>
                    <a:pt x="667" y="937"/>
                  </a:cubicBezTo>
                  <a:cubicBezTo>
                    <a:pt x="813" y="937"/>
                    <a:pt x="944" y="862"/>
                    <a:pt x="1008" y="674"/>
                  </a:cubicBezTo>
                  <a:cubicBezTo>
                    <a:pt x="1135" y="293"/>
                    <a:pt x="692" y="0"/>
                    <a:pt x="359" y="0"/>
                  </a:cubicBezTo>
                  <a:close/>
                </a:path>
              </a:pathLst>
            </a:custGeom>
            <a:solidFill>
              <a:srgbClr val="7A6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"/>
            <p:cNvSpPr/>
            <p:nvPr/>
          </p:nvSpPr>
          <p:spPr>
            <a:xfrm>
              <a:off x="7055750" y="2635025"/>
              <a:ext cx="238400" cy="193275"/>
            </a:xfrm>
            <a:custGeom>
              <a:avLst/>
              <a:gdLst/>
              <a:ahLst/>
              <a:cxnLst/>
              <a:rect l="l" t="t" r="r" b="b"/>
              <a:pathLst>
                <a:path w="9536" h="7731" extrusionOk="0">
                  <a:moveTo>
                    <a:pt x="8193" y="1"/>
                  </a:moveTo>
                  <a:lnTo>
                    <a:pt x="711" y="3375"/>
                  </a:lnTo>
                  <a:lnTo>
                    <a:pt x="0" y="5959"/>
                  </a:lnTo>
                  <a:lnTo>
                    <a:pt x="4593" y="7731"/>
                  </a:lnTo>
                  <a:lnTo>
                    <a:pt x="5541" y="4740"/>
                  </a:lnTo>
                  <a:lnTo>
                    <a:pt x="9536" y="418"/>
                  </a:lnTo>
                  <a:lnTo>
                    <a:pt x="8193" y="1"/>
                  </a:lnTo>
                  <a:close/>
                </a:path>
              </a:pathLst>
            </a:custGeom>
            <a:solidFill>
              <a:srgbClr val="E3E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"/>
            <p:cNvSpPr/>
            <p:nvPr/>
          </p:nvSpPr>
          <p:spPr>
            <a:xfrm>
              <a:off x="7073250" y="2474800"/>
              <a:ext cx="239800" cy="244600"/>
            </a:xfrm>
            <a:custGeom>
              <a:avLst/>
              <a:gdLst/>
              <a:ahLst/>
              <a:cxnLst/>
              <a:rect l="l" t="t" r="r" b="b"/>
              <a:pathLst>
                <a:path w="9592" h="9784" extrusionOk="0">
                  <a:moveTo>
                    <a:pt x="9592" y="1"/>
                  </a:moveTo>
                  <a:cubicBezTo>
                    <a:pt x="9321" y="181"/>
                    <a:pt x="9073" y="373"/>
                    <a:pt x="8813" y="553"/>
                  </a:cubicBezTo>
                  <a:cubicBezTo>
                    <a:pt x="7854" y="1264"/>
                    <a:pt x="6951" y="1975"/>
                    <a:pt x="6127" y="2697"/>
                  </a:cubicBezTo>
                  <a:cubicBezTo>
                    <a:pt x="5304" y="3408"/>
                    <a:pt x="4559" y="4119"/>
                    <a:pt x="3904" y="4808"/>
                  </a:cubicBezTo>
                  <a:cubicBezTo>
                    <a:pt x="3250" y="5496"/>
                    <a:pt x="2674" y="6150"/>
                    <a:pt x="2189" y="6748"/>
                  </a:cubicBezTo>
                  <a:lnTo>
                    <a:pt x="1512" y="7595"/>
                  </a:lnTo>
                  <a:lnTo>
                    <a:pt x="971" y="8340"/>
                  </a:lnTo>
                  <a:cubicBezTo>
                    <a:pt x="643" y="8780"/>
                    <a:pt x="429" y="9163"/>
                    <a:pt x="260" y="9400"/>
                  </a:cubicBezTo>
                  <a:cubicBezTo>
                    <a:pt x="90" y="9649"/>
                    <a:pt x="0" y="9784"/>
                    <a:pt x="0" y="9784"/>
                  </a:cubicBezTo>
                  <a:lnTo>
                    <a:pt x="271" y="9412"/>
                  </a:lnTo>
                  <a:cubicBezTo>
                    <a:pt x="451" y="9175"/>
                    <a:pt x="688" y="8813"/>
                    <a:pt x="1027" y="8385"/>
                  </a:cubicBezTo>
                  <a:cubicBezTo>
                    <a:pt x="1208" y="8159"/>
                    <a:pt x="1388" y="7922"/>
                    <a:pt x="1591" y="7662"/>
                  </a:cubicBezTo>
                  <a:lnTo>
                    <a:pt x="2302" y="6839"/>
                  </a:lnTo>
                  <a:cubicBezTo>
                    <a:pt x="2810" y="6263"/>
                    <a:pt x="3397" y="5620"/>
                    <a:pt x="4074" y="4966"/>
                  </a:cubicBezTo>
                  <a:cubicBezTo>
                    <a:pt x="4739" y="4300"/>
                    <a:pt x="5496" y="3611"/>
                    <a:pt x="6331" y="2912"/>
                  </a:cubicBezTo>
                  <a:cubicBezTo>
                    <a:pt x="7154" y="2212"/>
                    <a:pt x="8057" y="1513"/>
                    <a:pt x="9027" y="836"/>
                  </a:cubicBezTo>
                  <a:lnTo>
                    <a:pt x="9592" y="452"/>
                  </a:lnTo>
                  <a:lnTo>
                    <a:pt x="9592" y="1"/>
                  </a:lnTo>
                  <a:close/>
                </a:path>
              </a:pathLst>
            </a:custGeom>
            <a:solidFill>
              <a:srgbClr val="BFD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"/>
            <p:cNvSpPr/>
            <p:nvPr/>
          </p:nvSpPr>
          <p:spPr>
            <a:xfrm>
              <a:off x="7073525" y="2480450"/>
              <a:ext cx="239525" cy="292550"/>
            </a:xfrm>
            <a:custGeom>
              <a:avLst/>
              <a:gdLst/>
              <a:ahLst/>
              <a:cxnLst/>
              <a:rect l="l" t="t" r="r" b="b"/>
              <a:pathLst>
                <a:path w="9581" h="11702" extrusionOk="0">
                  <a:moveTo>
                    <a:pt x="9581" y="0"/>
                  </a:moveTo>
                  <a:cubicBezTo>
                    <a:pt x="6116" y="2381"/>
                    <a:pt x="2641" y="5518"/>
                    <a:pt x="0" y="9558"/>
                  </a:cubicBezTo>
                  <a:lnTo>
                    <a:pt x="4616" y="11702"/>
                  </a:lnTo>
                  <a:cubicBezTo>
                    <a:pt x="6105" y="9648"/>
                    <a:pt x="7764" y="7707"/>
                    <a:pt x="9581" y="5936"/>
                  </a:cubicBezTo>
                  <a:lnTo>
                    <a:pt x="9581" y="0"/>
                  </a:lnTo>
                  <a:close/>
                </a:path>
              </a:pathLst>
            </a:custGeom>
            <a:solidFill>
              <a:srgbClr val="EFF4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"/>
            <p:cNvSpPr/>
            <p:nvPr/>
          </p:nvSpPr>
          <p:spPr>
            <a:xfrm>
              <a:off x="7188900" y="2628825"/>
              <a:ext cx="124150" cy="202025"/>
            </a:xfrm>
            <a:custGeom>
              <a:avLst/>
              <a:gdLst/>
              <a:ahLst/>
              <a:cxnLst/>
              <a:rect l="l" t="t" r="r" b="b"/>
              <a:pathLst>
                <a:path w="4966" h="8081" extrusionOk="0">
                  <a:moveTo>
                    <a:pt x="4966" y="1"/>
                  </a:moveTo>
                  <a:cubicBezTo>
                    <a:pt x="3149" y="1772"/>
                    <a:pt x="1490" y="3713"/>
                    <a:pt x="1" y="5767"/>
                  </a:cubicBezTo>
                  <a:lnTo>
                    <a:pt x="4966" y="8080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E97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"/>
            <p:cNvSpPr/>
            <p:nvPr/>
          </p:nvSpPr>
          <p:spPr>
            <a:xfrm>
              <a:off x="6855175" y="851300"/>
              <a:ext cx="454200" cy="946750"/>
            </a:xfrm>
            <a:custGeom>
              <a:avLst/>
              <a:gdLst/>
              <a:ahLst/>
              <a:cxnLst/>
              <a:rect l="l" t="t" r="r" b="b"/>
              <a:pathLst>
                <a:path w="18168" h="37870" extrusionOk="0">
                  <a:moveTo>
                    <a:pt x="2122" y="0"/>
                  </a:moveTo>
                  <a:cubicBezTo>
                    <a:pt x="1885" y="2167"/>
                    <a:pt x="1535" y="4311"/>
                    <a:pt x="1039" y="6421"/>
                  </a:cubicBezTo>
                  <a:cubicBezTo>
                    <a:pt x="0" y="10720"/>
                    <a:pt x="1490" y="16915"/>
                    <a:pt x="3634" y="20549"/>
                  </a:cubicBezTo>
                  <a:cubicBezTo>
                    <a:pt x="6015" y="24577"/>
                    <a:pt x="5518" y="23968"/>
                    <a:pt x="7933" y="28030"/>
                  </a:cubicBezTo>
                  <a:cubicBezTo>
                    <a:pt x="10935" y="33085"/>
                    <a:pt x="13835" y="35827"/>
                    <a:pt x="16757" y="37238"/>
                  </a:cubicBezTo>
                  <a:cubicBezTo>
                    <a:pt x="17288" y="37486"/>
                    <a:pt x="17750" y="37701"/>
                    <a:pt x="18168" y="37870"/>
                  </a:cubicBezTo>
                  <a:lnTo>
                    <a:pt x="18168" y="0"/>
                  </a:lnTo>
                  <a:close/>
                </a:path>
              </a:pathLst>
            </a:custGeom>
            <a:solidFill>
              <a:srgbClr val="FF9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"/>
            <p:cNvSpPr/>
            <p:nvPr/>
          </p:nvSpPr>
          <p:spPr>
            <a:xfrm>
              <a:off x="7305825" y="916700"/>
              <a:ext cx="11450" cy="10650"/>
            </a:xfrm>
            <a:custGeom>
              <a:avLst/>
              <a:gdLst/>
              <a:ahLst/>
              <a:cxnLst/>
              <a:rect l="l" t="t" r="r" b="b"/>
              <a:pathLst>
                <a:path w="458" h="426" extrusionOk="0">
                  <a:moveTo>
                    <a:pt x="267" y="0"/>
                  </a:moveTo>
                  <a:cubicBezTo>
                    <a:pt x="123" y="0"/>
                    <a:pt x="0" y="324"/>
                    <a:pt x="187" y="408"/>
                  </a:cubicBezTo>
                  <a:cubicBezTo>
                    <a:pt x="212" y="420"/>
                    <a:pt x="235" y="425"/>
                    <a:pt x="256" y="425"/>
                  </a:cubicBezTo>
                  <a:cubicBezTo>
                    <a:pt x="399" y="425"/>
                    <a:pt x="458" y="188"/>
                    <a:pt x="379" y="70"/>
                  </a:cubicBezTo>
                  <a:lnTo>
                    <a:pt x="356" y="47"/>
                  </a:lnTo>
                  <a:cubicBezTo>
                    <a:pt x="327" y="14"/>
                    <a:pt x="296" y="0"/>
                    <a:pt x="267" y="0"/>
                  </a:cubicBezTo>
                  <a:close/>
                </a:path>
              </a:pathLst>
            </a:custGeom>
            <a:solidFill>
              <a:srgbClr val="EAD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"/>
            <p:cNvSpPr/>
            <p:nvPr/>
          </p:nvSpPr>
          <p:spPr>
            <a:xfrm>
              <a:off x="7295825" y="898575"/>
              <a:ext cx="10750" cy="8500"/>
            </a:xfrm>
            <a:custGeom>
              <a:avLst/>
              <a:gdLst/>
              <a:ahLst/>
              <a:cxnLst/>
              <a:rect l="l" t="t" r="r" b="b"/>
              <a:pathLst>
                <a:path w="430" h="340" extrusionOk="0">
                  <a:moveTo>
                    <a:pt x="273" y="1"/>
                  </a:moveTo>
                  <a:cubicBezTo>
                    <a:pt x="236" y="1"/>
                    <a:pt x="203" y="11"/>
                    <a:pt x="170" y="28"/>
                  </a:cubicBezTo>
                  <a:cubicBezTo>
                    <a:pt x="102" y="61"/>
                    <a:pt x="0" y="140"/>
                    <a:pt x="23" y="242"/>
                  </a:cubicBezTo>
                  <a:cubicBezTo>
                    <a:pt x="37" y="312"/>
                    <a:pt x="86" y="340"/>
                    <a:pt x="144" y="340"/>
                  </a:cubicBezTo>
                  <a:cubicBezTo>
                    <a:pt x="224" y="340"/>
                    <a:pt x="322" y="285"/>
                    <a:pt x="361" y="219"/>
                  </a:cubicBezTo>
                  <a:cubicBezTo>
                    <a:pt x="429" y="118"/>
                    <a:pt x="384" y="28"/>
                    <a:pt x="316" y="5"/>
                  </a:cubicBezTo>
                  <a:cubicBezTo>
                    <a:pt x="301" y="2"/>
                    <a:pt x="287" y="1"/>
                    <a:pt x="273" y="1"/>
                  </a:cubicBezTo>
                  <a:close/>
                </a:path>
              </a:pathLst>
            </a:custGeom>
            <a:solidFill>
              <a:srgbClr val="EAD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"/>
            <p:cNvSpPr/>
            <p:nvPr/>
          </p:nvSpPr>
          <p:spPr>
            <a:xfrm>
              <a:off x="7301675" y="960300"/>
              <a:ext cx="14800" cy="8425"/>
            </a:xfrm>
            <a:custGeom>
              <a:avLst/>
              <a:gdLst/>
              <a:ahLst/>
              <a:cxnLst/>
              <a:rect l="l" t="t" r="r" b="b"/>
              <a:pathLst>
                <a:path w="592" h="337" extrusionOk="0">
                  <a:moveTo>
                    <a:pt x="314" y="1"/>
                  </a:moveTo>
                  <a:cubicBezTo>
                    <a:pt x="174" y="1"/>
                    <a:pt x="1" y="119"/>
                    <a:pt x="94" y="267"/>
                  </a:cubicBezTo>
                  <a:cubicBezTo>
                    <a:pt x="129" y="316"/>
                    <a:pt x="180" y="336"/>
                    <a:pt x="234" y="336"/>
                  </a:cubicBezTo>
                  <a:cubicBezTo>
                    <a:pt x="401" y="336"/>
                    <a:pt x="592" y="143"/>
                    <a:pt x="421" y="41"/>
                  </a:cubicBezTo>
                  <a:cubicBezTo>
                    <a:pt x="421" y="30"/>
                    <a:pt x="410" y="30"/>
                    <a:pt x="398" y="19"/>
                  </a:cubicBezTo>
                  <a:cubicBezTo>
                    <a:pt x="374" y="6"/>
                    <a:pt x="345" y="1"/>
                    <a:pt x="314" y="1"/>
                  </a:cubicBezTo>
                  <a:close/>
                </a:path>
              </a:pathLst>
            </a:custGeom>
            <a:solidFill>
              <a:srgbClr val="EAD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"/>
            <p:cNvSpPr/>
            <p:nvPr/>
          </p:nvSpPr>
          <p:spPr>
            <a:xfrm>
              <a:off x="7286075" y="922625"/>
              <a:ext cx="11425" cy="10725"/>
            </a:xfrm>
            <a:custGeom>
              <a:avLst/>
              <a:gdLst/>
              <a:ahLst/>
              <a:cxnLst/>
              <a:rect l="l" t="t" r="r" b="b"/>
              <a:pathLst>
                <a:path w="457" h="429" extrusionOk="0">
                  <a:moveTo>
                    <a:pt x="267" y="0"/>
                  </a:moveTo>
                  <a:cubicBezTo>
                    <a:pt x="123" y="0"/>
                    <a:pt x="0" y="324"/>
                    <a:pt x="187" y="408"/>
                  </a:cubicBezTo>
                  <a:cubicBezTo>
                    <a:pt x="215" y="422"/>
                    <a:pt x="241" y="429"/>
                    <a:pt x="264" y="429"/>
                  </a:cubicBezTo>
                  <a:cubicBezTo>
                    <a:pt x="409" y="429"/>
                    <a:pt x="457" y="186"/>
                    <a:pt x="379" y="70"/>
                  </a:cubicBezTo>
                  <a:lnTo>
                    <a:pt x="356" y="47"/>
                  </a:lnTo>
                  <a:cubicBezTo>
                    <a:pt x="327" y="14"/>
                    <a:pt x="297" y="0"/>
                    <a:pt x="267" y="0"/>
                  </a:cubicBezTo>
                  <a:close/>
                </a:path>
              </a:pathLst>
            </a:custGeom>
            <a:solidFill>
              <a:srgbClr val="EAD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"/>
            <p:cNvSpPr/>
            <p:nvPr/>
          </p:nvSpPr>
          <p:spPr>
            <a:xfrm>
              <a:off x="7262950" y="906750"/>
              <a:ext cx="29750" cy="21425"/>
            </a:xfrm>
            <a:custGeom>
              <a:avLst/>
              <a:gdLst/>
              <a:ahLst/>
              <a:cxnLst/>
              <a:rect l="l" t="t" r="r" b="b"/>
              <a:pathLst>
                <a:path w="1190" h="857" extrusionOk="0">
                  <a:moveTo>
                    <a:pt x="411" y="1"/>
                  </a:moveTo>
                  <a:cubicBezTo>
                    <a:pt x="191" y="1"/>
                    <a:pt x="1" y="112"/>
                    <a:pt x="6" y="389"/>
                  </a:cubicBezTo>
                  <a:cubicBezTo>
                    <a:pt x="12" y="706"/>
                    <a:pt x="322" y="856"/>
                    <a:pt x="608" y="856"/>
                  </a:cubicBezTo>
                  <a:cubicBezTo>
                    <a:pt x="913" y="856"/>
                    <a:pt x="1190" y="686"/>
                    <a:pt x="1045" y="366"/>
                  </a:cubicBezTo>
                  <a:cubicBezTo>
                    <a:pt x="1033" y="344"/>
                    <a:pt x="1022" y="321"/>
                    <a:pt x="1011" y="299"/>
                  </a:cubicBezTo>
                  <a:cubicBezTo>
                    <a:pt x="901" y="120"/>
                    <a:pt x="640" y="1"/>
                    <a:pt x="41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"/>
            <p:cNvSpPr/>
            <p:nvPr/>
          </p:nvSpPr>
          <p:spPr>
            <a:xfrm>
              <a:off x="7200325" y="949125"/>
              <a:ext cx="29375" cy="21575"/>
            </a:xfrm>
            <a:custGeom>
              <a:avLst/>
              <a:gdLst/>
              <a:ahLst/>
              <a:cxnLst/>
              <a:rect l="l" t="t" r="r" b="b"/>
              <a:pathLst>
                <a:path w="1175" h="863" extrusionOk="0">
                  <a:moveTo>
                    <a:pt x="556" y="0"/>
                  </a:moveTo>
                  <a:cubicBezTo>
                    <a:pt x="263" y="0"/>
                    <a:pt x="1" y="161"/>
                    <a:pt x="130" y="477"/>
                  </a:cubicBezTo>
                  <a:cubicBezTo>
                    <a:pt x="142" y="488"/>
                    <a:pt x="153" y="511"/>
                    <a:pt x="164" y="533"/>
                  </a:cubicBezTo>
                  <a:cubicBezTo>
                    <a:pt x="265" y="729"/>
                    <a:pt x="535" y="863"/>
                    <a:pt x="770" y="863"/>
                  </a:cubicBezTo>
                  <a:cubicBezTo>
                    <a:pt x="981" y="863"/>
                    <a:pt x="1163" y="755"/>
                    <a:pt x="1169" y="488"/>
                  </a:cubicBezTo>
                  <a:cubicBezTo>
                    <a:pt x="1174" y="161"/>
                    <a:pt x="850" y="0"/>
                    <a:pt x="55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"/>
            <p:cNvSpPr/>
            <p:nvPr/>
          </p:nvSpPr>
          <p:spPr>
            <a:xfrm>
              <a:off x="7268300" y="1392450"/>
              <a:ext cx="28875" cy="27675"/>
            </a:xfrm>
            <a:custGeom>
              <a:avLst/>
              <a:gdLst/>
              <a:ahLst/>
              <a:cxnLst/>
              <a:rect l="l" t="t" r="r" b="b"/>
              <a:pathLst>
                <a:path w="1155" h="1107" extrusionOk="0">
                  <a:moveTo>
                    <a:pt x="525" y="0"/>
                  </a:moveTo>
                  <a:cubicBezTo>
                    <a:pt x="454" y="0"/>
                    <a:pt x="378" y="30"/>
                    <a:pt x="300" y="99"/>
                  </a:cubicBezTo>
                  <a:cubicBezTo>
                    <a:pt x="289" y="110"/>
                    <a:pt x="266" y="133"/>
                    <a:pt x="255" y="144"/>
                  </a:cubicBezTo>
                  <a:cubicBezTo>
                    <a:pt x="1" y="429"/>
                    <a:pt x="86" y="1107"/>
                    <a:pt x="492" y="1107"/>
                  </a:cubicBezTo>
                  <a:cubicBezTo>
                    <a:pt x="537" y="1107"/>
                    <a:pt x="586" y="1098"/>
                    <a:pt x="639" y="1081"/>
                  </a:cubicBezTo>
                  <a:cubicBezTo>
                    <a:pt x="1155" y="909"/>
                    <a:pt x="918" y="0"/>
                    <a:pt x="525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"/>
            <p:cNvSpPr/>
            <p:nvPr/>
          </p:nvSpPr>
          <p:spPr>
            <a:xfrm>
              <a:off x="7255925" y="1191275"/>
              <a:ext cx="30125" cy="27450"/>
            </a:xfrm>
            <a:custGeom>
              <a:avLst/>
              <a:gdLst/>
              <a:ahLst/>
              <a:cxnLst/>
              <a:rect l="l" t="t" r="r" b="b"/>
              <a:pathLst>
                <a:path w="1205" h="1098" extrusionOk="0">
                  <a:moveTo>
                    <a:pt x="647" y="1"/>
                  </a:moveTo>
                  <a:cubicBezTo>
                    <a:pt x="577" y="1"/>
                    <a:pt x="501" y="24"/>
                    <a:pt x="423" y="78"/>
                  </a:cubicBezTo>
                  <a:cubicBezTo>
                    <a:pt x="0" y="365"/>
                    <a:pt x="402" y="1097"/>
                    <a:pt x="765" y="1097"/>
                  </a:cubicBezTo>
                  <a:cubicBezTo>
                    <a:pt x="857" y="1097"/>
                    <a:pt x="947" y="1050"/>
                    <a:pt x="1021" y="935"/>
                  </a:cubicBezTo>
                  <a:cubicBezTo>
                    <a:pt x="1032" y="913"/>
                    <a:pt x="1043" y="890"/>
                    <a:pt x="1055" y="868"/>
                  </a:cubicBezTo>
                  <a:cubicBezTo>
                    <a:pt x="1205" y="558"/>
                    <a:pt x="989" y="1"/>
                    <a:pt x="64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"/>
            <p:cNvSpPr/>
            <p:nvPr/>
          </p:nvSpPr>
          <p:spPr>
            <a:xfrm>
              <a:off x="7127975" y="866350"/>
              <a:ext cx="37525" cy="25050"/>
            </a:xfrm>
            <a:custGeom>
              <a:avLst/>
              <a:gdLst/>
              <a:ahLst/>
              <a:cxnLst/>
              <a:rect l="l" t="t" r="r" b="b"/>
              <a:pathLst>
                <a:path w="1501" h="1002" extrusionOk="0">
                  <a:moveTo>
                    <a:pt x="816" y="0"/>
                  </a:moveTo>
                  <a:cubicBezTo>
                    <a:pt x="303" y="0"/>
                    <a:pt x="1" y="1001"/>
                    <a:pt x="583" y="1001"/>
                  </a:cubicBezTo>
                  <a:cubicBezTo>
                    <a:pt x="592" y="1001"/>
                    <a:pt x="600" y="1001"/>
                    <a:pt x="610" y="1001"/>
                  </a:cubicBezTo>
                  <a:lnTo>
                    <a:pt x="677" y="1001"/>
                  </a:lnTo>
                  <a:cubicBezTo>
                    <a:pt x="1095" y="933"/>
                    <a:pt x="1501" y="233"/>
                    <a:pt x="971" y="30"/>
                  </a:cubicBezTo>
                  <a:cubicBezTo>
                    <a:pt x="918" y="9"/>
                    <a:pt x="866" y="0"/>
                    <a:pt x="81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"/>
            <p:cNvSpPr/>
            <p:nvPr/>
          </p:nvSpPr>
          <p:spPr>
            <a:xfrm>
              <a:off x="7217050" y="900600"/>
              <a:ext cx="37050" cy="25225"/>
            </a:xfrm>
            <a:custGeom>
              <a:avLst/>
              <a:gdLst/>
              <a:ahLst/>
              <a:cxnLst/>
              <a:rect l="l" t="t" r="r" b="b"/>
              <a:pathLst>
                <a:path w="1482" h="1009" extrusionOk="0">
                  <a:moveTo>
                    <a:pt x="810" y="1"/>
                  </a:moveTo>
                  <a:cubicBezTo>
                    <a:pt x="294" y="1"/>
                    <a:pt x="1" y="1008"/>
                    <a:pt x="577" y="1008"/>
                  </a:cubicBezTo>
                  <a:cubicBezTo>
                    <a:pt x="589" y="1008"/>
                    <a:pt x="600" y="1008"/>
                    <a:pt x="612" y="1007"/>
                  </a:cubicBezTo>
                  <a:lnTo>
                    <a:pt x="680" y="1007"/>
                  </a:lnTo>
                  <a:cubicBezTo>
                    <a:pt x="1086" y="928"/>
                    <a:pt x="1481" y="217"/>
                    <a:pt x="951" y="26"/>
                  </a:cubicBezTo>
                  <a:cubicBezTo>
                    <a:pt x="902" y="8"/>
                    <a:pt x="855" y="1"/>
                    <a:pt x="81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"/>
            <p:cNvSpPr/>
            <p:nvPr/>
          </p:nvSpPr>
          <p:spPr>
            <a:xfrm>
              <a:off x="7150350" y="923825"/>
              <a:ext cx="28550" cy="23725"/>
            </a:xfrm>
            <a:custGeom>
              <a:avLst/>
              <a:gdLst/>
              <a:ahLst/>
              <a:cxnLst/>
              <a:rect l="l" t="t" r="r" b="b"/>
              <a:pathLst>
                <a:path w="1142" h="949" extrusionOk="0">
                  <a:moveTo>
                    <a:pt x="479" y="0"/>
                  </a:moveTo>
                  <a:cubicBezTo>
                    <a:pt x="335" y="0"/>
                    <a:pt x="206" y="74"/>
                    <a:pt x="143" y="259"/>
                  </a:cubicBezTo>
                  <a:cubicBezTo>
                    <a:pt x="1" y="644"/>
                    <a:pt x="450" y="949"/>
                    <a:pt x="787" y="949"/>
                  </a:cubicBezTo>
                  <a:cubicBezTo>
                    <a:pt x="983" y="949"/>
                    <a:pt x="1142" y="846"/>
                    <a:pt x="1125" y="597"/>
                  </a:cubicBezTo>
                  <a:cubicBezTo>
                    <a:pt x="1125" y="575"/>
                    <a:pt x="1114" y="552"/>
                    <a:pt x="1114" y="530"/>
                  </a:cubicBezTo>
                  <a:cubicBezTo>
                    <a:pt x="1070" y="258"/>
                    <a:pt x="748" y="0"/>
                    <a:pt x="479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"/>
            <p:cNvSpPr/>
            <p:nvPr/>
          </p:nvSpPr>
          <p:spPr>
            <a:xfrm>
              <a:off x="7115550" y="979850"/>
              <a:ext cx="31150" cy="26925"/>
            </a:xfrm>
            <a:custGeom>
              <a:avLst/>
              <a:gdLst/>
              <a:ahLst/>
              <a:cxnLst/>
              <a:rect l="l" t="t" r="r" b="b"/>
              <a:pathLst>
                <a:path w="1246" h="1077" extrusionOk="0">
                  <a:moveTo>
                    <a:pt x="761" y="0"/>
                  </a:moveTo>
                  <a:cubicBezTo>
                    <a:pt x="719" y="0"/>
                    <a:pt x="672" y="8"/>
                    <a:pt x="621" y="26"/>
                  </a:cubicBezTo>
                  <a:cubicBezTo>
                    <a:pt x="599" y="38"/>
                    <a:pt x="576" y="49"/>
                    <a:pt x="565" y="60"/>
                  </a:cubicBezTo>
                  <a:cubicBezTo>
                    <a:pt x="181" y="241"/>
                    <a:pt x="1" y="1042"/>
                    <a:pt x="565" y="1076"/>
                  </a:cubicBezTo>
                  <a:cubicBezTo>
                    <a:pt x="573" y="1076"/>
                    <a:pt x="581" y="1076"/>
                    <a:pt x="589" y="1076"/>
                  </a:cubicBezTo>
                  <a:cubicBezTo>
                    <a:pt x="1160" y="1076"/>
                    <a:pt x="1245" y="0"/>
                    <a:pt x="76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"/>
            <p:cNvSpPr/>
            <p:nvPr/>
          </p:nvSpPr>
          <p:spPr>
            <a:xfrm>
              <a:off x="7263275" y="1548725"/>
              <a:ext cx="29100" cy="27750"/>
            </a:xfrm>
            <a:custGeom>
              <a:avLst/>
              <a:gdLst/>
              <a:ahLst/>
              <a:cxnLst/>
              <a:rect l="l" t="t" r="r" b="b"/>
              <a:pathLst>
                <a:path w="1164" h="1110" extrusionOk="0">
                  <a:moveTo>
                    <a:pt x="531" y="0"/>
                  </a:moveTo>
                  <a:cubicBezTo>
                    <a:pt x="460" y="0"/>
                    <a:pt x="385" y="30"/>
                    <a:pt x="309" y="99"/>
                  </a:cubicBezTo>
                  <a:cubicBezTo>
                    <a:pt x="287" y="122"/>
                    <a:pt x="275" y="133"/>
                    <a:pt x="253" y="156"/>
                  </a:cubicBezTo>
                  <a:cubicBezTo>
                    <a:pt x="0" y="429"/>
                    <a:pt x="92" y="1110"/>
                    <a:pt x="495" y="1110"/>
                  </a:cubicBezTo>
                  <a:cubicBezTo>
                    <a:pt x="542" y="1110"/>
                    <a:pt x="593" y="1101"/>
                    <a:pt x="648" y="1081"/>
                  </a:cubicBezTo>
                  <a:cubicBezTo>
                    <a:pt x="1164" y="909"/>
                    <a:pt x="919" y="0"/>
                    <a:pt x="531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"/>
            <p:cNvSpPr/>
            <p:nvPr/>
          </p:nvSpPr>
          <p:spPr>
            <a:xfrm>
              <a:off x="7182400" y="1180025"/>
              <a:ext cx="31250" cy="20900"/>
            </a:xfrm>
            <a:custGeom>
              <a:avLst/>
              <a:gdLst/>
              <a:ahLst/>
              <a:cxnLst/>
              <a:rect l="l" t="t" r="r" b="b"/>
              <a:pathLst>
                <a:path w="1250" h="836" extrusionOk="0">
                  <a:moveTo>
                    <a:pt x="648" y="0"/>
                  </a:moveTo>
                  <a:cubicBezTo>
                    <a:pt x="317" y="0"/>
                    <a:pt x="0" y="196"/>
                    <a:pt x="182" y="528"/>
                  </a:cubicBezTo>
                  <a:cubicBezTo>
                    <a:pt x="193" y="550"/>
                    <a:pt x="204" y="561"/>
                    <a:pt x="227" y="584"/>
                  </a:cubicBezTo>
                  <a:cubicBezTo>
                    <a:pt x="337" y="741"/>
                    <a:pt x="571" y="835"/>
                    <a:pt x="785" y="835"/>
                  </a:cubicBezTo>
                  <a:cubicBezTo>
                    <a:pt x="1031" y="835"/>
                    <a:pt x="1250" y="711"/>
                    <a:pt x="1220" y="415"/>
                  </a:cubicBezTo>
                  <a:cubicBezTo>
                    <a:pt x="1190" y="128"/>
                    <a:pt x="914" y="0"/>
                    <a:pt x="64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"/>
            <p:cNvSpPr/>
            <p:nvPr/>
          </p:nvSpPr>
          <p:spPr>
            <a:xfrm>
              <a:off x="7213150" y="1017125"/>
              <a:ext cx="29700" cy="27800"/>
            </a:xfrm>
            <a:custGeom>
              <a:avLst/>
              <a:gdLst/>
              <a:ahLst/>
              <a:cxnLst/>
              <a:rect l="l" t="t" r="r" b="b"/>
              <a:pathLst>
                <a:path w="1188" h="1112" extrusionOk="0">
                  <a:moveTo>
                    <a:pt x="501" y="0"/>
                  </a:moveTo>
                  <a:cubicBezTo>
                    <a:pt x="422" y="0"/>
                    <a:pt x="339" y="38"/>
                    <a:pt x="261" y="126"/>
                  </a:cubicBezTo>
                  <a:cubicBezTo>
                    <a:pt x="238" y="149"/>
                    <a:pt x="227" y="160"/>
                    <a:pt x="215" y="183"/>
                  </a:cubicBezTo>
                  <a:cubicBezTo>
                    <a:pt x="0" y="486"/>
                    <a:pt x="141" y="1111"/>
                    <a:pt x="520" y="1111"/>
                  </a:cubicBezTo>
                  <a:cubicBezTo>
                    <a:pt x="579" y="1111"/>
                    <a:pt x="643" y="1096"/>
                    <a:pt x="712" y="1063"/>
                  </a:cubicBezTo>
                  <a:cubicBezTo>
                    <a:pt x="1187" y="839"/>
                    <a:pt x="878" y="0"/>
                    <a:pt x="50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"/>
            <p:cNvSpPr/>
            <p:nvPr/>
          </p:nvSpPr>
          <p:spPr>
            <a:xfrm>
              <a:off x="7117550" y="1032325"/>
              <a:ext cx="37325" cy="21050"/>
            </a:xfrm>
            <a:custGeom>
              <a:avLst/>
              <a:gdLst/>
              <a:ahLst/>
              <a:cxnLst/>
              <a:rect l="l" t="t" r="r" b="b"/>
              <a:pathLst>
                <a:path w="1493" h="842" extrusionOk="0">
                  <a:moveTo>
                    <a:pt x="893" y="1"/>
                  </a:moveTo>
                  <a:cubicBezTo>
                    <a:pt x="479" y="1"/>
                    <a:pt x="0" y="416"/>
                    <a:pt x="372" y="715"/>
                  </a:cubicBezTo>
                  <a:cubicBezTo>
                    <a:pt x="395" y="726"/>
                    <a:pt x="406" y="748"/>
                    <a:pt x="429" y="760"/>
                  </a:cubicBezTo>
                  <a:cubicBezTo>
                    <a:pt x="518" y="816"/>
                    <a:pt x="633" y="842"/>
                    <a:pt x="751" y="842"/>
                  </a:cubicBezTo>
                  <a:cubicBezTo>
                    <a:pt x="1107" y="842"/>
                    <a:pt x="1492" y="603"/>
                    <a:pt x="1297" y="229"/>
                  </a:cubicBezTo>
                  <a:cubicBezTo>
                    <a:pt x="1211" y="66"/>
                    <a:pt x="1057" y="1"/>
                    <a:pt x="89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"/>
            <p:cNvSpPr/>
            <p:nvPr/>
          </p:nvSpPr>
          <p:spPr>
            <a:xfrm>
              <a:off x="7257575" y="1042150"/>
              <a:ext cx="29250" cy="21950"/>
            </a:xfrm>
            <a:custGeom>
              <a:avLst/>
              <a:gdLst/>
              <a:ahLst/>
              <a:cxnLst/>
              <a:rect l="l" t="t" r="r" b="b"/>
              <a:pathLst>
                <a:path w="1170" h="878" extrusionOk="0">
                  <a:moveTo>
                    <a:pt x="404" y="1"/>
                  </a:moveTo>
                  <a:cubicBezTo>
                    <a:pt x="204" y="1"/>
                    <a:pt x="33" y="101"/>
                    <a:pt x="18" y="355"/>
                  </a:cubicBezTo>
                  <a:cubicBezTo>
                    <a:pt x="1" y="698"/>
                    <a:pt x="351" y="877"/>
                    <a:pt x="655" y="877"/>
                  </a:cubicBezTo>
                  <a:cubicBezTo>
                    <a:pt x="932" y="877"/>
                    <a:pt x="1169" y="729"/>
                    <a:pt x="1056" y="423"/>
                  </a:cubicBezTo>
                  <a:cubicBezTo>
                    <a:pt x="1056" y="401"/>
                    <a:pt x="1045" y="378"/>
                    <a:pt x="1034" y="355"/>
                  </a:cubicBezTo>
                  <a:cubicBezTo>
                    <a:pt x="935" y="151"/>
                    <a:pt x="648" y="1"/>
                    <a:pt x="404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"/>
            <p:cNvSpPr/>
            <p:nvPr/>
          </p:nvSpPr>
          <p:spPr>
            <a:xfrm>
              <a:off x="7220650" y="1307075"/>
              <a:ext cx="29350" cy="21525"/>
            </a:xfrm>
            <a:custGeom>
              <a:avLst/>
              <a:gdLst/>
              <a:ahLst/>
              <a:cxnLst/>
              <a:rect l="l" t="t" r="r" b="b"/>
              <a:pathLst>
                <a:path w="1174" h="861" extrusionOk="0">
                  <a:moveTo>
                    <a:pt x="552" y="0"/>
                  </a:moveTo>
                  <a:cubicBezTo>
                    <a:pt x="260" y="0"/>
                    <a:pt x="1" y="158"/>
                    <a:pt x="130" y="467"/>
                  </a:cubicBezTo>
                  <a:cubicBezTo>
                    <a:pt x="130" y="490"/>
                    <a:pt x="141" y="512"/>
                    <a:pt x="152" y="535"/>
                  </a:cubicBezTo>
                  <a:cubicBezTo>
                    <a:pt x="259" y="730"/>
                    <a:pt x="530" y="860"/>
                    <a:pt x="765" y="860"/>
                  </a:cubicBezTo>
                  <a:cubicBezTo>
                    <a:pt x="978" y="860"/>
                    <a:pt x="1163" y="753"/>
                    <a:pt x="1168" y="490"/>
                  </a:cubicBezTo>
                  <a:cubicBezTo>
                    <a:pt x="1174" y="161"/>
                    <a:pt x="846" y="0"/>
                    <a:pt x="55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"/>
            <p:cNvSpPr/>
            <p:nvPr/>
          </p:nvSpPr>
          <p:spPr>
            <a:xfrm>
              <a:off x="7186225" y="880425"/>
              <a:ext cx="29750" cy="21400"/>
            </a:xfrm>
            <a:custGeom>
              <a:avLst/>
              <a:gdLst/>
              <a:ahLst/>
              <a:cxnLst/>
              <a:rect l="l" t="t" r="r" b="b"/>
              <a:pathLst>
                <a:path w="1190" h="856" extrusionOk="0">
                  <a:moveTo>
                    <a:pt x="415" y="0"/>
                  </a:moveTo>
                  <a:cubicBezTo>
                    <a:pt x="193" y="0"/>
                    <a:pt x="0" y="114"/>
                    <a:pt x="6" y="392"/>
                  </a:cubicBezTo>
                  <a:cubicBezTo>
                    <a:pt x="12" y="705"/>
                    <a:pt x="324" y="855"/>
                    <a:pt x="612" y="855"/>
                  </a:cubicBezTo>
                  <a:cubicBezTo>
                    <a:pt x="915" y="855"/>
                    <a:pt x="1189" y="689"/>
                    <a:pt x="1044" y="370"/>
                  </a:cubicBezTo>
                  <a:cubicBezTo>
                    <a:pt x="1033" y="347"/>
                    <a:pt x="1022" y="325"/>
                    <a:pt x="1010" y="302"/>
                  </a:cubicBezTo>
                  <a:cubicBezTo>
                    <a:pt x="902" y="119"/>
                    <a:pt x="643" y="0"/>
                    <a:pt x="415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"/>
            <p:cNvSpPr/>
            <p:nvPr/>
          </p:nvSpPr>
          <p:spPr>
            <a:xfrm>
              <a:off x="7219475" y="1361950"/>
              <a:ext cx="29900" cy="27450"/>
            </a:xfrm>
            <a:custGeom>
              <a:avLst/>
              <a:gdLst/>
              <a:ahLst/>
              <a:cxnLst/>
              <a:rect l="l" t="t" r="r" b="b"/>
              <a:pathLst>
                <a:path w="1196" h="1098" extrusionOk="0">
                  <a:moveTo>
                    <a:pt x="638" y="0"/>
                  </a:moveTo>
                  <a:cubicBezTo>
                    <a:pt x="568" y="0"/>
                    <a:pt x="492" y="24"/>
                    <a:pt x="414" y="78"/>
                  </a:cubicBezTo>
                  <a:cubicBezTo>
                    <a:pt x="0" y="365"/>
                    <a:pt x="396" y="1097"/>
                    <a:pt x="757" y="1097"/>
                  </a:cubicBezTo>
                  <a:cubicBezTo>
                    <a:pt x="849" y="1097"/>
                    <a:pt x="939" y="1050"/>
                    <a:pt x="1012" y="935"/>
                  </a:cubicBezTo>
                  <a:lnTo>
                    <a:pt x="1046" y="867"/>
                  </a:lnTo>
                  <a:cubicBezTo>
                    <a:pt x="1196" y="558"/>
                    <a:pt x="980" y="0"/>
                    <a:pt x="638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"/>
            <p:cNvSpPr/>
            <p:nvPr/>
          </p:nvSpPr>
          <p:spPr>
            <a:xfrm>
              <a:off x="7174500" y="1299450"/>
              <a:ext cx="36850" cy="20975"/>
            </a:xfrm>
            <a:custGeom>
              <a:avLst/>
              <a:gdLst/>
              <a:ahLst/>
              <a:cxnLst/>
              <a:rect l="l" t="t" r="r" b="b"/>
              <a:pathLst>
                <a:path w="1474" h="839" extrusionOk="0">
                  <a:moveTo>
                    <a:pt x="713" y="1"/>
                  </a:moveTo>
                  <a:cubicBezTo>
                    <a:pt x="366" y="1"/>
                    <a:pt x="1" y="221"/>
                    <a:pt x="182" y="592"/>
                  </a:cubicBezTo>
                  <a:cubicBezTo>
                    <a:pt x="266" y="768"/>
                    <a:pt x="430" y="838"/>
                    <a:pt x="605" y="838"/>
                  </a:cubicBezTo>
                  <a:cubicBezTo>
                    <a:pt x="1011" y="838"/>
                    <a:pt x="1474" y="456"/>
                    <a:pt x="1118" y="140"/>
                  </a:cubicBezTo>
                  <a:lnTo>
                    <a:pt x="1062" y="95"/>
                  </a:lnTo>
                  <a:cubicBezTo>
                    <a:pt x="967" y="31"/>
                    <a:pt x="841" y="1"/>
                    <a:pt x="713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"/>
            <p:cNvSpPr/>
            <p:nvPr/>
          </p:nvSpPr>
          <p:spPr>
            <a:xfrm>
              <a:off x="7209150" y="1133050"/>
              <a:ext cx="37325" cy="25225"/>
            </a:xfrm>
            <a:custGeom>
              <a:avLst/>
              <a:gdLst/>
              <a:ahLst/>
              <a:cxnLst/>
              <a:rect l="l" t="t" r="r" b="b"/>
              <a:pathLst>
                <a:path w="1493" h="1009" extrusionOk="0">
                  <a:moveTo>
                    <a:pt x="810" y="1"/>
                  </a:moveTo>
                  <a:cubicBezTo>
                    <a:pt x="294" y="1"/>
                    <a:pt x="1" y="1009"/>
                    <a:pt x="577" y="1009"/>
                  </a:cubicBezTo>
                  <a:cubicBezTo>
                    <a:pt x="589" y="1009"/>
                    <a:pt x="600" y="1008"/>
                    <a:pt x="612" y="1007"/>
                  </a:cubicBezTo>
                  <a:lnTo>
                    <a:pt x="680" y="996"/>
                  </a:lnTo>
                  <a:cubicBezTo>
                    <a:pt x="1098" y="928"/>
                    <a:pt x="1493" y="206"/>
                    <a:pt x="951" y="26"/>
                  </a:cubicBezTo>
                  <a:cubicBezTo>
                    <a:pt x="902" y="9"/>
                    <a:pt x="855" y="1"/>
                    <a:pt x="81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"/>
            <p:cNvSpPr/>
            <p:nvPr/>
          </p:nvSpPr>
          <p:spPr>
            <a:xfrm>
              <a:off x="7198100" y="1076400"/>
              <a:ext cx="28875" cy="26925"/>
            </a:xfrm>
            <a:custGeom>
              <a:avLst/>
              <a:gdLst/>
              <a:ahLst/>
              <a:cxnLst/>
              <a:rect l="l" t="t" r="r" b="b"/>
              <a:pathLst>
                <a:path w="1155" h="1077" extrusionOk="0">
                  <a:moveTo>
                    <a:pt x="604" y="1"/>
                  </a:moveTo>
                  <a:cubicBezTo>
                    <a:pt x="600" y="1"/>
                    <a:pt x="596" y="1"/>
                    <a:pt x="592" y="1"/>
                  </a:cubicBezTo>
                  <a:cubicBezTo>
                    <a:pt x="9" y="11"/>
                    <a:pt x="1" y="1076"/>
                    <a:pt x="457" y="1076"/>
                  </a:cubicBezTo>
                  <a:cubicBezTo>
                    <a:pt x="504" y="1076"/>
                    <a:pt x="557" y="1065"/>
                    <a:pt x="614" y="1039"/>
                  </a:cubicBezTo>
                  <a:cubicBezTo>
                    <a:pt x="637" y="1028"/>
                    <a:pt x="659" y="1017"/>
                    <a:pt x="682" y="1005"/>
                  </a:cubicBezTo>
                  <a:cubicBezTo>
                    <a:pt x="1041" y="792"/>
                    <a:pt x="1154" y="1"/>
                    <a:pt x="604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"/>
            <p:cNvSpPr/>
            <p:nvPr/>
          </p:nvSpPr>
          <p:spPr>
            <a:xfrm>
              <a:off x="7197075" y="1232050"/>
              <a:ext cx="30900" cy="26925"/>
            </a:xfrm>
            <a:custGeom>
              <a:avLst/>
              <a:gdLst/>
              <a:ahLst/>
              <a:cxnLst/>
              <a:rect l="l" t="t" r="r" b="b"/>
              <a:pathLst>
                <a:path w="1236" h="1077" extrusionOk="0">
                  <a:moveTo>
                    <a:pt x="759" y="0"/>
                  </a:moveTo>
                  <a:cubicBezTo>
                    <a:pt x="718" y="0"/>
                    <a:pt x="672" y="8"/>
                    <a:pt x="621" y="26"/>
                  </a:cubicBezTo>
                  <a:cubicBezTo>
                    <a:pt x="599" y="38"/>
                    <a:pt x="576" y="49"/>
                    <a:pt x="554" y="60"/>
                  </a:cubicBezTo>
                  <a:cubicBezTo>
                    <a:pt x="181" y="241"/>
                    <a:pt x="1" y="1031"/>
                    <a:pt x="565" y="1076"/>
                  </a:cubicBezTo>
                  <a:cubicBezTo>
                    <a:pt x="573" y="1076"/>
                    <a:pt x="581" y="1076"/>
                    <a:pt x="589" y="1076"/>
                  </a:cubicBezTo>
                  <a:cubicBezTo>
                    <a:pt x="1159" y="1076"/>
                    <a:pt x="1236" y="0"/>
                    <a:pt x="759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"/>
            <p:cNvSpPr/>
            <p:nvPr/>
          </p:nvSpPr>
          <p:spPr>
            <a:xfrm>
              <a:off x="7233900" y="1299900"/>
              <a:ext cx="29775" cy="21275"/>
            </a:xfrm>
            <a:custGeom>
              <a:avLst/>
              <a:gdLst/>
              <a:ahLst/>
              <a:cxnLst/>
              <a:rect l="l" t="t" r="r" b="b"/>
              <a:pathLst>
                <a:path w="1191" h="851" extrusionOk="0">
                  <a:moveTo>
                    <a:pt x="415" y="1"/>
                  </a:moveTo>
                  <a:cubicBezTo>
                    <a:pt x="193" y="1"/>
                    <a:pt x="1" y="114"/>
                    <a:pt x="6" y="393"/>
                  </a:cubicBezTo>
                  <a:cubicBezTo>
                    <a:pt x="12" y="703"/>
                    <a:pt x="319" y="851"/>
                    <a:pt x="604" y="851"/>
                  </a:cubicBezTo>
                  <a:cubicBezTo>
                    <a:pt x="910" y="851"/>
                    <a:pt x="1190" y="681"/>
                    <a:pt x="1044" y="359"/>
                  </a:cubicBezTo>
                  <a:lnTo>
                    <a:pt x="1010" y="303"/>
                  </a:lnTo>
                  <a:cubicBezTo>
                    <a:pt x="902" y="120"/>
                    <a:pt x="643" y="1"/>
                    <a:pt x="415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"/>
            <p:cNvSpPr/>
            <p:nvPr/>
          </p:nvSpPr>
          <p:spPr>
            <a:xfrm>
              <a:off x="7099475" y="1189375"/>
              <a:ext cx="31125" cy="26725"/>
            </a:xfrm>
            <a:custGeom>
              <a:avLst/>
              <a:gdLst/>
              <a:ahLst/>
              <a:cxnLst/>
              <a:rect l="l" t="t" r="r" b="b"/>
              <a:pathLst>
                <a:path w="1245" h="1069" extrusionOk="0">
                  <a:moveTo>
                    <a:pt x="767" y="1"/>
                  </a:moveTo>
                  <a:cubicBezTo>
                    <a:pt x="723" y="1"/>
                    <a:pt x="675" y="10"/>
                    <a:pt x="621" y="30"/>
                  </a:cubicBezTo>
                  <a:cubicBezTo>
                    <a:pt x="610" y="30"/>
                    <a:pt x="587" y="41"/>
                    <a:pt x="565" y="52"/>
                  </a:cubicBezTo>
                  <a:cubicBezTo>
                    <a:pt x="181" y="233"/>
                    <a:pt x="1" y="1034"/>
                    <a:pt x="565" y="1068"/>
                  </a:cubicBezTo>
                  <a:cubicBezTo>
                    <a:pt x="573" y="1068"/>
                    <a:pt x="581" y="1068"/>
                    <a:pt x="589" y="1068"/>
                  </a:cubicBezTo>
                  <a:cubicBezTo>
                    <a:pt x="1157" y="1068"/>
                    <a:pt x="1244" y="1"/>
                    <a:pt x="767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"/>
            <p:cNvSpPr/>
            <p:nvPr/>
          </p:nvSpPr>
          <p:spPr>
            <a:xfrm>
              <a:off x="7275950" y="1079825"/>
              <a:ext cx="29350" cy="21525"/>
            </a:xfrm>
            <a:custGeom>
              <a:avLst/>
              <a:gdLst/>
              <a:ahLst/>
              <a:cxnLst/>
              <a:rect l="l" t="t" r="r" b="b"/>
              <a:pathLst>
                <a:path w="1174" h="861" extrusionOk="0">
                  <a:moveTo>
                    <a:pt x="552" y="1"/>
                  </a:moveTo>
                  <a:cubicBezTo>
                    <a:pt x="260" y="1"/>
                    <a:pt x="0" y="159"/>
                    <a:pt x="130" y="473"/>
                  </a:cubicBezTo>
                  <a:cubicBezTo>
                    <a:pt x="130" y="496"/>
                    <a:pt x="152" y="518"/>
                    <a:pt x="152" y="541"/>
                  </a:cubicBezTo>
                  <a:cubicBezTo>
                    <a:pt x="259" y="730"/>
                    <a:pt x="529" y="861"/>
                    <a:pt x="764" y="861"/>
                  </a:cubicBezTo>
                  <a:cubicBezTo>
                    <a:pt x="978" y="861"/>
                    <a:pt x="1162" y="753"/>
                    <a:pt x="1168" y="485"/>
                  </a:cubicBezTo>
                  <a:cubicBezTo>
                    <a:pt x="1173" y="162"/>
                    <a:pt x="846" y="1"/>
                    <a:pt x="55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"/>
            <p:cNvSpPr/>
            <p:nvPr/>
          </p:nvSpPr>
          <p:spPr>
            <a:xfrm>
              <a:off x="7283325" y="894725"/>
              <a:ext cx="30300" cy="26850"/>
            </a:xfrm>
            <a:custGeom>
              <a:avLst/>
              <a:gdLst/>
              <a:ahLst/>
              <a:cxnLst/>
              <a:rect l="l" t="t" r="r" b="b"/>
              <a:pathLst>
                <a:path w="1212" h="1074" extrusionOk="0">
                  <a:moveTo>
                    <a:pt x="639" y="1"/>
                  </a:moveTo>
                  <a:cubicBezTo>
                    <a:pt x="51" y="1"/>
                    <a:pt x="0" y="1073"/>
                    <a:pt x="469" y="1073"/>
                  </a:cubicBezTo>
                  <a:cubicBezTo>
                    <a:pt x="516" y="1073"/>
                    <a:pt x="567" y="1063"/>
                    <a:pt x="624" y="1039"/>
                  </a:cubicBezTo>
                  <a:cubicBezTo>
                    <a:pt x="647" y="1039"/>
                    <a:pt x="670" y="1028"/>
                    <a:pt x="692" y="1017"/>
                  </a:cubicBezTo>
                  <a:cubicBezTo>
                    <a:pt x="1065" y="813"/>
                    <a:pt x="1211" y="12"/>
                    <a:pt x="647" y="1"/>
                  </a:cubicBezTo>
                  <a:cubicBezTo>
                    <a:pt x="644" y="1"/>
                    <a:pt x="641" y="1"/>
                    <a:pt x="639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"/>
            <p:cNvSpPr/>
            <p:nvPr/>
          </p:nvSpPr>
          <p:spPr>
            <a:xfrm>
              <a:off x="7212025" y="990575"/>
              <a:ext cx="31575" cy="20950"/>
            </a:xfrm>
            <a:custGeom>
              <a:avLst/>
              <a:gdLst/>
              <a:ahLst/>
              <a:cxnLst/>
              <a:rect l="l" t="t" r="r" b="b"/>
              <a:pathLst>
                <a:path w="1263" h="838" extrusionOk="0">
                  <a:moveTo>
                    <a:pt x="674" y="1"/>
                  </a:moveTo>
                  <a:cubicBezTo>
                    <a:pt x="336" y="1"/>
                    <a:pt x="1" y="207"/>
                    <a:pt x="193" y="534"/>
                  </a:cubicBezTo>
                  <a:cubicBezTo>
                    <a:pt x="204" y="557"/>
                    <a:pt x="215" y="579"/>
                    <a:pt x="238" y="602"/>
                  </a:cubicBezTo>
                  <a:cubicBezTo>
                    <a:pt x="350" y="750"/>
                    <a:pt x="577" y="837"/>
                    <a:pt x="786" y="837"/>
                  </a:cubicBezTo>
                  <a:cubicBezTo>
                    <a:pt x="1038" y="837"/>
                    <a:pt x="1263" y="708"/>
                    <a:pt x="1220" y="399"/>
                  </a:cubicBezTo>
                  <a:cubicBezTo>
                    <a:pt x="1190" y="120"/>
                    <a:pt x="931" y="1"/>
                    <a:pt x="674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"/>
            <p:cNvSpPr/>
            <p:nvPr/>
          </p:nvSpPr>
          <p:spPr>
            <a:xfrm>
              <a:off x="7232900" y="1433725"/>
              <a:ext cx="37075" cy="20925"/>
            </a:xfrm>
            <a:custGeom>
              <a:avLst/>
              <a:gdLst/>
              <a:ahLst/>
              <a:cxnLst/>
              <a:rect l="l" t="t" r="r" b="b"/>
              <a:pathLst>
                <a:path w="1483" h="837" extrusionOk="0">
                  <a:moveTo>
                    <a:pt x="718" y="1"/>
                  </a:moveTo>
                  <a:cubicBezTo>
                    <a:pt x="372" y="1"/>
                    <a:pt x="0" y="221"/>
                    <a:pt x="182" y="592"/>
                  </a:cubicBezTo>
                  <a:cubicBezTo>
                    <a:pt x="266" y="767"/>
                    <a:pt x="429" y="836"/>
                    <a:pt x="603" y="836"/>
                  </a:cubicBezTo>
                  <a:cubicBezTo>
                    <a:pt x="1013" y="836"/>
                    <a:pt x="1483" y="449"/>
                    <a:pt x="1118" y="140"/>
                  </a:cubicBezTo>
                  <a:cubicBezTo>
                    <a:pt x="1107" y="118"/>
                    <a:pt x="1084" y="107"/>
                    <a:pt x="1062" y="95"/>
                  </a:cubicBezTo>
                  <a:cubicBezTo>
                    <a:pt x="970" y="31"/>
                    <a:pt x="846" y="1"/>
                    <a:pt x="71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"/>
            <p:cNvSpPr/>
            <p:nvPr/>
          </p:nvSpPr>
          <p:spPr>
            <a:xfrm>
              <a:off x="7281600" y="947500"/>
              <a:ext cx="29350" cy="21525"/>
            </a:xfrm>
            <a:custGeom>
              <a:avLst/>
              <a:gdLst/>
              <a:ahLst/>
              <a:cxnLst/>
              <a:rect l="l" t="t" r="r" b="b"/>
              <a:pathLst>
                <a:path w="1174" h="861" extrusionOk="0">
                  <a:moveTo>
                    <a:pt x="547" y="0"/>
                  </a:moveTo>
                  <a:cubicBezTo>
                    <a:pt x="257" y="0"/>
                    <a:pt x="1" y="155"/>
                    <a:pt x="129" y="463"/>
                  </a:cubicBezTo>
                  <a:cubicBezTo>
                    <a:pt x="129" y="485"/>
                    <a:pt x="141" y="508"/>
                    <a:pt x="152" y="531"/>
                  </a:cubicBezTo>
                  <a:cubicBezTo>
                    <a:pt x="259" y="727"/>
                    <a:pt x="532" y="860"/>
                    <a:pt x="768" y="860"/>
                  </a:cubicBezTo>
                  <a:cubicBezTo>
                    <a:pt x="980" y="860"/>
                    <a:pt x="1162" y="752"/>
                    <a:pt x="1167" y="485"/>
                  </a:cubicBezTo>
                  <a:cubicBezTo>
                    <a:pt x="1173" y="161"/>
                    <a:pt x="843" y="0"/>
                    <a:pt x="547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"/>
            <p:cNvSpPr/>
            <p:nvPr/>
          </p:nvSpPr>
          <p:spPr>
            <a:xfrm>
              <a:off x="7136850" y="1040475"/>
              <a:ext cx="28400" cy="23900"/>
            </a:xfrm>
            <a:custGeom>
              <a:avLst/>
              <a:gdLst/>
              <a:ahLst/>
              <a:cxnLst/>
              <a:rect l="l" t="t" r="r" b="b"/>
              <a:pathLst>
                <a:path w="1136" h="956" extrusionOk="0">
                  <a:moveTo>
                    <a:pt x="488" y="1"/>
                  </a:moveTo>
                  <a:cubicBezTo>
                    <a:pt x="349" y="1"/>
                    <a:pt x="222" y="73"/>
                    <a:pt x="153" y="253"/>
                  </a:cubicBezTo>
                  <a:cubicBezTo>
                    <a:pt x="1" y="637"/>
                    <a:pt x="458" y="956"/>
                    <a:pt x="796" y="956"/>
                  </a:cubicBezTo>
                  <a:cubicBezTo>
                    <a:pt x="984" y="956"/>
                    <a:pt x="1136" y="857"/>
                    <a:pt x="1123" y="614"/>
                  </a:cubicBezTo>
                  <a:cubicBezTo>
                    <a:pt x="1123" y="592"/>
                    <a:pt x="1123" y="569"/>
                    <a:pt x="1123" y="547"/>
                  </a:cubicBezTo>
                  <a:cubicBezTo>
                    <a:pt x="1079" y="271"/>
                    <a:pt x="759" y="1"/>
                    <a:pt x="48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"/>
            <p:cNvSpPr/>
            <p:nvPr/>
          </p:nvSpPr>
          <p:spPr>
            <a:xfrm>
              <a:off x="7103025" y="991775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629" y="1"/>
                  </a:moveTo>
                  <a:cubicBezTo>
                    <a:pt x="49" y="1"/>
                    <a:pt x="1" y="1082"/>
                    <a:pt x="467" y="1082"/>
                  </a:cubicBezTo>
                  <a:cubicBezTo>
                    <a:pt x="512" y="1082"/>
                    <a:pt x="561" y="1072"/>
                    <a:pt x="615" y="1050"/>
                  </a:cubicBezTo>
                  <a:cubicBezTo>
                    <a:pt x="637" y="1039"/>
                    <a:pt x="660" y="1028"/>
                    <a:pt x="682" y="1016"/>
                  </a:cubicBezTo>
                  <a:cubicBezTo>
                    <a:pt x="1055" y="813"/>
                    <a:pt x="1201" y="23"/>
                    <a:pt x="637" y="1"/>
                  </a:cubicBezTo>
                  <a:cubicBezTo>
                    <a:pt x="634" y="1"/>
                    <a:pt x="632" y="1"/>
                    <a:pt x="629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"/>
            <p:cNvSpPr/>
            <p:nvPr/>
          </p:nvSpPr>
          <p:spPr>
            <a:xfrm>
              <a:off x="7153775" y="882675"/>
              <a:ext cx="29900" cy="21300"/>
            </a:xfrm>
            <a:custGeom>
              <a:avLst/>
              <a:gdLst/>
              <a:ahLst/>
              <a:cxnLst/>
              <a:rect l="l" t="t" r="r" b="b"/>
              <a:pathLst>
                <a:path w="1196" h="852" extrusionOk="0">
                  <a:moveTo>
                    <a:pt x="421" y="1"/>
                  </a:moveTo>
                  <a:cubicBezTo>
                    <a:pt x="196" y="1"/>
                    <a:pt x="1" y="114"/>
                    <a:pt x="6" y="393"/>
                  </a:cubicBezTo>
                  <a:cubicBezTo>
                    <a:pt x="12" y="704"/>
                    <a:pt x="322" y="852"/>
                    <a:pt x="609" y="852"/>
                  </a:cubicBezTo>
                  <a:cubicBezTo>
                    <a:pt x="915" y="852"/>
                    <a:pt x="1195" y="684"/>
                    <a:pt x="1056" y="370"/>
                  </a:cubicBezTo>
                  <a:cubicBezTo>
                    <a:pt x="1045" y="348"/>
                    <a:pt x="1033" y="325"/>
                    <a:pt x="1022" y="302"/>
                  </a:cubicBezTo>
                  <a:cubicBezTo>
                    <a:pt x="913" y="120"/>
                    <a:pt x="652" y="1"/>
                    <a:pt x="42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"/>
            <p:cNvSpPr/>
            <p:nvPr/>
          </p:nvSpPr>
          <p:spPr>
            <a:xfrm>
              <a:off x="7271225" y="1251625"/>
              <a:ext cx="30075" cy="27425"/>
            </a:xfrm>
            <a:custGeom>
              <a:avLst/>
              <a:gdLst/>
              <a:ahLst/>
              <a:cxnLst/>
              <a:rect l="l" t="t" r="r" b="b"/>
              <a:pathLst>
                <a:path w="1203" h="1097" extrusionOk="0">
                  <a:moveTo>
                    <a:pt x="443" y="1"/>
                  </a:moveTo>
                  <a:cubicBezTo>
                    <a:pt x="349" y="1"/>
                    <a:pt x="258" y="50"/>
                    <a:pt x="183" y="169"/>
                  </a:cubicBezTo>
                  <a:cubicBezTo>
                    <a:pt x="172" y="180"/>
                    <a:pt x="161" y="203"/>
                    <a:pt x="149" y="225"/>
                  </a:cubicBezTo>
                  <a:cubicBezTo>
                    <a:pt x="0" y="542"/>
                    <a:pt x="205" y="1097"/>
                    <a:pt x="548" y="1097"/>
                  </a:cubicBezTo>
                  <a:cubicBezTo>
                    <a:pt x="620" y="1097"/>
                    <a:pt x="699" y="1072"/>
                    <a:pt x="781" y="1015"/>
                  </a:cubicBezTo>
                  <a:cubicBezTo>
                    <a:pt x="1202" y="728"/>
                    <a:pt x="806" y="1"/>
                    <a:pt x="44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"/>
            <p:cNvSpPr/>
            <p:nvPr/>
          </p:nvSpPr>
          <p:spPr>
            <a:xfrm>
              <a:off x="7127025" y="947200"/>
              <a:ext cx="29875" cy="21400"/>
            </a:xfrm>
            <a:custGeom>
              <a:avLst/>
              <a:gdLst/>
              <a:ahLst/>
              <a:cxnLst/>
              <a:rect l="l" t="t" r="r" b="b"/>
              <a:pathLst>
                <a:path w="1195" h="856" extrusionOk="0">
                  <a:moveTo>
                    <a:pt x="582" y="1"/>
                  </a:moveTo>
                  <a:cubicBezTo>
                    <a:pt x="278" y="1"/>
                    <a:pt x="1" y="167"/>
                    <a:pt x="140" y="486"/>
                  </a:cubicBezTo>
                  <a:cubicBezTo>
                    <a:pt x="151" y="509"/>
                    <a:pt x="162" y="531"/>
                    <a:pt x="174" y="554"/>
                  </a:cubicBezTo>
                  <a:cubicBezTo>
                    <a:pt x="282" y="737"/>
                    <a:pt x="544" y="856"/>
                    <a:pt x="774" y="856"/>
                  </a:cubicBezTo>
                  <a:cubicBezTo>
                    <a:pt x="999" y="856"/>
                    <a:pt x="1195" y="742"/>
                    <a:pt x="1189" y="464"/>
                  </a:cubicBezTo>
                  <a:cubicBezTo>
                    <a:pt x="1184" y="151"/>
                    <a:pt x="871" y="1"/>
                    <a:pt x="58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"/>
            <p:cNvSpPr/>
            <p:nvPr/>
          </p:nvSpPr>
          <p:spPr>
            <a:xfrm>
              <a:off x="7281150" y="1065400"/>
              <a:ext cx="37525" cy="25050"/>
            </a:xfrm>
            <a:custGeom>
              <a:avLst/>
              <a:gdLst/>
              <a:ahLst/>
              <a:cxnLst/>
              <a:rect l="l" t="t" r="r" b="b"/>
              <a:pathLst>
                <a:path w="1501" h="1002" extrusionOk="0">
                  <a:moveTo>
                    <a:pt x="919" y="0"/>
                  </a:moveTo>
                  <a:cubicBezTo>
                    <a:pt x="910" y="0"/>
                    <a:pt x="901" y="0"/>
                    <a:pt x="892" y="1"/>
                  </a:cubicBezTo>
                  <a:lnTo>
                    <a:pt x="824" y="1"/>
                  </a:lnTo>
                  <a:cubicBezTo>
                    <a:pt x="407" y="69"/>
                    <a:pt x="1" y="768"/>
                    <a:pt x="531" y="971"/>
                  </a:cubicBezTo>
                  <a:cubicBezTo>
                    <a:pt x="583" y="992"/>
                    <a:pt x="634" y="1001"/>
                    <a:pt x="683" y="1001"/>
                  </a:cubicBezTo>
                  <a:cubicBezTo>
                    <a:pt x="1190" y="1001"/>
                    <a:pt x="1501" y="0"/>
                    <a:pt x="919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"/>
            <p:cNvSpPr/>
            <p:nvPr/>
          </p:nvSpPr>
          <p:spPr>
            <a:xfrm>
              <a:off x="7135275" y="1155775"/>
              <a:ext cx="29275" cy="21875"/>
            </a:xfrm>
            <a:custGeom>
              <a:avLst/>
              <a:gdLst/>
              <a:ahLst/>
              <a:cxnLst/>
              <a:rect l="l" t="t" r="r" b="b"/>
              <a:pathLst>
                <a:path w="1171" h="875" extrusionOk="0">
                  <a:moveTo>
                    <a:pt x="523" y="0"/>
                  </a:moveTo>
                  <a:cubicBezTo>
                    <a:pt x="244" y="0"/>
                    <a:pt x="1" y="150"/>
                    <a:pt x="114" y="460"/>
                  </a:cubicBezTo>
                  <a:cubicBezTo>
                    <a:pt x="114" y="471"/>
                    <a:pt x="126" y="493"/>
                    <a:pt x="137" y="516"/>
                  </a:cubicBezTo>
                  <a:cubicBezTo>
                    <a:pt x="236" y="726"/>
                    <a:pt x="520" y="875"/>
                    <a:pt x="762" y="875"/>
                  </a:cubicBezTo>
                  <a:cubicBezTo>
                    <a:pt x="964" y="875"/>
                    <a:pt x="1137" y="772"/>
                    <a:pt x="1153" y="516"/>
                  </a:cubicBezTo>
                  <a:cubicBezTo>
                    <a:pt x="1170" y="176"/>
                    <a:pt x="825" y="0"/>
                    <a:pt x="52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"/>
            <p:cNvSpPr/>
            <p:nvPr/>
          </p:nvSpPr>
          <p:spPr>
            <a:xfrm>
              <a:off x="7243950" y="1005450"/>
              <a:ext cx="28875" cy="26975"/>
            </a:xfrm>
            <a:custGeom>
              <a:avLst/>
              <a:gdLst/>
              <a:ahLst/>
              <a:cxnLst/>
              <a:rect l="l" t="t" r="r" b="b"/>
              <a:pathLst>
                <a:path w="1155" h="1079" extrusionOk="0">
                  <a:moveTo>
                    <a:pt x="694" y="1"/>
                  </a:moveTo>
                  <a:cubicBezTo>
                    <a:pt x="645" y="1"/>
                    <a:pt x="590" y="13"/>
                    <a:pt x="529" y="41"/>
                  </a:cubicBezTo>
                  <a:lnTo>
                    <a:pt x="473" y="63"/>
                  </a:lnTo>
                  <a:cubicBezTo>
                    <a:pt x="114" y="276"/>
                    <a:pt x="1" y="1079"/>
                    <a:pt x="541" y="1079"/>
                  </a:cubicBezTo>
                  <a:cubicBezTo>
                    <a:pt x="544" y="1079"/>
                    <a:pt x="548" y="1079"/>
                    <a:pt x="552" y="1079"/>
                  </a:cubicBezTo>
                  <a:cubicBezTo>
                    <a:pt x="1143" y="1068"/>
                    <a:pt x="1154" y="1"/>
                    <a:pt x="694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"/>
            <p:cNvSpPr/>
            <p:nvPr/>
          </p:nvSpPr>
          <p:spPr>
            <a:xfrm>
              <a:off x="7130800" y="1005100"/>
              <a:ext cx="30250" cy="26775"/>
            </a:xfrm>
            <a:custGeom>
              <a:avLst/>
              <a:gdLst/>
              <a:ahLst/>
              <a:cxnLst/>
              <a:rect l="l" t="t" r="r" b="b"/>
              <a:pathLst>
                <a:path w="1210" h="1071" extrusionOk="0">
                  <a:moveTo>
                    <a:pt x="737" y="1"/>
                  </a:moveTo>
                  <a:cubicBezTo>
                    <a:pt x="692" y="1"/>
                    <a:pt x="642" y="10"/>
                    <a:pt x="587" y="32"/>
                  </a:cubicBezTo>
                  <a:cubicBezTo>
                    <a:pt x="564" y="43"/>
                    <a:pt x="542" y="55"/>
                    <a:pt x="519" y="66"/>
                  </a:cubicBezTo>
                  <a:cubicBezTo>
                    <a:pt x="158" y="258"/>
                    <a:pt x="0" y="1059"/>
                    <a:pt x="564" y="1070"/>
                  </a:cubicBezTo>
                  <a:cubicBezTo>
                    <a:pt x="570" y="1070"/>
                    <a:pt x="575" y="1070"/>
                    <a:pt x="581" y="1070"/>
                  </a:cubicBezTo>
                  <a:cubicBezTo>
                    <a:pt x="1163" y="1070"/>
                    <a:pt x="1209" y="1"/>
                    <a:pt x="73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"/>
            <p:cNvSpPr/>
            <p:nvPr/>
          </p:nvSpPr>
          <p:spPr>
            <a:xfrm>
              <a:off x="7182700" y="1110950"/>
              <a:ext cx="29775" cy="21275"/>
            </a:xfrm>
            <a:custGeom>
              <a:avLst/>
              <a:gdLst/>
              <a:ahLst/>
              <a:cxnLst/>
              <a:rect l="l" t="t" r="r" b="b"/>
              <a:pathLst>
                <a:path w="1191" h="851" extrusionOk="0">
                  <a:moveTo>
                    <a:pt x="592" y="1"/>
                  </a:moveTo>
                  <a:cubicBezTo>
                    <a:pt x="285" y="1"/>
                    <a:pt x="1" y="171"/>
                    <a:pt x="147" y="492"/>
                  </a:cubicBezTo>
                  <a:cubicBezTo>
                    <a:pt x="158" y="503"/>
                    <a:pt x="170" y="526"/>
                    <a:pt x="181" y="549"/>
                  </a:cubicBezTo>
                  <a:cubicBezTo>
                    <a:pt x="289" y="731"/>
                    <a:pt x="548" y="850"/>
                    <a:pt x="776" y="850"/>
                  </a:cubicBezTo>
                  <a:cubicBezTo>
                    <a:pt x="998" y="850"/>
                    <a:pt x="1191" y="737"/>
                    <a:pt x="1185" y="458"/>
                  </a:cubicBezTo>
                  <a:cubicBezTo>
                    <a:pt x="1185" y="148"/>
                    <a:pt x="878" y="1"/>
                    <a:pt x="59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"/>
            <p:cNvSpPr/>
            <p:nvPr/>
          </p:nvSpPr>
          <p:spPr>
            <a:xfrm>
              <a:off x="7235800" y="1176200"/>
              <a:ext cx="28300" cy="23975"/>
            </a:xfrm>
            <a:custGeom>
              <a:avLst/>
              <a:gdLst/>
              <a:ahLst/>
              <a:cxnLst/>
              <a:rect l="l" t="t" r="r" b="b"/>
              <a:pathLst>
                <a:path w="1132" h="959" extrusionOk="0">
                  <a:moveTo>
                    <a:pt x="342" y="0"/>
                  </a:moveTo>
                  <a:cubicBezTo>
                    <a:pt x="154" y="0"/>
                    <a:pt x="1" y="100"/>
                    <a:pt x="9" y="342"/>
                  </a:cubicBezTo>
                  <a:lnTo>
                    <a:pt x="9" y="410"/>
                  </a:lnTo>
                  <a:cubicBezTo>
                    <a:pt x="54" y="691"/>
                    <a:pt x="370" y="958"/>
                    <a:pt x="640" y="958"/>
                  </a:cubicBezTo>
                  <a:cubicBezTo>
                    <a:pt x="781" y="958"/>
                    <a:pt x="910" y="885"/>
                    <a:pt x="980" y="703"/>
                  </a:cubicBezTo>
                  <a:cubicBezTo>
                    <a:pt x="1132" y="319"/>
                    <a:pt x="679" y="0"/>
                    <a:pt x="34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"/>
            <p:cNvSpPr/>
            <p:nvPr/>
          </p:nvSpPr>
          <p:spPr>
            <a:xfrm>
              <a:off x="7264950" y="1288225"/>
              <a:ext cx="28350" cy="23750"/>
            </a:xfrm>
            <a:custGeom>
              <a:avLst/>
              <a:gdLst/>
              <a:ahLst/>
              <a:cxnLst/>
              <a:rect l="l" t="t" r="r" b="b"/>
              <a:pathLst>
                <a:path w="1134" h="950" extrusionOk="0">
                  <a:moveTo>
                    <a:pt x="352" y="1"/>
                  </a:moveTo>
                  <a:cubicBezTo>
                    <a:pt x="157" y="1"/>
                    <a:pt x="0" y="104"/>
                    <a:pt x="17" y="352"/>
                  </a:cubicBezTo>
                  <a:cubicBezTo>
                    <a:pt x="17" y="375"/>
                    <a:pt x="17" y="397"/>
                    <a:pt x="17" y="420"/>
                  </a:cubicBezTo>
                  <a:cubicBezTo>
                    <a:pt x="68" y="692"/>
                    <a:pt x="388" y="949"/>
                    <a:pt x="657" y="949"/>
                  </a:cubicBezTo>
                  <a:cubicBezTo>
                    <a:pt x="802" y="949"/>
                    <a:pt x="931" y="876"/>
                    <a:pt x="998" y="691"/>
                  </a:cubicBezTo>
                  <a:cubicBezTo>
                    <a:pt x="1134" y="305"/>
                    <a:pt x="687" y="1"/>
                    <a:pt x="35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"/>
            <p:cNvSpPr/>
            <p:nvPr/>
          </p:nvSpPr>
          <p:spPr>
            <a:xfrm>
              <a:off x="7085800" y="1022800"/>
              <a:ext cx="29350" cy="21625"/>
            </a:xfrm>
            <a:custGeom>
              <a:avLst/>
              <a:gdLst/>
              <a:ahLst/>
              <a:cxnLst/>
              <a:rect l="l" t="t" r="r" b="b"/>
              <a:pathLst>
                <a:path w="1174" h="865" extrusionOk="0">
                  <a:moveTo>
                    <a:pt x="410" y="0"/>
                  </a:moveTo>
                  <a:cubicBezTo>
                    <a:pt x="196" y="0"/>
                    <a:pt x="11" y="110"/>
                    <a:pt x="6" y="385"/>
                  </a:cubicBezTo>
                  <a:cubicBezTo>
                    <a:pt x="0" y="706"/>
                    <a:pt x="325" y="864"/>
                    <a:pt x="618" y="864"/>
                  </a:cubicBezTo>
                  <a:cubicBezTo>
                    <a:pt x="911" y="864"/>
                    <a:pt x="1174" y="706"/>
                    <a:pt x="1044" y="396"/>
                  </a:cubicBezTo>
                  <a:cubicBezTo>
                    <a:pt x="1044" y="373"/>
                    <a:pt x="1033" y="351"/>
                    <a:pt x="1021" y="328"/>
                  </a:cubicBezTo>
                  <a:cubicBezTo>
                    <a:pt x="915" y="133"/>
                    <a:pt x="645" y="0"/>
                    <a:pt x="41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"/>
            <p:cNvSpPr/>
            <p:nvPr/>
          </p:nvSpPr>
          <p:spPr>
            <a:xfrm>
              <a:off x="7251850" y="933575"/>
              <a:ext cx="28900" cy="27700"/>
            </a:xfrm>
            <a:custGeom>
              <a:avLst/>
              <a:gdLst/>
              <a:ahLst/>
              <a:cxnLst/>
              <a:rect l="l" t="t" r="r" b="b"/>
              <a:pathLst>
                <a:path w="1156" h="1108" extrusionOk="0">
                  <a:moveTo>
                    <a:pt x="656" y="1"/>
                  </a:moveTo>
                  <a:cubicBezTo>
                    <a:pt x="610" y="1"/>
                    <a:pt x="561" y="9"/>
                    <a:pt x="507" y="27"/>
                  </a:cubicBezTo>
                  <a:cubicBezTo>
                    <a:pt x="0" y="199"/>
                    <a:pt x="238" y="1107"/>
                    <a:pt x="632" y="1107"/>
                  </a:cubicBezTo>
                  <a:cubicBezTo>
                    <a:pt x="703" y="1107"/>
                    <a:pt x="779" y="1078"/>
                    <a:pt x="857" y="1009"/>
                  </a:cubicBezTo>
                  <a:cubicBezTo>
                    <a:pt x="868" y="997"/>
                    <a:pt x="890" y="986"/>
                    <a:pt x="902" y="963"/>
                  </a:cubicBezTo>
                  <a:cubicBezTo>
                    <a:pt x="1156" y="679"/>
                    <a:pt x="1071" y="1"/>
                    <a:pt x="65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"/>
            <p:cNvSpPr/>
            <p:nvPr/>
          </p:nvSpPr>
          <p:spPr>
            <a:xfrm>
              <a:off x="7255300" y="1228125"/>
              <a:ext cx="36925" cy="21000"/>
            </a:xfrm>
            <a:custGeom>
              <a:avLst/>
              <a:gdLst/>
              <a:ahLst/>
              <a:cxnLst/>
              <a:rect l="l" t="t" r="r" b="b"/>
              <a:pathLst>
                <a:path w="1477" h="840" extrusionOk="0">
                  <a:moveTo>
                    <a:pt x="877" y="1"/>
                  </a:moveTo>
                  <a:cubicBezTo>
                    <a:pt x="469" y="1"/>
                    <a:pt x="0" y="385"/>
                    <a:pt x="358" y="702"/>
                  </a:cubicBezTo>
                  <a:cubicBezTo>
                    <a:pt x="380" y="714"/>
                    <a:pt x="391" y="725"/>
                    <a:pt x="414" y="748"/>
                  </a:cubicBezTo>
                  <a:cubicBezTo>
                    <a:pt x="507" y="810"/>
                    <a:pt x="629" y="840"/>
                    <a:pt x="755" y="840"/>
                  </a:cubicBezTo>
                  <a:cubicBezTo>
                    <a:pt x="1104" y="840"/>
                    <a:pt x="1477" y="613"/>
                    <a:pt x="1294" y="240"/>
                  </a:cubicBezTo>
                  <a:cubicBezTo>
                    <a:pt x="1210" y="69"/>
                    <a:pt x="1049" y="1"/>
                    <a:pt x="87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"/>
            <p:cNvSpPr/>
            <p:nvPr/>
          </p:nvSpPr>
          <p:spPr>
            <a:xfrm>
              <a:off x="7221900" y="1035200"/>
              <a:ext cx="37325" cy="25225"/>
            </a:xfrm>
            <a:custGeom>
              <a:avLst/>
              <a:gdLst/>
              <a:ahLst/>
              <a:cxnLst/>
              <a:rect l="l" t="t" r="r" b="b"/>
              <a:pathLst>
                <a:path w="1493" h="1009" extrusionOk="0">
                  <a:moveTo>
                    <a:pt x="916" y="0"/>
                  </a:moveTo>
                  <a:cubicBezTo>
                    <a:pt x="905" y="0"/>
                    <a:pt x="893" y="1"/>
                    <a:pt x="881" y="2"/>
                  </a:cubicBezTo>
                  <a:cubicBezTo>
                    <a:pt x="858" y="2"/>
                    <a:pt x="836" y="2"/>
                    <a:pt x="802" y="13"/>
                  </a:cubicBezTo>
                  <a:cubicBezTo>
                    <a:pt x="396" y="81"/>
                    <a:pt x="1" y="791"/>
                    <a:pt x="543" y="983"/>
                  </a:cubicBezTo>
                  <a:cubicBezTo>
                    <a:pt x="590" y="1000"/>
                    <a:pt x="637" y="1008"/>
                    <a:pt x="681" y="1008"/>
                  </a:cubicBezTo>
                  <a:cubicBezTo>
                    <a:pt x="1190" y="1008"/>
                    <a:pt x="1492" y="0"/>
                    <a:pt x="91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"/>
            <p:cNvSpPr/>
            <p:nvPr/>
          </p:nvSpPr>
          <p:spPr>
            <a:xfrm>
              <a:off x="7090925" y="1057800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628" y="0"/>
                  </a:moveTo>
                  <a:cubicBezTo>
                    <a:pt x="50" y="0"/>
                    <a:pt x="0" y="1072"/>
                    <a:pt x="469" y="1072"/>
                  </a:cubicBezTo>
                  <a:cubicBezTo>
                    <a:pt x="516" y="1072"/>
                    <a:pt x="568" y="1062"/>
                    <a:pt x="625" y="1038"/>
                  </a:cubicBezTo>
                  <a:cubicBezTo>
                    <a:pt x="636" y="1038"/>
                    <a:pt x="658" y="1027"/>
                    <a:pt x="681" y="1016"/>
                  </a:cubicBezTo>
                  <a:cubicBezTo>
                    <a:pt x="1053" y="813"/>
                    <a:pt x="1200" y="12"/>
                    <a:pt x="636" y="0"/>
                  </a:cubicBezTo>
                  <a:cubicBezTo>
                    <a:pt x="633" y="0"/>
                    <a:pt x="630" y="0"/>
                    <a:pt x="62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"/>
            <p:cNvSpPr/>
            <p:nvPr/>
          </p:nvSpPr>
          <p:spPr>
            <a:xfrm>
              <a:off x="7199475" y="1052650"/>
              <a:ext cx="29350" cy="21525"/>
            </a:xfrm>
            <a:custGeom>
              <a:avLst/>
              <a:gdLst/>
              <a:ahLst/>
              <a:cxnLst/>
              <a:rect l="l" t="t" r="r" b="b"/>
              <a:pathLst>
                <a:path w="1174" h="861" extrusionOk="0">
                  <a:moveTo>
                    <a:pt x="406" y="1"/>
                  </a:moveTo>
                  <a:cubicBezTo>
                    <a:pt x="194" y="1"/>
                    <a:pt x="12" y="108"/>
                    <a:pt x="6" y="376"/>
                  </a:cubicBezTo>
                  <a:cubicBezTo>
                    <a:pt x="1" y="700"/>
                    <a:pt x="331" y="861"/>
                    <a:pt x="626" y="861"/>
                  </a:cubicBezTo>
                  <a:cubicBezTo>
                    <a:pt x="917" y="861"/>
                    <a:pt x="1173" y="706"/>
                    <a:pt x="1045" y="398"/>
                  </a:cubicBezTo>
                  <a:cubicBezTo>
                    <a:pt x="1045" y="376"/>
                    <a:pt x="1033" y="353"/>
                    <a:pt x="1022" y="330"/>
                  </a:cubicBezTo>
                  <a:cubicBezTo>
                    <a:pt x="915" y="134"/>
                    <a:pt x="642" y="1"/>
                    <a:pt x="40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"/>
            <p:cNvSpPr/>
            <p:nvPr/>
          </p:nvSpPr>
          <p:spPr>
            <a:xfrm>
              <a:off x="7289100" y="1296450"/>
              <a:ext cx="29725" cy="21400"/>
            </a:xfrm>
            <a:custGeom>
              <a:avLst/>
              <a:gdLst/>
              <a:ahLst/>
              <a:cxnLst/>
              <a:rect l="l" t="t" r="r" b="b"/>
              <a:pathLst>
                <a:path w="1189" h="856" extrusionOk="0">
                  <a:moveTo>
                    <a:pt x="582" y="0"/>
                  </a:moveTo>
                  <a:cubicBezTo>
                    <a:pt x="278" y="0"/>
                    <a:pt x="0" y="167"/>
                    <a:pt x="145" y="486"/>
                  </a:cubicBezTo>
                  <a:cubicBezTo>
                    <a:pt x="156" y="508"/>
                    <a:pt x="168" y="531"/>
                    <a:pt x="179" y="554"/>
                  </a:cubicBezTo>
                  <a:cubicBezTo>
                    <a:pt x="288" y="736"/>
                    <a:pt x="546" y="855"/>
                    <a:pt x="774" y="855"/>
                  </a:cubicBezTo>
                  <a:cubicBezTo>
                    <a:pt x="996" y="855"/>
                    <a:pt x="1189" y="742"/>
                    <a:pt x="1183" y="463"/>
                  </a:cubicBezTo>
                  <a:cubicBezTo>
                    <a:pt x="1183" y="150"/>
                    <a:pt x="871" y="0"/>
                    <a:pt x="582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"/>
            <p:cNvSpPr/>
            <p:nvPr/>
          </p:nvSpPr>
          <p:spPr>
            <a:xfrm>
              <a:off x="7254900" y="969750"/>
              <a:ext cx="28375" cy="23850"/>
            </a:xfrm>
            <a:custGeom>
              <a:avLst/>
              <a:gdLst/>
              <a:ahLst/>
              <a:cxnLst/>
              <a:rect l="l" t="t" r="r" b="b"/>
              <a:pathLst>
                <a:path w="1135" h="954" extrusionOk="0">
                  <a:moveTo>
                    <a:pt x="345" y="1"/>
                  </a:moveTo>
                  <a:cubicBezTo>
                    <a:pt x="154" y="1"/>
                    <a:pt x="0" y="100"/>
                    <a:pt x="12" y="340"/>
                  </a:cubicBezTo>
                  <a:cubicBezTo>
                    <a:pt x="12" y="363"/>
                    <a:pt x="12" y="385"/>
                    <a:pt x="24" y="408"/>
                  </a:cubicBezTo>
                  <a:cubicBezTo>
                    <a:pt x="61" y="683"/>
                    <a:pt x="378" y="954"/>
                    <a:pt x="648" y="954"/>
                  </a:cubicBezTo>
                  <a:cubicBezTo>
                    <a:pt x="787" y="954"/>
                    <a:pt x="914" y="882"/>
                    <a:pt x="983" y="701"/>
                  </a:cubicBezTo>
                  <a:cubicBezTo>
                    <a:pt x="1134" y="312"/>
                    <a:pt x="682" y="1"/>
                    <a:pt x="345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"/>
            <p:cNvSpPr/>
            <p:nvPr/>
          </p:nvSpPr>
          <p:spPr>
            <a:xfrm>
              <a:off x="7226850" y="1192800"/>
              <a:ext cx="28575" cy="23675"/>
            </a:xfrm>
            <a:custGeom>
              <a:avLst/>
              <a:gdLst/>
              <a:ahLst/>
              <a:cxnLst/>
              <a:rect l="l" t="t" r="r" b="b"/>
              <a:pathLst>
                <a:path w="1143" h="947" extrusionOk="0">
                  <a:moveTo>
                    <a:pt x="352" y="1"/>
                  </a:moveTo>
                  <a:cubicBezTo>
                    <a:pt x="157" y="1"/>
                    <a:pt x="1" y="101"/>
                    <a:pt x="17" y="344"/>
                  </a:cubicBezTo>
                  <a:lnTo>
                    <a:pt x="29" y="412"/>
                  </a:lnTo>
                  <a:cubicBezTo>
                    <a:pt x="73" y="684"/>
                    <a:pt x="395" y="946"/>
                    <a:pt x="664" y="946"/>
                  </a:cubicBezTo>
                  <a:cubicBezTo>
                    <a:pt x="807" y="946"/>
                    <a:pt x="936" y="871"/>
                    <a:pt x="999" y="682"/>
                  </a:cubicBezTo>
                  <a:cubicBezTo>
                    <a:pt x="1142" y="303"/>
                    <a:pt x="690" y="1"/>
                    <a:pt x="35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"/>
            <p:cNvSpPr/>
            <p:nvPr/>
          </p:nvSpPr>
          <p:spPr>
            <a:xfrm>
              <a:off x="7176475" y="1159050"/>
              <a:ext cx="31350" cy="26650"/>
            </a:xfrm>
            <a:custGeom>
              <a:avLst/>
              <a:gdLst/>
              <a:ahLst/>
              <a:cxnLst/>
              <a:rect l="l" t="t" r="r" b="b"/>
              <a:pathLst>
                <a:path w="1254" h="1066" extrusionOk="0">
                  <a:moveTo>
                    <a:pt x="657" y="0"/>
                  </a:moveTo>
                  <a:cubicBezTo>
                    <a:pt x="84" y="0"/>
                    <a:pt x="0" y="1066"/>
                    <a:pt x="482" y="1066"/>
                  </a:cubicBezTo>
                  <a:cubicBezTo>
                    <a:pt x="524" y="1066"/>
                    <a:pt x="571" y="1057"/>
                    <a:pt x="622" y="1039"/>
                  </a:cubicBezTo>
                  <a:cubicBezTo>
                    <a:pt x="644" y="1028"/>
                    <a:pt x="667" y="1017"/>
                    <a:pt x="689" y="1006"/>
                  </a:cubicBezTo>
                  <a:cubicBezTo>
                    <a:pt x="1062" y="825"/>
                    <a:pt x="1254" y="35"/>
                    <a:pt x="689" y="1"/>
                  </a:cubicBezTo>
                  <a:cubicBezTo>
                    <a:pt x="678" y="0"/>
                    <a:pt x="667" y="0"/>
                    <a:pt x="657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"/>
            <p:cNvSpPr/>
            <p:nvPr/>
          </p:nvSpPr>
          <p:spPr>
            <a:xfrm>
              <a:off x="7264650" y="1110875"/>
              <a:ext cx="29500" cy="21525"/>
            </a:xfrm>
            <a:custGeom>
              <a:avLst/>
              <a:gdLst/>
              <a:ahLst/>
              <a:cxnLst/>
              <a:rect l="l" t="t" r="r" b="b"/>
              <a:pathLst>
                <a:path w="1180" h="861" extrusionOk="0">
                  <a:moveTo>
                    <a:pt x="401" y="0"/>
                  </a:moveTo>
                  <a:cubicBezTo>
                    <a:pt x="191" y="0"/>
                    <a:pt x="11" y="106"/>
                    <a:pt x="6" y="371"/>
                  </a:cubicBezTo>
                  <a:cubicBezTo>
                    <a:pt x="0" y="700"/>
                    <a:pt x="328" y="861"/>
                    <a:pt x="624" y="861"/>
                  </a:cubicBezTo>
                  <a:cubicBezTo>
                    <a:pt x="917" y="861"/>
                    <a:pt x="1179" y="703"/>
                    <a:pt x="1056" y="394"/>
                  </a:cubicBezTo>
                  <a:cubicBezTo>
                    <a:pt x="1044" y="371"/>
                    <a:pt x="1033" y="348"/>
                    <a:pt x="1022" y="326"/>
                  </a:cubicBezTo>
                  <a:cubicBezTo>
                    <a:pt x="914" y="135"/>
                    <a:pt x="638" y="0"/>
                    <a:pt x="401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"/>
            <p:cNvSpPr/>
            <p:nvPr/>
          </p:nvSpPr>
          <p:spPr>
            <a:xfrm>
              <a:off x="7240625" y="871850"/>
              <a:ext cx="31275" cy="20900"/>
            </a:xfrm>
            <a:custGeom>
              <a:avLst/>
              <a:gdLst/>
              <a:ahLst/>
              <a:cxnLst/>
              <a:rect l="l" t="t" r="r" b="b"/>
              <a:pathLst>
                <a:path w="1251" h="836" extrusionOk="0">
                  <a:moveTo>
                    <a:pt x="471" y="0"/>
                  </a:moveTo>
                  <a:cubicBezTo>
                    <a:pt x="221" y="0"/>
                    <a:pt x="0" y="127"/>
                    <a:pt x="30" y="431"/>
                  </a:cubicBezTo>
                  <a:cubicBezTo>
                    <a:pt x="61" y="711"/>
                    <a:pt x="333" y="836"/>
                    <a:pt x="597" y="836"/>
                  </a:cubicBezTo>
                  <a:cubicBezTo>
                    <a:pt x="930" y="836"/>
                    <a:pt x="1251" y="639"/>
                    <a:pt x="1069" y="307"/>
                  </a:cubicBezTo>
                  <a:cubicBezTo>
                    <a:pt x="1057" y="284"/>
                    <a:pt x="1046" y="273"/>
                    <a:pt x="1035" y="250"/>
                  </a:cubicBezTo>
                  <a:cubicBezTo>
                    <a:pt x="920" y="94"/>
                    <a:pt x="685" y="0"/>
                    <a:pt x="471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"/>
            <p:cNvSpPr/>
            <p:nvPr/>
          </p:nvSpPr>
          <p:spPr>
            <a:xfrm>
              <a:off x="7195325" y="971500"/>
              <a:ext cx="29750" cy="27875"/>
            </a:xfrm>
            <a:custGeom>
              <a:avLst/>
              <a:gdLst/>
              <a:ahLst/>
              <a:cxnLst/>
              <a:rect l="l" t="t" r="r" b="b"/>
              <a:pathLst>
                <a:path w="1190" h="1115" extrusionOk="0">
                  <a:moveTo>
                    <a:pt x="662" y="0"/>
                  </a:moveTo>
                  <a:cubicBezTo>
                    <a:pt x="606" y="0"/>
                    <a:pt x="544" y="14"/>
                    <a:pt x="477" y="44"/>
                  </a:cubicBezTo>
                  <a:cubicBezTo>
                    <a:pt x="1" y="278"/>
                    <a:pt x="321" y="1114"/>
                    <a:pt x="694" y="1114"/>
                  </a:cubicBezTo>
                  <a:cubicBezTo>
                    <a:pt x="772" y="1114"/>
                    <a:pt x="853" y="1078"/>
                    <a:pt x="928" y="992"/>
                  </a:cubicBezTo>
                  <a:cubicBezTo>
                    <a:pt x="951" y="970"/>
                    <a:pt x="962" y="947"/>
                    <a:pt x="974" y="936"/>
                  </a:cubicBezTo>
                  <a:cubicBezTo>
                    <a:pt x="1190" y="631"/>
                    <a:pt x="1046" y="0"/>
                    <a:pt x="662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"/>
            <p:cNvSpPr/>
            <p:nvPr/>
          </p:nvSpPr>
          <p:spPr>
            <a:xfrm>
              <a:off x="7109650" y="905275"/>
              <a:ext cx="29775" cy="21300"/>
            </a:xfrm>
            <a:custGeom>
              <a:avLst/>
              <a:gdLst/>
              <a:ahLst/>
              <a:cxnLst/>
              <a:rect l="l" t="t" r="r" b="b"/>
              <a:pathLst>
                <a:path w="1191" h="852" extrusionOk="0">
                  <a:moveTo>
                    <a:pt x="588" y="0"/>
                  </a:moveTo>
                  <a:cubicBezTo>
                    <a:pt x="282" y="0"/>
                    <a:pt x="1" y="167"/>
                    <a:pt x="146" y="482"/>
                  </a:cubicBezTo>
                  <a:cubicBezTo>
                    <a:pt x="158" y="504"/>
                    <a:pt x="158" y="527"/>
                    <a:pt x="180" y="549"/>
                  </a:cubicBezTo>
                  <a:cubicBezTo>
                    <a:pt x="289" y="732"/>
                    <a:pt x="548" y="851"/>
                    <a:pt x="775" y="851"/>
                  </a:cubicBezTo>
                  <a:cubicBezTo>
                    <a:pt x="998" y="851"/>
                    <a:pt x="1190" y="738"/>
                    <a:pt x="1185" y="459"/>
                  </a:cubicBezTo>
                  <a:cubicBezTo>
                    <a:pt x="1185" y="148"/>
                    <a:pt x="875" y="0"/>
                    <a:pt x="588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"/>
            <p:cNvSpPr/>
            <p:nvPr/>
          </p:nvSpPr>
          <p:spPr>
            <a:xfrm>
              <a:off x="7280600" y="1189100"/>
              <a:ext cx="29775" cy="21275"/>
            </a:xfrm>
            <a:custGeom>
              <a:avLst/>
              <a:gdLst/>
              <a:ahLst/>
              <a:cxnLst/>
              <a:rect l="l" t="t" r="r" b="b"/>
              <a:pathLst>
                <a:path w="1191" h="851" extrusionOk="0">
                  <a:moveTo>
                    <a:pt x="587" y="0"/>
                  </a:moveTo>
                  <a:cubicBezTo>
                    <a:pt x="281" y="0"/>
                    <a:pt x="1" y="171"/>
                    <a:pt x="147" y="492"/>
                  </a:cubicBezTo>
                  <a:cubicBezTo>
                    <a:pt x="147" y="503"/>
                    <a:pt x="158" y="526"/>
                    <a:pt x="169" y="548"/>
                  </a:cubicBezTo>
                  <a:cubicBezTo>
                    <a:pt x="278" y="731"/>
                    <a:pt x="539" y="850"/>
                    <a:pt x="770" y="850"/>
                  </a:cubicBezTo>
                  <a:cubicBezTo>
                    <a:pt x="995" y="850"/>
                    <a:pt x="1190" y="737"/>
                    <a:pt x="1185" y="458"/>
                  </a:cubicBezTo>
                  <a:cubicBezTo>
                    <a:pt x="1179" y="148"/>
                    <a:pt x="872" y="0"/>
                    <a:pt x="587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"/>
            <p:cNvSpPr/>
            <p:nvPr/>
          </p:nvSpPr>
          <p:spPr>
            <a:xfrm>
              <a:off x="7134900" y="1085975"/>
              <a:ext cx="28650" cy="23675"/>
            </a:xfrm>
            <a:custGeom>
              <a:avLst/>
              <a:gdLst/>
              <a:ahLst/>
              <a:cxnLst/>
              <a:rect l="l" t="t" r="r" b="b"/>
              <a:pathLst>
                <a:path w="1146" h="947" extrusionOk="0">
                  <a:moveTo>
                    <a:pt x="355" y="0"/>
                  </a:moveTo>
                  <a:cubicBezTo>
                    <a:pt x="159" y="0"/>
                    <a:pt x="0" y="103"/>
                    <a:pt x="17" y="351"/>
                  </a:cubicBezTo>
                  <a:cubicBezTo>
                    <a:pt x="17" y="374"/>
                    <a:pt x="17" y="397"/>
                    <a:pt x="28" y="419"/>
                  </a:cubicBezTo>
                  <a:cubicBezTo>
                    <a:pt x="80" y="685"/>
                    <a:pt x="402" y="946"/>
                    <a:pt x="672" y="946"/>
                  </a:cubicBezTo>
                  <a:cubicBezTo>
                    <a:pt x="815" y="946"/>
                    <a:pt x="943" y="873"/>
                    <a:pt x="1010" y="690"/>
                  </a:cubicBezTo>
                  <a:cubicBezTo>
                    <a:pt x="1145" y="304"/>
                    <a:pt x="694" y="0"/>
                    <a:pt x="355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"/>
            <p:cNvSpPr/>
            <p:nvPr/>
          </p:nvSpPr>
          <p:spPr>
            <a:xfrm>
              <a:off x="7189325" y="928250"/>
              <a:ext cx="29350" cy="21500"/>
            </a:xfrm>
            <a:custGeom>
              <a:avLst/>
              <a:gdLst/>
              <a:ahLst/>
              <a:cxnLst/>
              <a:rect l="l" t="t" r="r" b="b"/>
              <a:pathLst>
                <a:path w="1174" h="860" extrusionOk="0">
                  <a:moveTo>
                    <a:pt x="406" y="0"/>
                  </a:moveTo>
                  <a:cubicBezTo>
                    <a:pt x="194" y="0"/>
                    <a:pt x="12" y="108"/>
                    <a:pt x="6" y="375"/>
                  </a:cubicBezTo>
                  <a:cubicBezTo>
                    <a:pt x="1" y="698"/>
                    <a:pt x="328" y="859"/>
                    <a:pt x="622" y="859"/>
                  </a:cubicBezTo>
                  <a:cubicBezTo>
                    <a:pt x="914" y="859"/>
                    <a:pt x="1174" y="701"/>
                    <a:pt x="1044" y="386"/>
                  </a:cubicBezTo>
                  <a:cubicBezTo>
                    <a:pt x="1033" y="364"/>
                    <a:pt x="1033" y="341"/>
                    <a:pt x="1022" y="330"/>
                  </a:cubicBezTo>
                  <a:cubicBezTo>
                    <a:pt x="915" y="134"/>
                    <a:pt x="642" y="0"/>
                    <a:pt x="406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"/>
            <p:cNvSpPr/>
            <p:nvPr/>
          </p:nvSpPr>
          <p:spPr>
            <a:xfrm>
              <a:off x="7172625" y="968850"/>
              <a:ext cx="28850" cy="27675"/>
            </a:xfrm>
            <a:custGeom>
              <a:avLst/>
              <a:gdLst/>
              <a:ahLst/>
              <a:cxnLst/>
              <a:rect l="l" t="t" r="r" b="b"/>
              <a:pathLst>
                <a:path w="1154" h="1107" extrusionOk="0">
                  <a:moveTo>
                    <a:pt x="663" y="0"/>
                  </a:moveTo>
                  <a:cubicBezTo>
                    <a:pt x="618" y="0"/>
                    <a:pt x="569" y="8"/>
                    <a:pt x="516" y="26"/>
                  </a:cubicBezTo>
                  <a:cubicBezTo>
                    <a:pt x="0" y="198"/>
                    <a:pt x="245" y="1107"/>
                    <a:pt x="633" y="1107"/>
                  </a:cubicBezTo>
                  <a:cubicBezTo>
                    <a:pt x="704" y="1107"/>
                    <a:pt x="779" y="1077"/>
                    <a:pt x="855" y="1008"/>
                  </a:cubicBezTo>
                  <a:cubicBezTo>
                    <a:pt x="877" y="985"/>
                    <a:pt x="889" y="974"/>
                    <a:pt x="900" y="952"/>
                  </a:cubicBezTo>
                  <a:cubicBezTo>
                    <a:pt x="1154" y="677"/>
                    <a:pt x="1069" y="0"/>
                    <a:pt x="66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"/>
            <p:cNvSpPr/>
            <p:nvPr/>
          </p:nvSpPr>
          <p:spPr>
            <a:xfrm>
              <a:off x="7123225" y="845000"/>
              <a:ext cx="31575" cy="21075"/>
            </a:xfrm>
            <a:custGeom>
              <a:avLst/>
              <a:gdLst/>
              <a:ahLst/>
              <a:cxnLst/>
              <a:rect l="l" t="t" r="r" b="b"/>
              <a:pathLst>
                <a:path w="1263" h="843" extrusionOk="0">
                  <a:moveTo>
                    <a:pt x="481" y="1"/>
                  </a:moveTo>
                  <a:cubicBezTo>
                    <a:pt x="227" y="1"/>
                    <a:pt x="0" y="133"/>
                    <a:pt x="44" y="444"/>
                  </a:cubicBezTo>
                  <a:cubicBezTo>
                    <a:pt x="78" y="722"/>
                    <a:pt x="338" y="842"/>
                    <a:pt x="594" y="842"/>
                  </a:cubicBezTo>
                  <a:cubicBezTo>
                    <a:pt x="931" y="842"/>
                    <a:pt x="1263" y="635"/>
                    <a:pt x="1070" y="309"/>
                  </a:cubicBezTo>
                  <a:cubicBezTo>
                    <a:pt x="1059" y="286"/>
                    <a:pt x="1048" y="264"/>
                    <a:pt x="1025" y="241"/>
                  </a:cubicBezTo>
                  <a:cubicBezTo>
                    <a:pt x="914" y="89"/>
                    <a:pt x="688" y="1"/>
                    <a:pt x="481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"/>
            <p:cNvSpPr/>
            <p:nvPr/>
          </p:nvSpPr>
          <p:spPr>
            <a:xfrm>
              <a:off x="7251750" y="1149975"/>
              <a:ext cx="29525" cy="27900"/>
            </a:xfrm>
            <a:custGeom>
              <a:avLst/>
              <a:gdLst/>
              <a:ahLst/>
              <a:cxnLst/>
              <a:rect l="l" t="t" r="r" b="b"/>
              <a:pathLst>
                <a:path w="1181" h="1116" extrusionOk="0">
                  <a:moveTo>
                    <a:pt x="506" y="1"/>
                  </a:moveTo>
                  <a:cubicBezTo>
                    <a:pt x="430" y="1"/>
                    <a:pt x="351" y="35"/>
                    <a:pt x="274" y="116"/>
                  </a:cubicBezTo>
                  <a:cubicBezTo>
                    <a:pt x="263" y="127"/>
                    <a:pt x="240" y="150"/>
                    <a:pt x="229" y="172"/>
                  </a:cubicBezTo>
                  <a:cubicBezTo>
                    <a:pt x="1" y="470"/>
                    <a:pt x="130" y="1115"/>
                    <a:pt x="516" y="1115"/>
                  </a:cubicBezTo>
                  <a:cubicBezTo>
                    <a:pt x="570" y="1115"/>
                    <a:pt x="628" y="1103"/>
                    <a:pt x="691" y="1075"/>
                  </a:cubicBezTo>
                  <a:cubicBezTo>
                    <a:pt x="1180" y="859"/>
                    <a:pt x="886" y="1"/>
                    <a:pt x="50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"/>
            <p:cNvSpPr/>
            <p:nvPr/>
          </p:nvSpPr>
          <p:spPr>
            <a:xfrm>
              <a:off x="7164350" y="1088525"/>
              <a:ext cx="37075" cy="25200"/>
            </a:xfrm>
            <a:custGeom>
              <a:avLst/>
              <a:gdLst/>
              <a:ahLst/>
              <a:cxnLst/>
              <a:rect l="l" t="t" r="r" b="b"/>
              <a:pathLst>
                <a:path w="1483" h="1008" extrusionOk="0">
                  <a:moveTo>
                    <a:pt x="916" y="0"/>
                  </a:moveTo>
                  <a:cubicBezTo>
                    <a:pt x="905" y="0"/>
                    <a:pt x="893" y="0"/>
                    <a:pt x="881" y="1"/>
                  </a:cubicBezTo>
                  <a:lnTo>
                    <a:pt x="802" y="1"/>
                  </a:lnTo>
                  <a:cubicBezTo>
                    <a:pt x="396" y="80"/>
                    <a:pt x="1" y="791"/>
                    <a:pt x="531" y="983"/>
                  </a:cubicBezTo>
                  <a:cubicBezTo>
                    <a:pt x="580" y="1000"/>
                    <a:pt x="627" y="1008"/>
                    <a:pt x="672" y="1008"/>
                  </a:cubicBezTo>
                  <a:cubicBezTo>
                    <a:pt x="1188" y="1008"/>
                    <a:pt x="1482" y="0"/>
                    <a:pt x="91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"/>
            <p:cNvSpPr/>
            <p:nvPr/>
          </p:nvSpPr>
          <p:spPr>
            <a:xfrm>
              <a:off x="7232950" y="1090250"/>
              <a:ext cx="29750" cy="21375"/>
            </a:xfrm>
            <a:custGeom>
              <a:avLst/>
              <a:gdLst/>
              <a:ahLst/>
              <a:cxnLst/>
              <a:rect l="l" t="t" r="r" b="b"/>
              <a:pathLst>
                <a:path w="1190" h="855" extrusionOk="0">
                  <a:moveTo>
                    <a:pt x="582" y="1"/>
                  </a:moveTo>
                  <a:cubicBezTo>
                    <a:pt x="278" y="1"/>
                    <a:pt x="0" y="171"/>
                    <a:pt x="146" y="496"/>
                  </a:cubicBezTo>
                  <a:cubicBezTo>
                    <a:pt x="157" y="508"/>
                    <a:pt x="168" y="530"/>
                    <a:pt x="180" y="553"/>
                  </a:cubicBezTo>
                  <a:cubicBezTo>
                    <a:pt x="288" y="736"/>
                    <a:pt x="547" y="855"/>
                    <a:pt x="775" y="855"/>
                  </a:cubicBezTo>
                  <a:cubicBezTo>
                    <a:pt x="997" y="855"/>
                    <a:pt x="1189" y="741"/>
                    <a:pt x="1184" y="463"/>
                  </a:cubicBezTo>
                  <a:cubicBezTo>
                    <a:pt x="1178" y="151"/>
                    <a:pt x="868" y="1"/>
                    <a:pt x="58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"/>
            <p:cNvSpPr/>
            <p:nvPr/>
          </p:nvSpPr>
          <p:spPr>
            <a:xfrm>
              <a:off x="7223600" y="1085000"/>
              <a:ext cx="31125" cy="26725"/>
            </a:xfrm>
            <a:custGeom>
              <a:avLst/>
              <a:gdLst/>
              <a:ahLst/>
              <a:cxnLst/>
              <a:rect l="l" t="t" r="r" b="b"/>
              <a:pathLst>
                <a:path w="1245" h="1069" extrusionOk="0">
                  <a:moveTo>
                    <a:pt x="767" y="1"/>
                  </a:moveTo>
                  <a:cubicBezTo>
                    <a:pt x="723" y="1"/>
                    <a:pt x="675" y="10"/>
                    <a:pt x="621" y="29"/>
                  </a:cubicBezTo>
                  <a:cubicBezTo>
                    <a:pt x="599" y="29"/>
                    <a:pt x="576" y="41"/>
                    <a:pt x="554" y="52"/>
                  </a:cubicBezTo>
                  <a:cubicBezTo>
                    <a:pt x="181" y="244"/>
                    <a:pt x="1" y="1034"/>
                    <a:pt x="554" y="1068"/>
                  </a:cubicBezTo>
                  <a:cubicBezTo>
                    <a:pt x="562" y="1068"/>
                    <a:pt x="570" y="1068"/>
                    <a:pt x="578" y="1068"/>
                  </a:cubicBezTo>
                  <a:cubicBezTo>
                    <a:pt x="1156" y="1068"/>
                    <a:pt x="1244" y="1"/>
                    <a:pt x="76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"/>
            <p:cNvSpPr/>
            <p:nvPr/>
          </p:nvSpPr>
          <p:spPr>
            <a:xfrm>
              <a:off x="7158125" y="1200050"/>
              <a:ext cx="28400" cy="23750"/>
            </a:xfrm>
            <a:custGeom>
              <a:avLst/>
              <a:gdLst/>
              <a:ahLst/>
              <a:cxnLst/>
              <a:rect l="l" t="t" r="r" b="b"/>
              <a:pathLst>
                <a:path w="1136" h="950" extrusionOk="0">
                  <a:moveTo>
                    <a:pt x="474" y="1"/>
                  </a:moveTo>
                  <a:cubicBezTo>
                    <a:pt x="332" y="1"/>
                    <a:pt x="203" y="74"/>
                    <a:pt x="137" y="257"/>
                  </a:cubicBezTo>
                  <a:cubicBezTo>
                    <a:pt x="1" y="644"/>
                    <a:pt x="453" y="950"/>
                    <a:pt x="788" y="950"/>
                  </a:cubicBezTo>
                  <a:cubicBezTo>
                    <a:pt x="981" y="950"/>
                    <a:pt x="1135" y="849"/>
                    <a:pt x="1119" y="607"/>
                  </a:cubicBezTo>
                  <a:cubicBezTo>
                    <a:pt x="1119" y="573"/>
                    <a:pt x="1119" y="550"/>
                    <a:pt x="1119" y="528"/>
                  </a:cubicBezTo>
                  <a:cubicBezTo>
                    <a:pt x="1067" y="262"/>
                    <a:pt x="745" y="1"/>
                    <a:pt x="474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"/>
            <p:cNvSpPr/>
            <p:nvPr/>
          </p:nvSpPr>
          <p:spPr>
            <a:xfrm>
              <a:off x="7245225" y="1476725"/>
              <a:ext cx="30300" cy="26825"/>
            </a:xfrm>
            <a:custGeom>
              <a:avLst/>
              <a:gdLst/>
              <a:ahLst/>
              <a:cxnLst/>
              <a:rect l="l" t="t" r="r" b="b"/>
              <a:pathLst>
                <a:path w="1212" h="1073" extrusionOk="0">
                  <a:moveTo>
                    <a:pt x="639" y="0"/>
                  </a:moveTo>
                  <a:cubicBezTo>
                    <a:pt x="52" y="0"/>
                    <a:pt x="1" y="1072"/>
                    <a:pt x="469" y="1072"/>
                  </a:cubicBezTo>
                  <a:cubicBezTo>
                    <a:pt x="516" y="1072"/>
                    <a:pt x="568" y="1062"/>
                    <a:pt x="625" y="1038"/>
                  </a:cubicBezTo>
                  <a:cubicBezTo>
                    <a:pt x="648" y="1038"/>
                    <a:pt x="670" y="1027"/>
                    <a:pt x="693" y="1016"/>
                  </a:cubicBezTo>
                  <a:cubicBezTo>
                    <a:pt x="1065" y="813"/>
                    <a:pt x="1212" y="12"/>
                    <a:pt x="648" y="0"/>
                  </a:cubicBezTo>
                  <a:cubicBezTo>
                    <a:pt x="645" y="0"/>
                    <a:pt x="642" y="0"/>
                    <a:pt x="639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"/>
            <p:cNvSpPr/>
            <p:nvPr/>
          </p:nvSpPr>
          <p:spPr>
            <a:xfrm>
              <a:off x="7281000" y="1337700"/>
              <a:ext cx="29775" cy="21300"/>
            </a:xfrm>
            <a:custGeom>
              <a:avLst/>
              <a:gdLst/>
              <a:ahLst/>
              <a:cxnLst/>
              <a:rect l="l" t="t" r="r" b="b"/>
              <a:pathLst>
                <a:path w="1191" h="852" extrusionOk="0">
                  <a:moveTo>
                    <a:pt x="420" y="1"/>
                  </a:moveTo>
                  <a:cubicBezTo>
                    <a:pt x="196" y="1"/>
                    <a:pt x="1" y="114"/>
                    <a:pt x="7" y="393"/>
                  </a:cubicBezTo>
                  <a:cubicBezTo>
                    <a:pt x="12" y="705"/>
                    <a:pt x="322" y="852"/>
                    <a:pt x="608" y="852"/>
                  </a:cubicBezTo>
                  <a:cubicBezTo>
                    <a:pt x="912" y="852"/>
                    <a:pt x="1190" y="685"/>
                    <a:pt x="1045" y="371"/>
                  </a:cubicBezTo>
                  <a:cubicBezTo>
                    <a:pt x="1033" y="348"/>
                    <a:pt x="1033" y="325"/>
                    <a:pt x="1011" y="303"/>
                  </a:cubicBezTo>
                  <a:cubicBezTo>
                    <a:pt x="908" y="120"/>
                    <a:pt x="649" y="1"/>
                    <a:pt x="42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"/>
            <p:cNvSpPr/>
            <p:nvPr/>
          </p:nvSpPr>
          <p:spPr>
            <a:xfrm>
              <a:off x="7119525" y="1144300"/>
              <a:ext cx="29350" cy="21625"/>
            </a:xfrm>
            <a:custGeom>
              <a:avLst/>
              <a:gdLst/>
              <a:ahLst/>
              <a:cxnLst/>
              <a:rect l="l" t="t" r="r" b="b"/>
              <a:pathLst>
                <a:path w="1174" h="865" extrusionOk="0">
                  <a:moveTo>
                    <a:pt x="554" y="0"/>
                  </a:moveTo>
                  <a:cubicBezTo>
                    <a:pt x="263" y="0"/>
                    <a:pt x="0" y="158"/>
                    <a:pt x="124" y="467"/>
                  </a:cubicBezTo>
                  <a:cubicBezTo>
                    <a:pt x="135" y="490"/>
                    <a:pt x="146" y="512"/>
                    <a:pt x="158" y="535"/>
                  </a:cubicBezTo>
                  <a:cubicBezTo>
                    <a:pt x="259" y="731"/>
                    <a:pt x="529" y="865"/>
                    <a:pt x="764" y="865"/>
                  </a:cubicBezTo>
                  <a:cubicBezTo>
                    <a:pt x="974" y="865"/>
                    <a:pt x="1157" y="757"/>
                    <a:pt x="1162" y="490"/>
                  </a:cubicBezTo>
                  <a:cubicBezTo>
                    <a:pt x="1173" y="161"/>
                    <a:pt x="849" y="0"/>
                    <a:pt x="554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"/>
            <p:cNvSpPr/>
            <p:nvPr/>
          </p:nvSpPr>
          <p:spPr>
            <a:xfrm>
              <a:off x="7131800" y="1277825"/>
              <a:ext cx="30325" cy="27050"/>
            </a:xfrm>
            <a:custGeom>
              <a:avLst/>
              <a:gdLst/>
              <a:ahLst/>
              <a:cxnLst/>
              <a:rect l="l" t="t" r="r" b="b"/>
              <a:pathLst>
                <a:path w="1213" h="1082" extrusionOk="0">
                  <a:moveTo>
                    <a:pt x="629" y="1"/>
                  </a:moveTo>
                  <a:cubicBezTo>
                    <a:pt x="49" y="1"/>
                    <a:pt x="1" y="1082"/>
                    <a:pt x="476" y="1082"/>
                  </a:cubicBezTo>
                  <a:cubicBezTo>
                    <a:pt x="521" y="1082"/>
                    <a:pt x="571" y="1072"/>
                    <a:pt x="626" y="1050"/>
                  </a:cubicBezTo>
                  <a:cubicBezTo>
                    <a:pt x="648" y="1039"/>
                    <a:pt x="671" y="1028"/>
                    <a:pt x="694" y="1016"/>
                  </a:cubicBezTo>
                  <a:cubicBezTo>
                    <a:pt x="1055" y="813"/>
                    <a:pt x="1213" y="23"/>
                    <a:pt x="637" y="1"/>
                  </a:cubicBezTo>
                  <a:cubicBezTo>
                    <a:pt x="634" y="1"/>
                    <a:pt x="632" y="1"/>
                    <a:pt x="629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"/>
            <p:cNvSpPr/>
            <p:nvPr/>
          </p:nvSpPr>
          <p:spPr>
            <a:xfrm>
              <a:off x="7146900" y="1244750"/>
              <a:ext cx="31775" cy="21025"/>
            </a:xfrm>
            <a:custGeom>
              <a:avLst/>
              <a:gdLst/>
              <a:ahLst/>
              <a:cxnLst/>
              <a:rect l="l" t="t" r="r" b="b"/>
              <a:pathLst>
                <a:path w="1271" h="841" extrusionOk="0">
                  <a:moveTo>
                    <a:pt x="484" y="0"/>
                  </a:moveTo>
                  <a:cubicBezTo>
                    <a:pt x="228" y="0"/>
                    <a:pt x="1" y="133"/>
                    <a:pt x="44" y="444"/>
                  </a:cubicBezTo>
                  <a:cubicBezTo>
                    <a:pt x="78" y="721"/>
                    <a:pt x="339" y="841"/>
                    <a:pt x="596" y="841"/>
                  </a:cubicBezTo>
                  <a:cubicBezTo>
                    <a:pt x="936" y="841"/>
                    <a:pt x="1270" y="631"/>
                    <a:pt x="1071" y="297"/>
                  </a:cubicBezTo>
                  <a:cubicBezTo>
                    <a:pt x="1060" y="274"/>
                    <a:pt x="1049" y="263"/>
                    <a:pt x="1037" y="241"/>
                  </a:cubicBezTo>
                  <a:cubicBezTo>
                    <a:pt x="921" y="89"/>
                    <a:pt x="693" y="0"/>
                    <a:pt x="48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"/>
            <p:cNvSpPr/>
            <p:nvPr/>
          </p:nvSpPr>
          <p:spPr>
            <a:xfrm>
              <a:off x="7199375" y="1382025"/>
              <a:ext cx="36675" cy="20900"/>
            </a:xfrm>
            <a:custGeom>
              <a:avLst/>
              <a:gdLst/>
              <a:ahLst/>
              <a:cxnLst/>
              <a:rect l="l" t="t" r="r" b="b"/>
              <a:pathLst>
                <a:path w="1467" h="836" extrusionOk="0">
                  <a:moveTo>
                    <a:pt x="869" y="1"/>
                  </a:moveTo>
                  <a:cubicBezTo>
                    <a:pt x="464" y="1"/>
                    <a:pt x="0" y="387"/>
                    <a:pt x="349" y="696"/>
                  </a:cubicBezTo>
                  <a:cubicBezTo>
                    <a:pt x="372" y="719"/>
                    <a:pt x="383" y="730"/>
                    <a:pt x="405" y="741"/>
                  </a:cubicBezTo>
                  <a:cubicBezTo>
                    <a:pt x="500" y="806"/>
                    <a:pt x="626" y="836"/>
                    <a:pt x="754" y="836"/>
                  </a:cubicBezTo>
                  <a:cubicBezTo>
                    <a:pt x="1101" y="836"/>
                    <a:pt x="1467" y="615"/>
                    <a:pt x="1286" y="245"/>
                  </a:cubicBezTo>
                  <a:cubicBezTo>
                    <a:pt x="1201" y="70"/>
                    <a:pt x="1040" y="1"/>
                    <a:pt x="869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"/>
            <p:cNvSpPr/>
            <p:nvPr/>
          </p:nvSpPr>
          <p:spPr>
            <a:xfrm>
              <a:off x="7190325" y="1321500"/>
              <a:ext cx="29700" cy="27775"/>
            </a:xfrm>
            <a:custGeom>
              <a:avLst/>
              <a:gdLst/>
              <a:ahLst/>
              <a:cxnLst/>
              <a:rect l="l" t="t" r="r" b="b"/>
              <a:pathLst>
                <a:path w="1188" h="1111" extrusionOk="0">
                  <a:moveTo>
                    <a:pt x="673" y="0"/>
                  </a:moveTo>
                  <a:cubicBezTo>
                    <a:pt x="616" y="0"/>
                    <a:pt x="553" y="15"/>
                    <a:pt x="485" y="48"/>
                  </a:cubicBezTo>
                  <a:cubicBezTo>
                    <a:pt x="1" y="272"/>
                    <a:pt x="324" y="1111"/>
                    <a:pt x="699" y="1111"/>
                  </a:cubicBezTo>
                  <a:cubicBezTo>
                    <a:pt x="778" y="1111"/>
                    <a:pt x="860" y="1073"/>
                    <a:pt x="937" y="985"/>
                  </a:cubicBezTo>
                  <a:cubicBezTo>
                    <a:pt x="948" y="962"/>
                    <a:pt x="970" y="940"/>
                    <a:pt x="982" y="928"/>
                  </a:cubicBezTo>
                  <a:cubicBezTo>
                    <a:pt x="1187" y="625"/>
                    <a:pt x="1045" y="0"/>
                    <a:pt x="67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"/>
            <p:cNvSpPr/>
            <p:nvPr/>
          </p:nvSpPr>
          <p:spPr>
            <a:xfrm>
              <a:off x="7215400" y="1258700"/>
              <a:ext cx="29400" cy="21925"/>
            </a:xfrm>
            <a:custGeom>
              <a:avLst/>
              <a:gdLst/>
              <a:ahLst/>
              <a:cxnLst/>
              <a:rect l="l" t="t" r="r" b="b"/>
              <a:pathLst>
                <a:path w="1176" h="877" extrusionOk="0">
                  <a:moveTo>
                    <a:pt x="523" y="0"/>
                  </a:moveTo>
                  <a:cubicBezTo>
                    <a:pt x="244" y="0"/>
                    <a:pt x="1" y="148"/>
                    <a:pt x="114" y="450"/>
                  </a:cubicBezTo>
                  <a:cubicBezTo>
                    <a:pt x="125" y="473"/>
                    <a:pt x="125" y="495"/>
                    <a:pt x="137" y="518"/>
                  </a:cubicBezTo>
                  <a:cubicBezTo>
                    <a:pt x="242" y="727"/>
                    <a:pt x="525" y="876"/>
                    <a:pt x="766" y="876"/>
                  </a:cubicBezTo>
                  <a:cubicBezTo>
                    <a:pt x="966" y="876"/>
                    <a:pt x="1137" y="774"/>
                    <a:pt x="1152" y="518"/>
                  </a:cubicBezTo>
                  <a:cubicBezTo>
                    <a:pt x="1176" y="176"/>
                    <a:pt x="828" y="0"/>
                    <a:pt x="52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"/>
            <p:cNvSpPr/>
            <p:nvPr/>
          </p:nvSpPr>
          <p:spPr>
            <a:xfrm>
              <a:off x="7261250" y="1439700"/>
              <a:ext cx="29500" cy="21525"/>
            </a:xfrm>
            <a:custGeom>
              <a:avLst/>
              <a:gdLst/>
              <a:ahLst/>
              <a:cxnLst/>
              <a:rect l="l" t="t" r="r" b="b"/>
              <a:pathLst>
                <a:path w="1180" h="861" extrusionOk="0">
                  <a:moveTo>
                    <a:pt x="411" y="1"/>
                  </a:moveTo>
                  <a:cubicBezTo>
                    <a:pt x="200" y="1"/>
                    <a:pt x="17" y="108"/>
                    <a:pt x="7" y="375"/>
                  </a:cubicBezTo>
                  <a:cubicBezTo>
                    <a:pt x="1" y="700"/>
                    <a:pt x="331" y="861"/>
                    <a:pt x="628" y="861"/>
                  </a:cubicBezTo>
                  <a:cubicBezTo>
                    <a:pt x="920" y="861"/>
                    <a:pt x="1179" y="705"/>
                    <a:pt x="1056" y="398"/>
                  </a:cubicBezTo>
                  <a:cubicBezTo>
                    <a:pt x="1045" y="375"/>
                    <a:pt x="1034" y="353"/>
                    <a:pt x="1022" y="330"/>
                  </a:cubicBezTo>
                  <a:cubicBezTo>
                    <a:pt x="915" y="134"/>
                    <a:pt x="645" y="1"/>
                    <a:pt x="411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"/>
            <p:cNvSpPr/>
            <p:nvPr/>
          </p:nvSpPr>
          <p:spPr>
            <a:xfrm>
              <a:off x="7113550" y="891600"/>
              <a:ext cx="31075" cy="26675"/>
            </a:xfrm>
            <a:custGeom>
              <a:avLst/>
              <a:gdLst/>
              <a:ahLst/>
              <a:cxnLst/>
              <a:rect l="l" t="t" r="r" b="b"/>
              <a:pathLst>
                <a:path w="1243" h="1067" extrusionOk="0">
                  <a:moveTo>
                    <a:pt x="647" y="1"/>
                  </a:moveTo>
                  <a:cubicBezTo>
                    <a:pt x="83" y="1"/>
                    <a:pt x="1" y="1066"/>
                    <a:pt x="482" y="1066"/>
                  </a:cubicBezTo>
                  <a:cubicBezTo>
                    <a:pt x="525" y="1066"/>
                    <a:pt x="571" y="1058"/>
                    <a:pt x="622" y="1040"/>
                  </a:cubicBezTo>
                  <a:lnTo>
                    <a:pt x="679" y="1017"/>
                  </a:lnTo>
                  <a:cubicBezTo>
                    <a:pt x="1062" y="826"/>
                    <a:pt x="1243" y="36"/>
                    <a:pt x="679" y="2"/>
                  </a:cubicBezTo>
                  <a:cubicBezTo>
                    <a:pt x="668" y="1"/>
                    <a:pt x="657" y="1"/>
                    <a:pt x="64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"/>
            <p:cNvSpPr/>
            <p:nvPr/>
          </p:nvSpPr>
          <p:spPr>
            <a:xfrm>
              <a:off x="7098500" y="966050"/>
              <a:ext cx="29500" cy="21600"/>
            </a:xfrm>
            <a:custGeom>
              <a:avLst/>
              <a:gdLst/>
              <a:ahLst/>
              <a:cxnLst/>
              <a:rect l="l" t="t" r="r" b="b"/>
              <a:pathLst>
                <a:path w="1180" h="864" extrusionOk="0">
                  <a:moveTo>
                    <a:pt x="405" y="0"/>
                  </a:moveTo>
                  <a:cubicBezTo>
                    <a:pt x="193" y="0"/>
                    <a:pt x="11" y="108"/>
                    <a:pt x="6" y="375"/>
                  </a:cubicBezTo>
                  <a:cubicBezTo>
                    <a:pt x="0" y="703"/>
                    <a:pt x="324" y="863"/>
                    <a:pt x="619" y="863"/>
                  </a:cubicBezTo>
                  <a:cubicBezTo>
                    <a:pt x="914" y="863"/>
                    <a:pt x="1179" y="703"/>
                    <a:pt x="1055" y="387"/>
                  </a:cubicBezTo>
                  <a:cubicBezTo>
                    <a:pt x="1044" y="364"/>
                    <a:pt x="1033" y="353"/>
                    <a:pt x="1021" y="330"/>
                  </a:cubicBezTo>
                  <a:cubicBezTo>
                    <a:pt x="914" y="134"/>
                    <a:pt x="641" y="0"/>
                    <a:pt x="405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"/>
            <p:cNvSpPr/>
            <p:nvPr/>
          </p:nvSpPr>
          <p:spPr>
            <a:xfrm>
              <a:off x="7233575" y="1330875"/>
              <a:ext cx="31275" cy="20900"/>
            </a:xfrm>
            <a:custGeom>
              <a:avLst/>
              <a:gdLst/>
              <a:ahLst/>
              <a:cxnLst/>
              <a:rect l="l" t="t" r="r" b="b"/>
              <a:pathLst>
                <a:path w="1251" h="836" extrusionOk="0">
                  <a:moveTo>
                    <a:pt x="464" y="0"/>
                  </a:moveTo>
                  <a:cubicBezTo>
                    <a:pt x="218" y="0"/>
                    <a:pt x="0" y="128"/>
                    <a:pt x="30" y="429"/>
                  </a:cubicBezTo>
                  <a:cubicBezTo>
                    <a:pt x="61" y="711"/>
                    <a:pt x="335" y="835"/>
                    <a:pt x="600" y="835"/>
                  </a:cubicBezTo>
                  <a:cubicBezTo>
                    <a:pt x="932" y="835"/>
                    <a:pt x="1250" y="642"/>
                    <a:pt x="1069" y="316"/>
                  </a:cubicBezTo>
                  <a:cubicBezTo>
                    <a:pt x="1057" y="294"/>
                    <a:pt x="1035" y="271"/>
                    <a:pt x="1023" y="260"/>
                  </a:cubicBezTo>
                  <a:cubicBezTo>
                    <a:pt x="913" y="97"/>
                    <a:pt x="678" y="0"/>
                    <a:pt x="46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"/>
            <p:cNvSpPr/>
            <p:nvPr/>
          </p:nvSpPr>
          <p:spPr>
            <a:xfrm>
              <a:off x="7206650" y="1142825"/>
              <a:ext cx="29450" cy="27775"/>
            </a:xfrm>
            <a:custGeom>
              <a:avLst/>
              <a:gdLst/>
              <a:ahLst/>
              <a:cxnLst/>
              <a:rect l="l" t="t" r="r" b="b"/>
              <a:pathLst>
                <a:path w="1178" h="1111" extrusionOk="0">
                  <a:moveTo>
                    <a:pt x="508" y="0"/>
                  </a:moveTo>
                  <a:cubicBezTo>
                    <a:pt x="431" y="0"/>
                    <a:pt x="350" y="36"/>
                    <a:pt x="272" y="120"/>
                  </a:cubicBezTo>
                  <a:cubicBezTo>
                    <a:pt x="250" y="131"/>
                    <a:pt x="238" y="154"/>
                    <a:pt x="227" y="176"/>
                  </a:cubicBezTo>
                  <a:cubicBezTo>
                    <a:pt x="0" y="462"/>
                    <a:pt x="127" y="1111"/>
                    <a:pt x="509" y="1111"/>
                  </a:cubicBezTo>
                  <a:cubicBezTo>
                    <a:pt x="564" y="1111"/>
                    <a:pt x="625" y="1098"/>
                    <a:pt x="690" y="1068"/>
                  </a:cubicBezTo>
                  <a:cubicBezTo>
                    <a:pt x="1178" y="861"/>
                    <a:pt x="886" y="0"/>
                    <a:pt x="50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"/>
            <p:cNvSpPr/>
            <p:nvPr/>
          </p:nvSpPr>
          <p:spPr>
            <a:xfrm>
              <a:off x="7199625" y="1110800"/>
              <a:ext cx="37050" cy="25500"/>
            </a:xfrm>
            <a:custGeom>
              <a:avLst/>
              <a:gdLst/>
              <a:ahLst/>
              <a:cxnLst/>
              <a:rect l="l" t="t" r="r" b="b"/>
              <a:pathLst>
                <a:path w="1482" h="1020" extrusionOk="0">
                  <a:moveTo>
                    <a:pt x="904" y="0"/>
                  </a:moveTo>
                  <a:cubicBezTo>
                    <a:pt x="893" y="0"/>
                    <a:pt x="881" y="1"/>
                    <a:pt x="869" y="2"/>
                  </a:cubicBezTo>
                  <a:lnTo>
                    <a:pt x="802" y="13"/>
                  </a:lnTo>
                  <a:cubicBezTo>
                    <a:pt x="395" y="92"/>
                    <a:pt x="0" y="803"/>
                    <a:pt x="531" y="995"/>
                  </a:cubicBezTo>
                  <a:cubicBezTo>
                    <a:pt x="579" y="1012"/>
                    <a:pt x="626" y="1019"/>
                    <a:pt x="671" y="1019"/>
                  </a:cubicBezTo>
                  <a:cubicBezTo>
                    <a:pt x="1187" y="1019"/>
                    <a:pt x="1481" y="0"/>
                    <a:pt x="90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"/>
            <p:cNvSpPr/>
            <p:nvPr/>
          </p:nvSpPr>
          <p:spPr>
            <a:xfrm>
              <a:off x="7226925" y="920675"/>
              <a:ext cx="31125" cy="26650"/>
            </a:xfrm>
            <a:custGeom>
              <a:avLst/>
              <a:gdLst/>
              <a:ahLst/>
              <a:cxnLst/>
              <a:rect l="l" t="t" r="r" b="b"/>
              <a:pathLst>
                <a:path w="1245" h="1066" extrusionOk="0">
                  <a:moveTo>
                    <a:pt x="647" y="0"/>
                  </a:moveTo>
                  <a:cubicBezTo>
                    <a:pt x="75" y="0"/>
                    <a:pt x="0" y="1065"/>
                    <a:pt x="474" y="1065"/>
                  </a:cubicBezTo>
                  <a:cubicBezTo>
                    <a:pt x="516" y="1065"/>
                    <a:pt x="562" y="1057"/>
                    <a:pt x="612" y="1039"/>
                  </a:cubicBezTo>
                  <a:lnTo>
                    <a:pt x="680" y="1017"/>
                  </a:lnTo>
                  <a:cubicBezTo>
                    <a:pt x="1052" y="825"/>
                    <a:pt x="1244" y="35"/>
                    <a:pt x="680" y="1"/>
                  </a:cubicBezTo>
                  <a:cubicBezTo>
                    <a:pt x="669" y="0"/>
                    <a:pt x="658" y="0"/>
                    <a:pt x="647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"/>
            <p:cNvSpPr/>
            <p:nvPr/>
          </p:nvSpPr>
          <p:spPr>
            <a:xfrm>
              <a:off x="7187500" y="852675"/>
              <a:ext cx="29500" cy="21300"/>
            </a:xfrm>
            <a:custGeom>
              <a:avLst/>
              <a:gdLst/>
              <a:ahLst/>
              <a:cxnLst/>
              <a:rect l="l" t="t" r="r" b="b"/>
              <a:pathLst>
                <a:path w="1180" h="852" extrusionOk="0">
                  <a:moveTo>
                    <a:pt x="556" y="0"/>
                  </a:moveTo>
                  <a:cubicBezTo>
                    <a:pt x="263" y="0"/>
                    <a:pt x="1" y="155"/>
                    <a:pt x="124" y="464"/>
                  </a:cubicBezTo>
                  <a:cubicBezTo>
                    <a:pt x="136" y="487"/>
                    <a:pt x="147" y="509"/>
                    <a:pt x="158" y="532"/>
                  </a:cubicBezTo>
                  <a:cubicBezTo>
                    <a:pt x="265" y="721"/>
                    <a:pt x="535" y="852"/>
                    <a:pt x="771" y="852"/>
                  </a:cubicBezTo>
                  <a:cubicBezTo>
                    <a:pt x="984" y="852"/>
                    <a:pt x="1168" y="744"/>
                    <a:pt x="1174" y="476"/>
                  </a:cubicBezTo>
                  <a:cubicBezTo>
                    <a:pt x="1179" y="158"/>
                    <a:pt x="852" y="0"/>
                    <a:pt x="556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"/>
            <p:cNvSpPr/>
            <p:nvPr/>
          </p:nvSpPr>
          <p:spPr>
            <a:xfrm>
              <a:off x="7159975" y="937900"/>
              <a:ext cx="30075" cy="27050"/>
            </a:xfrm>
            <a:custGeom>
              <a:avLst/>
              <a:gdLst/>
              <a:ahLst/>
              <a:cxnLst/>
              <a:rect l="l" t="t" r="r" b="b"/>
              <a:pathLst>
                <a:path w="1203" h="1082" extrusionOk="0">
                  <a:moveTo>
                    <a:pt x="630" y="0"/>
                  </a:moveTo>
                  <a:cubicBezTo>
                    <a:pt x="40" y="0"/>
                    <a:pt x="1" y="1081"/>
                    <a:pt x="468" y="1081"/>
                  </a:cubicBezTo>
                  <a:cubicBezTo>
                    <a:pt x="513" y="1081"/>
                    <a:pt x="562" y="1071"/>
                    <a:pt x="616" y="1050"/>
                  </a:cubicBezTo>
                  <a:cubicBezTo>
                    <a:pt x="639" y="1039"/>
                    <a:pt x="661" y="1027"/>
                    <a:pt x="684" y="1016"/>
                  </a:cubicBezTo>
                  <a:cubicBezTo>
                    <a:pt x="1056" y="813"/>
                    <a:pt x="1203" y="23"/>
                    <a:pt x="639" y="0"/>
                  </a:cubicBezTo>
                  <a:cubicBezTo>
                    <a:pt x="636" y="0"/>
                    <a:pt x="633" y="0"/>
                    <a:pt x="630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"/>
            <p:cNvSpPr/>
            <p:nvPr/>
          </p:nvSpPr>
          <p:spPr>
            <a:xfrm>
              <a:off x="7261550" y="1501600"/>
              <a:ext cx="29775" cy="21275"/>
            </a:xfrm>
            <a:custGeom>
              <a:avLst/>
              <a:gdLst/>
              <a:ahLst/>
              <a:cxnLst/>
              <a:rect l="l" t="t" r="r" b="b"/>
              <a:pathLst>
                <a:path w="1191" h="851" extrusionOk="0">
                  <a:moveTo>
                    <a:pt x="415" y="1"/>
                  </a:moveTo>
                  <a:cubicBezTo>
                    <a:pt x="193" y="1"/>
                    <a:pt x="0" y="114"/>
                    <a:pt x="6" y="393"/>
                  </a:cubicBezTo>
                  <a:cubicBezTo>
                    <a:pt x="11" y="703"/>
                    <a:pt x="319" y="851"/>
                    <a:pt x="604" y="851"/>
                  </a:cubicBezTo>
                  <a:cubicBezTo>
                    <a:pt x="910" y="851"/>
                    <a:pt x="1190" y="681"/>
                    <a:pt x="1044" y="359"/>
                  </a:cubicBezTo>
                  <a:cubicBezTo>
                    <a:pt x="1033" y="337"/>
                    <a:pt x="1022" y="325"/>
                    <a:pt x="1010" y="303"/>
                  </a:cubicBezTo>
                  <a:cubicBezTo>
                    <a:pt x="902" y="120"/>
                    <a:pt x="643" y="1"/>
                    <a:pt x="41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"/>
            <p:cNvSpPr/>
            <p:nvPr/>
          </p:nvSpPr>
          <p:spPr>
            <a:xfrm>
              <a:off x="7110175" y="1079925"/>
              <a:ext cx="29475" cy="27700"/>
            </a:xfrm>
            <a:custGeom>
              <a:avLst/>
              <a:gdLst/>
              <a:ahLst/>
              <a:cxnLst/>
              <a:rect l="l" t="t" r="r" b="b"/>
              <a:pathLst>
                <a:path w="1179" h="1108" extrusionOk="0">
                  <a:moveTo>
                    <a:pt x="673" y="1"/>
                  </a:moveTo>
                  <a:cubicBezTo>
                    <a:pt x="619" y="1"/>
                    <a:pt x="561" y="13"/>
                    <a:pt x="498" y="41"/>
                  </a:cubicBezTo>
                  <a:cubicBezTo>
                    <a:pt x="1" y="247"/>
                    <a:pt x="291" y="1108"/>
                    <a:pt x="675" y="1108"/>
                  </a:cubicBezTo>
                  <a:cubicBezTo>
                    <a:pt x="753" y="1108"/>
                    <a:pt x="835" y="1072"/>
                    <a:pt x="915" y="988"/>
                  </a:cubicBezTo>
                  <a:cubicBezTo>
                    <a:pt x="927" y="977"/>
                    <a:pt x="938" y="955"/>
                    <a:pt x="960" y="943"/>
                  </a:cubicBezTo>
                  <a:cubicBezTo>
                    <a:pt x="1178" y="646"/>
                    <a:pt x="1057" y="1"/>
                    <a:pt x="67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"/>
            <p:cNvSpPr/>
            <p:nvPr/>
          </p:nvSpPr>
          <p:spPr>
            <a:xfrm>
              <a:off x="7127425" y="1098225"/>
              <a:ext cx="37525" cy="25050"/>
            </a:xfrm>
            <a:custGeom>
              <a:avLst/>
              <a:gdLst/>
              <a:ahLst/>
              <a:cxnLst/>
              <a:rect l="l" t="t" r="r" b="b"/>
              <a:pathLst>
                <a:path w="1501" h="1002" extrusionOk="0">
                  <a:moveTo>
                    <a:pt x="818" y="1"/>
                  </a:moveTo>
                  <a:cubicBezTo>
                    <a:pt x="311" y="1"/>
                    <a:pt x="0" y="1002"/>
                    <a:pt x="582" y="1002"/>
                  </a:cubicBezTo>
                  <a:cubicBezTo>
                    <a:pt x="591" y="1002"/>
                    <a:pt x="600" y="1002"/>
                    <a:pt x="609" y="1001"/>
                  </a:cubicBezTo>
                  <a:lnTo>
                    <a:pt x="677" y="1001"/>
                  </a:lnTo>
                  <a:cubicBezTo>
                    <a:pt x="1106" y="933"/>
                    <a:pt x="1500" y="234"/>
                    <a:pt x="970" y="31"/>
                  </a:cubicBezTo>
                  <a:cubicBezTo>
                    <a:pt x="918" y="10"/>
                    <a:pt x="867" y="1"/>
                    <a:pt x="81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"/>
            <p:cNvSpPr/>
            <p:nvPr/>
          </p:nvSpPr>
          <p:spPr>
            <a:xfrm>
              <a:off x="7286775" y="1317350"/>
              <a:ext cx="28375" cy="23725"/>
            </a:xfrm>
            <a:custGeom>
              <a:avLst/>
              <a:gdLst/>
              <a:ahLst/>
              <a:cxnLst/>
              <a:rect l="l" t="t" r="r" b="b"/>
              <a:pathLst>
                <a:path w="1135" h="949" extrusionOk="0">
                  <a:moveTo>
                    <a:pt x="472" y="0"/>
                  </a:moveTo>
                  <a:cubicBezTo>
                    <a:pt x="328" y="0"/>
                    <a:pt x="200" y="74"/>
                    <a:pt x="137" y="259"/>
                  </a:cubicBezTo>
                  <a:cubicBezTo>
                    <a:pt x="1" y="645"/>
                    <a:pt x="448" y="949"/>
                    <a:pt x="783" y="949"/>
                  </a:cubicBezTo>
                  <a:cubicBezTo>
                    <a:pt x="978" y="949"/>
                    <a:pt x="1135" y="846"/>
                    <a:pt x="1118" y="598"/>
                  </a:cubicBezTo>
                  <a:cubicBezTo>
                    <a:pt x="1118" y="575"/>
                    <a:pt x="1118" y="553"/>
                    <a:pt x="1107" y="530"/>
                  </a:cubicBezTo>
                  <a:cubicBezTo>
                    <a:pt x="1063" y="258"/>
                    <a:pt x="741" y="0"/>
                    <a:pt x="472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"/>
            <p:cNvSpPr/>
            <p:nvPr/>
          </p:nvSpPr>
          <p:spPr>
            <a:xfrm>
              <a:off x="7288425" y="848450"/>
              <a:ext cx="31400" cy="26725"/>
            </a:xfrm>
            <a:custGeom>
              <a:avLst/>
              <a:gdLst/>
              <a:ahLst/>
              <a:cxnLst/>
              <a:rect l="l" t="t" r="r" b="b"/>
              <a:pathLst>
                <a:path w="1256" h="1069" extrusionOk="0">
                  <a:moveTo>
                    <a:pt x="666" y="1"/>
                  </a:moveTo>
                  <a:cubicBezTo>
                    <a:pt x="89" y="1"/>
                    <a:pt x="1" y="1068"/>
                    <a:pt x="478" y="1068"/>
                  </a:cubicBezTo>
                  <a:cubicBezTo>
                    <a:pt x="522" y="1068"/>
                    <a:pt x="570" y="1059"/>
                    <a:pt x="624" y="1040"/>
                  </a:cubicBezTo>
                  <a:cubicBezTo>
                    <a:pt x="646" y="1028"/>
                    <a:pt x="669" y="1028"/>
                    <a:pt x="691" y="1017"/>
                  </a:cubicBezTo>
                  <a:cubicBezTo>
                    <a:pt x="1064" y="836"/>
                    <a:pt x="1255" y="35"/>
                    <a:pt x="691" y="1"/>
                  </a:cubicBezTo>
                  <a:cubicBezTo>
                    <a:pt x="683" y="1"/>
                    <a:pt x="675" y="1"/>
                    <a:pt x="66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"/>
            <p:cNvSpPr/>
            <p:nvPr/>
          </p:nvSpPr>
          <p:spPr>
            <a:xfrm>
              <a:off x="7264500" y="1301875"/>
              <a:ext cx="30025" cy="26775"/>
            </a:xfrm>
            <a:custGeom>
              <a:avLst/>
              <a:gdLst/>
              <a:ahLst/>
              <a:cxnLst/>
              <a:rect l="l" t="t" r="r" b="b"/>
              <a:pathLst>
                <a:path w="1201" h="1071" extrusionOk="0">
                  <a:moveTo>
                    <a:pt x="735" y="1"/>
                  </a:moveTo>
                  <a:cubicBezTo>
                    <a:pt x="691" y="1"/>
                    <a:pt x="641" y="10"/>
                    <a:pt x="588" y="32"/>
                  </a:cubicBezTo>
                  <a:cubicBezTo>
                    <a:pt x="565" y="43"/>
                    <a:pt x="542" y="54"/>
                    <a:pt x="520" y="66"/>
                  </a:cubicBezTo>
                  <a:cubicBezTo>
                    <a:pt x="147" y="258"/>
                    <a:pt x="1" y="1059"/>
                    <a:pt x="565" y="1070"/>
                  </a:cubicBezTo>
                  <a:cubicBezTo>
                    <a:pt x="571" y="1070"/>
                    <a:pt x="576" y="1070"/>
                    <a:pt x="582" y="1070"/>
                  </a:cubicBezTo>
                  <a:cubicBezTo>
                    <a:pt x="1163" y="1070"/>
                    <a:pt x="1201" y="1"/>
                    <a:pt x="73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"/>
            <p:cNvSpPr/>
            <p:nvPr/>
          </p:nvSpPr>
          <p:spPr>
            <a:xfrm>
              <a:off x="7152150" y="855150"/>
              <a:ext cx="30125" cy="27425"/>
            </a:xfrm>
            <a:custGeom>
              <a:avLst/>
              <a:gdLst/>
              <a:ahLst/>
              <a:cxnLst/>
              <a:rect l="l" t="t" r="r" b="b"/>
              <a:pathLst>
                <a:path w="1205" h="1097" extrusionOk="0">
                  <a:moveTo>
                    <a:pt x="440" y="0"/>
                  </a:moveTo>
                  <a:cubicBezTo>
                    <a:pt x="348" y="0"/>
                    <a:pt x="258" y="48"/>
                    <a:pt x="184" y="162"/>
                  </a:cubicBezTo>
                  <a:cubicBezTo>
                    <a:pt x="173" y="185"/>
                    <a:pt x="162" y="207"/>
                    <a:pt x="150" y="219"/>
                  </a:cubicBezTo>
                  <a:cubicBezTo>
                    <a:pt x="0" y="537"/>
                    <a:pt x="216" y="1097"/>
                    <a:pt x="558" y="1097"/>
                  </a:cubicBezTo>
                  <a:cubicBezTo>
                    <a:pt x="628" y="1097"/>
                    <a:pt x="704" y="1073"/>
                    <a:pt x="782" y="1020"/>
                  </a:cubicBezTo>
                  <a:cubicBezTo>
                    <a:pt x="1205" y="732"/>
                    <a:pt x="803" y="0"/>
                    <a:pt x="44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"/>
            <p:cNvSpPr/>
            <p:nvPr/>
          </p:nvSpPr>
          <p:spPr>
            <a:xfrm>
              <a:off x="7236750" y="1232400"/>
              <a:ext cx="31175" cy="26925"/>
            </a:xfrm>
            <a:custGeom>
              <a:avLst/>
              <a:gdLst/>
              <a:ahLst/>
              <a:cxnLst/>
              <a:rect l="l" t="t" r="r" b="b"/>
              <a:pathLst>
                <a:path w="1247" h="1077" extrusionOk="0">
                  <a:moveTo>
                    <a:pt x="657" y="0"/>
                  </a:moveTo>
                  <a:cubicBezTo>
                    <a:pt x="77" y="0"/>
                    <a:pt x="0" y="1077"/>
                    <a:pt x="476" y="1077"/>
                  </a:cubicBezTo>
                  <a:cubicBezTo>
                    <a:pt x="518" y="1077"/>
                    <a:pt x="564" y="1068"/>
                    <a:pt x="614" y="1051"/>
                  </a:cubicBezTo>
                  <a:cubicBezTo>
                    <a:pt x="637" y="1039"/>
                    <a:pt x="659" y="1028"/>
                    <a:pt x="682" y="1017"/>
                  </a:cubicBezTo>
                  <a:cubicBezTo>
                    <a:pt x="1054" y="836"/>
                    <a:pt x="1246" y="35"/>
                    <a:pt x="682" y="1"/>
                  </a:cubicBezTo>
                  <a:cubicBezTo>
                    <a:pt x="674" y="1"/>
                    <a:pt x="665" y="0"/>
                    <a:pt x="657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"/>
            <p:cNvSpPr/>
            <p:nvPr/>
          </p:nvSpPr>
          <p:spPr>
            <a:xfrm>
              <a:off x="7062000" y="1023625"/>
              <a:ext cx="28400" cy="24100"/>
            </a:xfrm>
            <a:custGeom>
              <a:avLst/>
              <a:gdLst/>
              <a:ahLst/>
              <a:cxnLst/>
              <a:rect l="l" t="t" r="r" b="b"/>
              <a:pathLst>
                <a:path w="1136" h="964" extrusionOk="0">
                  <a:moveTo>
                    <a:pt x="477" y="0"/>
                  </a:moveTo>
                  <a:cubicBezTo>
                    <a:pt x="339" y="0"/>
                    <a:pt x="214" y="71"/>
                    <a:pt x="145" y="250"/>
                  </a:cubicBezTo>
                  <a:cubicBezTo>
                    <a:pt x="0" y="642"/>
                    <a:pt x="457" y="964"/>
                    <a:pt x="795" y="964"/>
                  </a:cubicBezTo>
                  <a:cubicBezTo>
                    <a:pt x="984" y="964"/>
                    <a:pt x="1135" y="864"/>
                    <a:pt x="1127" y="622"/>
                  </a:cubicBezTo>
                  <a:cubicBezTo>
                    <a:pt x="1127" y="589"/>
                    <a:pt x="1116" y="566"/>
                    <a:pt x="1116" y="544"/>
                  </a:cubicBezTo>
                  <a:cubicBezTo>
                    <a:pt x="1071" y="274"/>
                    <a:pt x="749" y="0"/>
                    <a:pt x="477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"/>
            <p:cNvSpPr/>
            <p:nvPr/>
          </p:nvSpPr>
          <p:spPr>
            <a:xfrm>
              <a:off x="7277400" y="1476575"/>
              <a:ext cx="29500" cy="27875"/>
            </a:xfrm>
            <a:custGeom>
              <a:avLst/>
              <a:gdLst/>
              <a:ahLst/>
              <a:cxnLst/>
              <a:rect l="l" t="t" r="r" b="b"/>
              <a:pathLst>
                <a:path w="1180" h="1115" extrusionOk="0">
                  <a:moveTo>
                    <a:pt x="664" y="0"/>
                  </a:moveTo>
                  <a:cubicBezTo>
                    <a:pt x="611" y="0"/>
                    <a:pt x="552" y="13"/>
                    <a:pt x="489" y="40"/>
                  </a:cubicBezTo>
                  <a:cubicBezTo>
                    <a:pt x="0" y="256"/>
                    <a:pt x="295" y="1115"/>
                    <a:pt x="674" y="1115"/>
                  </a:cubicBezTo>
                  <a:cubicBezTo>
                    <a:pt x="750" y="1115"/>
                    <a:pt x="829" y="1080"/>
                    <a:pt x="907" y="999"/>
                  </a:cubicBezTo>
                  <a:cubicBezTo>
                    <a:pt x="929" y="977"/>
                    <a:pt x="940" y="965"/>
                    <a:pt x="952" y="943"/>
                  </a:cubicBezTo>
                  <a:cubicBezTo>
                    <a:pt x="1180" y="646"/>
                    <a:pt x="1051" y="0"/>
                    <a:pt x="66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"/>
            <p:cNvSpPr/>
            <p:nvPr/>
          </p:nvSpPr>
          <p:spPr>
            <a:xfrm>
              <a:off x="7148275" y="991675"/>
              <a:ext cx="36775" cy="20900"/>
            </a:xfrm>
            <a:custGeom>
              <a:avLst/>
              <a:gdLst/>
              <a:ahLst/>
              <a:cxnLst/>
              <a:rect l="l" t="t" r="r" b="b"/>
              <a:pathLst>
                <a:path w="1471" h="836" extrusionOk="0">
                  <a:moveTo>
                    <a:pt x="712" y="1"/>
                  </a:moveTo>
                  <a:cubicBezTo>
                    <a:pt x="366" y="1"/>
                    <a:pt x="0" y="221"/>
                    <a:pt x="181" y="592"/>
                  </a:cubicBezTo>
                  <a:cubicBezTo>
                    <a:pt x="262" y="766"/>
                    <a:pt x="423" y="836"/>
                    <a:pt x="595" y="836"/>
                  </a:cubicBezTo>
                  <a:cubicBezTo>
                    <a:pt x="1001" y="836"/>
                    <a:pt x="1471" y="449"/>
                    <a:pt x="1107" y="140"/>
                  </a:cubicBezTo>
                  <a:cubicBezTo>
                    <a:pt x="1095" y="118"/>
                    <a:pt x="1073" y="106"/>
                    <a:pt x="1061" y="95"/>
                  </a:cubicBezTo>
                  <a:cubicBezTo>
                    <a:pt x="967" y="31"/>
                    <a:pt x="841" y="1"/>
                    <a:pt x="71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"/>
            <p:cNvSpPr/>
            <p:nvPr/>
          </p:nvSpPr>
          <p:spPr>
            <a:xfrm>
              <a:off x="7202925" y="1026475"/>
              <a:ext cx="30000" cy="26825"/>
            </a:xfrm>
            <a:custGeom>
              <a:avLst/>
              <a:gdLst/>
              <a:ahLst/>
              <a:cxnLst/>
              <a:rect l="l" t="t" r="r" b="b"/>
              <a:pathLst>
                <a:path w="1200" h="1073" extrusionOk="0">
                  <a:moveTo>
                    <a:pt x="627" y="1"/>
                  </a:moveTo>
                  <a:cubicBezTo>
                    <a:pt x="50" y="1"/>
                    <a:pt x="0" y="1073"/>
                    <a:pt x="469" y="1073"/>
                  </a:cubicBezTo>
                  <a:cubicBezTo>
                    <a:pt x="516" y="1073"/>
                    <a:pt x="567" y="1062"/>
                    <a:pt x="624" y="1039"/>
                  </a:cubicBezTo>
                  <a:cubicBezTo>
                    <a:pt x="647" y="1028"/>
                    <a:pt x="658" y="1028"/>
                    <a:pt x="681" y="1005"/>
                  </a:cubicBezTo>
                  <a:cubicBezTo>
                    <a:pt x="1053" y="813"/>
                    <a:pt x="1200" y="12"/>
                    <a:pt x="636" y="1"/>
                  </a:cubicBezTo>
                  <a:cubicBezTo>
                    <a:pt x="633" y="1"/>
                    <a:pt x="630" y="1"/>
                    <a:pt x="627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"/>
            <p:cNvSpPr/>
            <p:nvPr/>
          </p:nvSpPr>
          <p:spPr>
            <a:xfrm>
              <a:off x="7201025" y="1419800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726" y="0"/>
                  </a:moveTo>
                  <a:cubicBezTo>
                    <a:pt x="681" y="0"/>
                    <a:pt x="631" y="10"/>
                    <a:pt x="576" y="32"/>
                  </a:cubicBezTo>
                  <a:lnTo>
                    <a:pt x="520" y="66"/>
                  </a:lnTo>
                  <a:cubicBezTo>
                    <a:pt x="148" y="269"/>
                    <a:pt x="1" y="1070"/>
                    <a:pt x="565" y="1081"/>
                  </a:cubicBezTo>
                  <a:cubicBezTo>
                    <a:pt x="568" y="1081"/>
                    <a:pt x="571" y="1081"/>
                    <a:pt x="573" y="1081"/>
                  </a:cubicBezTo>
                  <a:cubicBezTo>
                    <a:pt x="1153" y="1081"/>
                    <a:pt x="1201" y="0"/>
                    <a:pt x="72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"/>
            <p:cNvSpPr/>
            <p:nvPr/>
          </p:nvSpPr>
          <p:spPr>
            <a:xfrm>
              <a:off x="7235750" y="1379600"/>
              <a:ext cx="29975" cy="27925"/>
            </a:xfrm>
            <a:custGeom>
              <a:avLst/>
              <a:gdLst/>
              <a:ahLst/>
              <a:cxnLst/>
              <a:rect l="l" t="t" r="r" b="b"/>
              <a:pathLst>
                <a:path w="1199" h="1117" extrusionOk="0">
                  <a:moveTo>
                    <a:pt x="663" y="1"/>
                  </a:moveTo>
                  <a:cubicBezTo>
                    <a:pt x="605" y="1"/>
                    <a:pt x="542" y="15"/>
                    <a:pt x="474" y="49"/>
                  </a:cubicBezTo>
                  <a:cubicBezTo>
                    <a:pt x="1" y="290"/>
                    <a:pt x="335" y="1117"/>
                    <a:pt x="708" y="1117"/>
                  </a:cubicBezTo>
                  <a:cubicBezTo>
                    <a:pt x="788" y="1117"/>
                    <a:pt x="871" y="1078"/>
                    <a:pt x="948" y="985"/>
                  </a:cubicBezTo>
                  <a:cubicBezTo>
                    <a:pt x="970" y="963"/>
                    <a:pt x="982" y="940"/>
                    <a:pt x="993" y="929"/>
                  </a:cubicBezTo>
                  <a:cubicBezTo>
                    <a:pt x="1198" y="626"/>
                    <a:pt x="1039" y="1"/>
                    <a:pt x="66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"/>
            <p:cNvSpPr/>
            <p:nvPr/>
          </p:nvSpPr>
          <p:spPr>
            <a:xfrm>
              <a:off x="7282025" y="1368500"/>
              <a:ext cx="29675" cy="27750"/>
            </a:xfrm>
            <a:custGeom>
              <a:avLst/>
              <a:gdLst/>
              <a:ahLst/>
              <a:cxnLst/>
              <a:rect l="l" t="t" r="r" b="b"/>
              <a:pathLst>
                <a:path w="1187" h="1110" extrusionOk="0">
                  <a:moveTo>
                    <a:pt x="672" y="1"/>
                  </a:moveTo>
                  <a:cubicBezTo>
                    <a:pt x="612" y="1"/>
                    <a:pt x="545" y="17"/>
                    <a:pt x="473" y="53"/>
                  </a:cubicBezTo>
                  <a:cubicBezTo>
                    <a:pt x="1" y="284"/>
                    <a:pt x="327" y="1110"/>
                    <a:pt x="703" y="1110"/>
                  </a:cubicBezTo>
                  <a:cubicBezTo>
                    <a:pt x="785" y="1110"/>
                    <a:pt x="869" y="1071"/>
                    <a:pt x="947" y="978"/>
                  </a:cubicBezTo>
                  <a:cubicBezTo>
                    <a:pt x="959" y="967"/>
                    <a:pt x="970" y="944"/>
                    <a:pt x="992" y="921"/>
                  </a:cubicBezTo>
                  <a:cubicBezTo>
                    <a:pt x="1187" y="620"/>
                    <a:pt x="1046" y="1"/>
                    <a:pt x="672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"/>
            <p:cNvSpPr/>
            <p:nvPr/>
          </p:nvSpPr>
          <p:spPr>
            <a:xfrm>
              <a:off x="7248525" y="989450"/>
              <a:ext cx="38775" cy="21525"/>
            </a:xfrm>
            <a:custGeom>
              <a:avLst/>
              <a:gdLst/>
              <a:ahLst/>
              <a:cxnLst/>
              <a:rect l="l" t="t" r="r" b="b"/>
              <a:pathLst>
                <a:path w="1551" h="861" extrusionOk="0">
                  <a:moveTo>
                    <a:pt x="820" y="0"/>
                  </a:moveTo>
                  <a:cubicBezTo>
                    <a:pt x="440" y="0"/>
                    <a:pt x="0" y="303"/>
                    <a:pt x="267" y="681"/>
                  </a:cubicBezTo>
                  <a:cubicBezTo>
                    <a:pt x="357" y="808"/>
                    <a:pt x="486" y="860"/>
                    <a:pt x="623" y="860"/>
                  </a:cubicBezTo>
                  <a:cubicBezTo>
                    <a:pt x="1052" y="860"/>
                    <a:pt x="1550" y="348"/>
                    <a:pt x="1114" y="82"/>
                  </a:cubicBezTo>
                  <a:cubicBezTo>
                    <a:pt x="1102" y="71"/>
                    <a:pt x="1080" y="60"/>
                    <a:pt x="1057" y="49"/>
                  </a:cubicBezTo>
                  <a:cubicBezTo>
                    <a:pt x="987" y="16"/>
                    <a:pt x="905" y="0"/>
                    <a:pt x="82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"/>
            <p:cNvSpPr/>
            <p:nvPr/>
          </p:nvSpPr>
          <p:spPr>
            <a:xfrm>
              <a:off x="6868150" y="851850"/>
              <a:ext cx="441525" cy="951575"/>
            </a:xfrm>
            <a:custGeom>
              <a:avLst/>
              <a:gdLst/>
              <a:ahLst/>
              <a:cxnLst/>
              <a:rect l="l" t="t" r="r" b="b"/>
              <a:pathLst>
                <a:path w="17661" h="38063" extrusionOk="0">
                  <a:moveTo>
                    <a:pt x="1501" y="1"/>
                  </a:moveTo>
                  <a:cubicBezTo>
                    <a:pt x="1343" y="1389"/>
                    <a:pt x="1129" y="2777"/>
                    <a:pt x="869" y="4142"/>
                  </a:cubicBezTo>
                  <a:cubicBezTo>
                    <a:pt x="745" y="4864"/>
                    <a:pt x="565" y="5575"/>
                    <a:pt x="418" y="6297"/>
                  </a:cubicBezTo>
                  <a:cubicBezTo>
                    <a:pt x="249" y="7008"/>
                    <a:pt x="136" y="7742"/>
                    <a:pt x="91" y="8475"/>
                  </a:cubicBezTo>
                  <a:cubicBezTo>
                    <a:pt x="0" y="9953"/>
                    <a:pt x="91" y="11432"/>
                    <a:pt x="339" y="12887"/>
                  </a:cubicBezTo>
                  <a:cubicBezTo>
                    <a:pt x="576" y="14343"/>
                    <a:pt x="937" y="15776"/>
                    <a:pt x="1422" y="17164"/>
                  </a:cubicBezTo>
                  <a:cubicBezTo>
                    <a:pt x="1671" y="17864"/>
                    <a:pt x="1953" y="18541"/>
                    <a:pt x="2257" y="19218"/>
                  </a:cubicBezTo>
                  <a:cubicBezTo>
                    <a:pt x="2562" y="19883"/>
                    <a:pt x="2934" y="20527"/>
                    <a:pt x="3295" y="21159"/>
                  </a:cubicBezTo>
                  <a:lnTo>
                    <a:pt x="5485" y="24984"/>
                  </a:lnTo>
                  <a:lnTo>
                    <a:pt x="6568" y="26891"/>
                  </a:lnTo>
                  <a:cubicBezTo>
                    <a:pt x="6940" y="27523"/>
                    <a:pt x="7301" y="28166"/>
                    <a:pt x="7696" y="28787"/>
                  </a:cubicBezTo>
                  <a:cubicBezTo>
                    <a:pt x="8103" y="29407"/>
                    <a:pt x="8475" y="30039"/>
                    <a:pt x="8915" y="30626"/>
                  </a:cubicBezTo>
                  <a:lnTo>
                    <a:pt x="9547" y="31529"/>
                  </a:lnTo>
                  <a:lnTo>
                    <a:pt x="10235" y="32398"/>
                  </a:lnTo>
                  <a:cubicBezTo>
                    <a:pt x="10675" y="32996"/>
                    <a:pt x="11206" y="33515"/>
                    <a:pt x="11691" y="34068"/>
                  </a:cubicBezTo>
                  <a:cubicBezTo>
                    <a:pt x="12233" y="34575"/>
                    <a:pt x="12740" y="35117"/>
                    <a:pt x="13338" y="35557"/>
                  </a:cubicBezTo>
                  <a:cubicBezTo>
                    <a:pt x="13914" y="36031"/>
                    <a:pt x="14523" y="36460"/>
                    <a:pt x="15155" y="36844"/>
                  </a:cubicBezTo>
                  <a:lnTo>
                    <a:pt x="16126" y="37374"/>
                  </a:lnTo>
                  <a:lnTo>
                    <a:pt x="17130" y="37848"/>
                  </a:lnTo>
                  <a:cubicBezTo>
                    <a:pt x="17310" y="37916"/>
                    <a:pt x="17480" y="37983"/>
                    <a:pt x="17660" y="38062"/>
                  </a:cubicBezTo>
                  <a:lnTo>
                    <a:pt x="17660" y="37622"/>
                  </a:lnTo>
                  <a:cubicBezTo>
                    <a:pt x="17536" y="37577"/>
                    <a:pt x="17423" y="37521"/>
                    <a:pt x="17299" y="37464"/>
                  </a:cubicBezTo>
                  <a:lnTo>
                    <a:pt x="16306" y="37013"/>
                  </a:lnTo>
                  <a:lnTo>
                    <a:pt x="15336" y="36494"/>
                  </a:lnTo>
                  <a:cubicBezTo>
                    <a:pt x="14726" y="36121"/>
                    <a:pt x="14128" y="35704"/>
                    <a:pt x="13575" y="35253"/>
                  </a:cubicBezTo>
                  <a:cubicBezTo>
                    <a:pt x="12989" y="34824"/>
                    <a:pt x="12492" y="34293"/>
                    <a:pt x="11950" y="33797"/>
                  </a:cubicBezTo>
                  <a:cubicBezTo>
                    <a:pt x="11477" y="33255"/>
                    <a:pt x="10946" y="32747"/>
                    <a:pt x="10517" y="32161"/>
                  </a:cubicBezTo>
                  <a:lnTo>
                    <a:pt x="9829" y="31314"/>
                  </a:lnTo>
                  <a:lnTo>
                    <a:pt x="9197" y="30434"/>
                  </a:lnTo>
                  <a:cubicBezTo>
                    <a:pt x="8768" y="29847"/>
                    <a:pt x="8385" y="29227"/>
                    <a:pt x="7990" y="28606"/>
                  </a:cubicBezTo>
                  <a:cubicBezTo>
                    <a:pt x="7606" y="27986"/>
                    <a:pt x="7234" y="27354"/>
                    <a:pt x="6861" y="26722"/>
                  </a:cubicBezTo>
                  <a:lnTo>
                    <a:pt x="5767" y="24815"/>
                  </a:lnTo>
                  <a:lnTo>
                    <a:pt x="3566" y="21012"/>
                  </a:lnTo>
                  <a:cubicBezTo>
                    <a:pt x="3205" y="20369"/>
                    <a:pt x="2833" y="19737"/>
                    <a:pt x="2528" y="19082"/>
                  </a:cubicBezTo>
                  <a:cubicBezTo>
                    <a:pt x="2223" y="18439"/>
                    <a:pt x="1941" y="17751"/>
                    <a:pt x="1704" y="17074"/>
                  </a:cubicBezTo>
                  <a:cubicBezTo>
                    <a:pt x="1219" y="15697"/>
                    <a:pt x="847" y="14287"/>
                    <a:pt x="610" y="12853"/>
                  </a:cubicBezTo>
                  <a:cubicBezTo>
                    <a:pt x="350" y="11409"/>
                    <a:pt x="271" y="9953"/>
                    <a:pt x="350" y="8498"/>
                  </a:cubicBezTo>
                  <a:cubicBezTo>
                    <a:pt x="407" y="7042"/>
                    <a:pt x="858" y="5643"/>
                    <a:pt x="1095" y="4187"/>
                  </a:cubicBezTo>
                  <a:cubicBezTo>
                    <a:pt x="1343" y="2799"/>
                    <a:pt x="1535" y="1400"/>
                    <a:pt x="1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"/>
            <p:cNvSpPr/>
            <p:nvPr/>
          </p:nvSpPr>
          <p:spPr>
            <a:xfrm>
              <a:off x="6895800" y="851575"/>
              <a:ext cx="413575" cy="920250"/>
            </a:xfrm>
            <a:custGeom>
              <a:avLst/>
              <a:gdLst/>
              <a:ahLst/>
              <a:cxnLst/>
              <a:rect l="l" t="t" r="r" b="b"/>
              <a:pathLst>
                <a:path w="16543" h="36810" extrusionOk="0">
                  <a:moveTo>
                    <a:pt x="1456" y="1"/>
                  </a:moveTo>
                  <a:cubicBezTo>
                    <a:pt x="1230" y="2235"/>
                    <a:pt x="858" y="4458"/>
                    <a:pt x="350" y="6647"/>
                  </a:cubicBezTo>
                  <a:cubicBezTo>
                    <a:pt x="147" y="7538"/>
                    <a:pt x="34" y="8452"/>
                    <a:pt x="34" y="9378"/>
                  </a:cubicBezTo>
                  <a:cubicBezTo>
                    <a:pt x="0" y="12864"/>
                    <a:pt x="1129" y="17141"/>
                    <a:pt x="2844" y="20052"/>
                  </a:cubicBezTo>
                  <a:cubicBezTo>
                    <a:pt x="3995" y="22016"/>
                    <a:pt x="4480" y="22874"/>
                    <a:pt x="4943" y="23720"/>
                  </a:cubicBezTo>
                  <a:cubicBezTo>
                    <a:pt x="5439" y="24611"/>
                    <a:pt x="5902" y="25446"/>
                    <a:pt x="7132" y="27534"/>
                  </a:cubicBezTo>
                  <a:cubicBezTo>
                    <a:pt x="9806" y="32025"/>
                    <a:pt x="12560" y="34914"/>
                    <a:pt x="15550" y="36358"/>
                  </a:cubicBezTo>
                  <a:cubicBezTo>
                    <a:pt x="15888" y="36516"/>
                    <a:pt x="16216" y="36674"/>
                    <a:pt x="16543" y="36809"/>
                  </a:cubicBezTo>
                  <a:lnTo>
                    <a:pt x="16543" y="30637"/>
                  </a:lnTo>
                  <a:cubicBezTo>
                    <a:pt x="16475" y="30614"/>
                    <a:pt x="16396" y="30581"/>
                    <a:pt x="16329" y="30547"/>
                  </a:cubicBezTo>
                  <a:cubicBezTo>
                    <a:pt x="14738" y="29825"/>
                    <a:pt x="13948" y="28583"/>
                    <a:pt x="13485" y="26902"/>
                  </a:cubicBezTo>
                  <a:cubicBezTo>
                    <a:pt x="13225" y="26011"/>
                    <a:pt x="12887" y="25130"/>
                    <a:pt x="12469" y="24295"/>
                  </a:cubicBezTo>
                  <a:cubicBezTo>
                    <a:pt x="12097" y="23517"/>
                    <a:pt x="11454" y="22704"/>
                    <a:pt x="11239" y="21881"/>
                  </a:cubicBezTo>
                  <a:cubicBezTo>
                    <a:pt x="11014" y="21034"/>
                    <a:pt x="10980" y="20323"/>
                    <a:pt x="10528" y="19511"/>
                  </a:cubicBezTo>
                  <a:cubicBezTo>
                    <a:pt x="10100" y="18721"/>
                    <a:pt x="9547" y="18010"/>
                    <a:pt x="9095" y="17231"/>
                  </a:cubicBezTo>
                  <a:cubicBezTo>
                    <a:pt x="8644" y="16430"/>
                    <a:pt x="8351" y="15516"/>
                    <a:pt x="8001" y="14659"/>
                  </a:cubicBezTo>
                  <a:cubicBezTo>
                    <a:pt x="7380" y="13158"/>
                    <a:pt x="7606" y="11488"/>
                    <a:pt x="6997" y="10010"/>
                  </a:cubicBezTo>
                  <a:cubicBezTo>
                    <a:pt x="6613" y="9050"/>
                    <a:pt x="5846" y="8340"/>
                    <a:pt x="5609" y="7324"/>
                  </a:cubicBezTo>
                  <a:cubicBezTo>
                    <a:pt x="5259" y="5891"/>
                    <a:pt x="5417" y="4537"/>
                    <a:pt x="5597" y="3115"/>
                  </a:cubicBezTo>
                  <a:cubicBezTo>
                    <a:pt x="5699" y="2235"/>
                    <a:pt x="5902" y="1366"/>
                    <a:pt x="5857" y="474"/>
                  </a:cubicBezTo>
                  <a:cubicBezTo>
                    <a:pt x="5857" y="305"/>
                    <a:pt x="5834" y="147"/>
                    <a:pt x="58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"/>
            <p:cNvSpPr/>
            <p:nvPr/>
          </p:nvSpPr>
          <p:spPr>
            <a:xfrm>
              <a:off x="5531525" y="896425"/>
              <a:ext cx="875" cy="1150"/>
            </a:xfrm>
            <a:custGeom>
              <a:avLst/>
              <a:gdLst/>
              <a:ahLst/>
              <a:cxnLst/>
              <a:rect l="l" t="t" r="r" b="b"/>
              <a:pathLst>
                <a:path w="35" h="46" extrusionOk="0">
                  <a:moveTo>
                    <a:pt x="1" y="1"/>
                  </a:moveTo>
                  <a:lnTo>
                    <a:pt x="1" y="46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"/>
            <p:cNvSpPr/>
            <p:nvPr/>
          </p:nvSpPr>
          <p:spPr>
            <a:xfrm>
              <a:off x="5691500" y="896425"/>
              <a:ext cx="44025" cy="70000"/>
            </a:xfrm>
            <a:custGeom>
              <a:avLst/>
              <a:gdLst/>
              <a:ahLst/>
              <a:cxnLst/>
              <a:rect l="l" t="t" r="r" b="b"/>
              <a:pathLst>
                <a:path w="1761" h="2800" extrusionOk="0">
                  <a:moveTo>
                    <a:pt x="271" y="1"/>
                  </a:moveTo>
                  <a:cubicBezTo>
                    <a:pt x="68" y="926"/>
                    <a:pt x="0" y="1863"/>
                    <a:pt x="56" y="2799"/>
                  </a:cubicBezTo>
                  <a:cubicBezTo>
                    <a:pt x="587" y="1851"/>
                    <a:pt x="1162" y="915"/>
                    <a:pt x="1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"/>
            <p:cNvSpPr/>
            <p:nvPr/>
          </p:nvSpPr>
          <p:spPr>
            <a:xfrm>
              <a:off x="5912950" y="896425"/>
              <a:ext cx="82100" cy="172400"/>
            </a:xfrm>
            <a:custGeom>
              <a:avLst/>
              <a:gdLst/>
              <a:ahLst/>
              <a:cxnLst/>
              <a:rect l="l" t="t" r="r" b="b"/>
              <a:pathLst>
                <a:path w="3284" h="6896" extrusionOk="0">
                  <a:moveTo>
                    <a:pt x="688" y="1"/>
                  </a:moveTo>
                  <a:cubicBezTo>
                    <a:pt x="305" y="2280"/>
                    <a:pt x="68" y="4582"/>
                    <a:pt x="0" y="6895"/>
                  </a:cubicBezTo>
                  <a:cubicBezTo>
                    <a:pt x="1061" y="4526"/>
                    <a:pt x="2246" y="2314"/>
                    <a:pt x="3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"/>
            <p:cNvSpPr/>
            <p:nvPr/>
          </p:nvSpPr>
          <p:spPr>
            <a:xfrm>
              <a:off x="6099125" y="896425"/>
              <a:ext cx="66600" cy="126425"/>
            </a:xfrm>
            <a:custGeom>
              <a:avLst/>
              <a:gdLst/>
              <a:ahLst/>
              <a:cxnLst/>
              <a:rect l="l" t="t" r="r" b="b"/>
              <a:pathLst>
                <a:path w="2664" h="5057" extrusionOk="0">
                  <a:moveTo>
                    <a:pt x="1" y="1"/>
                  </a:moveTo>
                  <a:cubicBezTo>
                    <a:pt x="215" y="1953"/>
                    <a:pt x="712" y="3736"/>
                    <a:pt x="1603" y="5056"/>
                  </a:cubicBezTo>
                  <a:cubicBezTo>
                    <a:pt x="1942" y="3454"/>
                    <a:pt x="2348" y="1750"/>
                    <a:pt x="26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"/>
            <p:cNvSpPr/>
            <p:nvPr/>
          </p:nvSpPr>
          <p:spPr>
            <a:xfrm>
              <a:off x="1736950" y="896725"/>
              <a:ext cx="575" cy="850"/>
            </a:xfrm>
            <a:custGeom>
              <a:avLst/>
              <a:gdLst/>
              <a:ahLst/>
              <a:cxnLst/>
              <a:rect l="l" t="t" r="r" b="b"/>
              <a:pathLst>
                <a:path w="23" h="34" extrusionOk="0">
                  <a:moveTo>
                    <a:pt x="0" y="0"/>
                  </a:moveTo>
                  <a:cubicBezTo>
                    <a:pt x="0" y="11"/>
                    <a:pt x="0" y="23"/>
                    <a:pt x="0" y="34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"/>
            <p:cNvSpPr/>
            <p:nvPr/>
          </p:nvSpPr>
          <p:spPr>
            <a:xfrm>
              <a:off x="1896600" y="896425"/>
              <a:ext cx="44325" cy="70275"/>
            </a:xfrm>
            <a:custGeom>
              <a:avLst/>
              <a:gdLst/>
              <a:ahLst/>
              <a:cxnLst/>
              <a:rect l="l" t="t" r="r" b="b"/>
              <a:pathLst>
                <a:path w="1773" h="2811" extrusionOk="0">
                  <a:moveTo>
                    <a:pt x="1772" y="1"/>
                  </a:moveTo>
                  <a:lnTo>
                    <a:pt x="272" y="12"/>
                  </a:lnTo>
                  <a:cubicBezTo>
                    <a:pt x="80" y="926"/>
                    <a:pt x="1" y="1874"/>
                    <a:pt x="57" y="2810"/>
                  </a:cubicBezTo>
                  <a:cubicBezTo>
                    <a:pt x="599" y="1863"/>
                    <a:pt x="1174" y="926"/>
                    <a:pt x="17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"/>
            <p:cNvSpPr/>
            <p:nvPr/>
          </p:nvSpPr>
          <p:spPr>
            <a:xfrm>
              <a:off x="2118350" y="896725"/>
              <a:ext cx="82100" cy="172375"/>
            </a:xfrm>
            <a:custGeom>
              <a:avLst/>
              <a:gdLst/>
              <a:ahLst/>
              <a:cxnLst/>
              <a:rect l="l" t="t" r="r" b="b"/>
              <a:pathLst>
                <a:path w="3284" h="6895" extrusionOk="0">
                  <a:moveTo>
                    <a:pt x="689" y="0"/>
                  </a:moveTo>
                  <a:cubicBezTo>
                    <a:pt x="305" y="2279"/>
                    <a:pt x="68" y="4581"/>
                    <a:pt x="0" y="6895"/>
                  </a:cubicBezTo>
                  <a:cubicBezTo>
                    <a:pt x="1050" y="4525"/>
                    <a:pt x="2235" y="2302"/>
                    <a:pt x="3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"/>
            <p:cNvSpPr/>
            <p:nvPr/>
          </p:nvSpPr>
          <p:spPr>
            <a:xfrm>
              <a:off x="2304525" y="896725"/>
              <a:ext cx="66600" cy="126400"/>
            </a:xfrm>
            <a:custGeom>
              <a:avLst/>
              <a:gdLst/>
              <a:ahLst/>
              <a:cxnLst/>
              <a:rect l="l" t="t" r="r" b="b"/>
              <a:pathLst>
                <a:path w="2664" h="5056" extrusionOk="0">
                  <a:moveTo>
                    <a:pt x="1" y="0"/>
                  </a:moveTo>
                  <a:cubicBezTo>
                    <a:pt x="204" y="1952"/>
                    <a:pt x="712" y="3735"/>
                    <a:pt x="1592" y="5055"/>
                  </a:cubicBezTo>
                  <a:cubicBezTo>
                    <a:pt x="1942" y="3453"/>
                    <a:pt x="2337" y="1738"/>
                    <a:pt x="26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"/>
            <p:cNvSpPr/>
            <p:nvPr/>
          </p:nvSpPr>
          <p:spPr>
            <a:xfrm>
              <a:off x="3062550" y="896425"/>
              <a:ext cx="955525" cy="917675"/>
            </a:xfrm>
            <a:custGeom>
              <a:avLst/>
              <a:gdLst/>
              <a:ahLst/>
              <a:cxnLst/>
              <a:rect l="l" t="t" r="r" b="b"/>
              <a:pathLst>
                <a:path w="38221" h="36707" extrusionOk="0">
                  <a:moveTo>
                    <a:pt x="1885" y="1"/>
                  </a:moveTo>
                  <a:cubicBezTo>
                    <a:pt x="1659" y="1637"/>
                    <a:pt x="1377" y="3194"/>
                    <a:pt x="1039" y="4616"/>
                  </a:cubicBezTo>
                  <a:cubicBezTo>
                    <a:pt x="0" y="8915"/>
                    <a:pt x="1490" y="15110"/>
                    <a:pt x="3645" y="18744"/>
                  </a:cubicBezTo>
                  <a:cubicBezTo>
                    <a:pt x="6015" y="22772"/>
                    <a:pt x="5518" y="22163"/>
                    <a:pt x="7933" y="26225"/>
                  </a:cubicBezTo>
                  <a:cubicBezTo>
                    <a:pt x="10935" y="31280"/>
                    <a:pt x="13846" y="34022"/>
                    <a:pt x="16758" y="35433"/>
                  </a:cubicBezTo>
                  <a:cubicBezTo>
                    <a:pt x="18592" y="36306"/>
                    <a:pt x="19653" y="36707"/>
                    <a:pt x="21042" y="36707"/>
                  </a:cubicBezTo>
                  <a:cubicBezTo>
                    <a:pt x="21790" y="36707"/>
                    <a:pt x="22633" y="36591"/>
                    <a:pt x="23742" y="36370"/>
                  </a:cubicBezTo>
                  <a:cubicBezTo>
                    <a:pt x="25593" y="35997"/>
                    <a:pt x="29069" y="34406"/>
                    <a:pt x="29091" y="32431"/>
                  </a:cubicBezTo>
                  <a:lnTo>
                    <a:pt x="29599" y="32680"/>
                  </a:lnTo>
                  <a:cubicBezTo>
                    <a:pt x="29850" y="32711"/>
                    <a:pt x="30097" y="32726"/>
                    <a:pt x="30341" y="32726"/>
                  </a:cubicBezTo>
                  <a:cubicBezTo>
                    <a:pt x="34578" y="32726"/>
                    <a:pt x="37748" y="28154"/>
                    <a:pt x="37780" y="24408"/>
                  </a:cubicBezTo>
                  <a:cubicBezTo>
                    <a:pt x="37848" y="17694"/>
                    <a:pt x="38220" y="10032"/>
                    <a:pt x="32826" y="3679"/>
                  </a:cubicBezTo>
                  <a:cubicBezTo>
                    <a:pt x="31709" y="2393"/>
                    <a:pt x="30513" y="1163"/>
                    <a:pt x="29249" y="1"/>
                  </a:cubicBezTo>
                  <a:close/>
                </a:path>
              </a:pathLst>
            </a:custGeom>
            <a:solidFill>
              <a:srgbClr val="FF9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"/>
            <p:cNvSpPr/>
            <p:nvPr/>
          </p:nvSpPr>
          <p:spPr>
            <a:xfrm>
              <a:off x="3470325" y="906750"/>
              <a:ext cx="29775" cy="21425"/>
            </a:xfrm>
            <a:custGeom>
              <a:avLst/>
              <a:gdLst/>
              <a:ahLst/>
              <a:cxnLst/>
              <a:rect l="l" t="t" r="r" b="b"/>
              <a:pathLst>
                <a:path w="1191" h="857" extrusionOk="0">
                  <a:moveTo>
                    <a:pt x="412" y="1"/>
                  </a:moveTo>
                  <a:cubicBezTo>
                    <a:pt x="191" y="1"/>
                    <a:pt x="1" y="112"/>
                    <a:pt x="6" y="389"/>
                  </a:cubicBezTo>
                  <a:cubicBezTo>
                    <a:pt x="12" y="706"/>
                    <a:pt x="322" y="856"/>
                    <a:pt x="608" y="856"/>
                  </a:cubicBezTo>
                  <a:cubicBezTo>
                    <a:pt x="913" y="856"/>
                    <a:pt x="1190" y="686"/>
                    <a:pt x="1045" y="366"/>
                  </a:cubicBezTo>
                  <a:cubicBezTo>
                    <a:pt x="1033" y="344"/>
                    <a:pt x="1022" y="321"/>
                    <a:pt x="1011" y="299"/>
                  </a:cubicBezTo>
                  <a:cubicBezTo>
                    <a:pt x="902" y="120"/>
                    <a:pt x="640" y="1"/>
                    <a:pt x="41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"/>
            <p:cNvSpPr/>
            <p:nvPr/>
          </p:nvSpPr>
          <p:spPr>
            <a:xfrm>
              <a:off x="3360450" y="1002900"/>
              <a:ext cx="31400" cy="26725"/>
            </a:xfrm>
            <a:custGeom>
              <a:avLst/>
              <a:gdLst/>
              <a:ahLst/>
              <a:cxnLst/>
              <a:rect l="l" t="t" r="r" b="b"/>
              <a:pathLst>
                <a:path w="1256" h="1069" extrusionOk="0">
                  <a:moveTo>
                    <a:pt x="778" y="1"/>
                  </a:moveTo>
                  <a:cubicBezTo>
                    <a:pt x="735" y="1"/>
                    <a:pt x="686" y="10"/>
                    <a:pt x="633" y="30"/>
                  </a:cubicBezTo>
                  <a:cubicBezTo>
                    <a:pt x="610" y="30"/>
                    <a:pt x="587" y="41"/>
                    <a:pt x="565" y="52"/>
                  </a:cubicBezTo>
                  <a:cubicBezTo>
                    <a:pt x="192" y="244"/>
                    <a:pt x="1" y="1034"/>
                    <a:pt x="565" y="1068"/>
                  </a:cubicBezTo>
                  <a:cubicBezTo>
                    <a:pt x="573" y="1068"/>
                    <a:pt x="581" y="1068"/>
                    <a:pt x="590" y="1068"/>
                  </a:cubicBezTo>
                  <a:cubicBezTo>
                    <a:pt x="1168" y="1068"/>
                    <a:pt x="1255" y="1"/>
                    <a:pt x="77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"/>
            <p:cNvSpPr/>
            <p:nvPr/>
          </p:nvSpPr>
          <p:spPr>
            <a:xfrm>
              <a:off x="3407850" y="949125"/>
              <a:ext cx="29350" cy="21575"/>
            </a:xfrm>
            <a:custGeom>
              <a:avLst/>
              <a:gdLst/>
              <a:ahLst/>
              <a:cxnLst/>
              <a:rect l="l" t="t" r="r" b="b"/>
              <a:pathLst>
                <a:path w="1174" h="863" extrusionOk="0">
                  <a:moveTo>
                    <a:pt x="559" y="0"/>
                  </a:moveTo>
                  <a:cubicBezTo>
                    <a:pt x="266" y="0"/>
                    <a:pt x="0" y="161"/>
                    <a:pt x="124" y="477"/>
                  </a:cubicBezTo>
                  <a:cubicBezTo>
                    <a:pt x="136" y="488"/>
                    <a:pt x="147" y="511"/>
                    <a:pt x="158" y="533"/>
                  </a:cubicBezTo>
                  <a:cubicBezTo>
                    <a:pt x="265" y="729"/>
                    <a:pt x="538" y="863"/>
                    <a:pt x="773" y="863"/>
                  </a:cubicBezTo>
                  <a:cubicBezTo>
                    <a:pt x="983" y="863"/>
                    <a:pt x="1163" y="755"/>
                    <a:pt x="1163" y="488"/>
                  </a:cubicBezTo>
                  <a:cubicBezTo>
                    <a:pt x="1174" y="161"/>
                    <a:pt x="852" y="0"/>
                    <a:pt x="559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"/>
            <p:cNvSpPr/>
            <p:nvPr/>
          </p:nvSpPr>
          <p:spPr>
            <a:xfrm>
              <a:off x="3559275" y="1207875"/>
              <a:ext cx="30000" cy="26750"/>
            </a:xfrm>
            <a:custGeom>
              <a:avLst/>
              <a:gdLst/>
              <a:ahLst/>
              <a:cxnLst/>
              <a:rect l="l" t="t" r="r" b="b"/>
              <a:pathLst>
                <a:path w="1200" h="1070" extrusionOk="0">
                  <a:moveTo>
                    <a:pt x="619" y="0"/>
                  </a:moveTo>
                  <a:cubicBezTo>
                    <a:pt x="47" y="0"/>
                    <a:pt x="1" y="1070"/>
                    <a:pt x="465" y="1070"/>
                  </a:cubicBezTo>
                  <a:cubicBezTo>
                    <a:pt x="509" y="1070"/>
                    <a:pt x="559" y="1060"/>
                    <a:pt x="612" y="1039"/>
                  </a:cubicBezTo>
                  <a:cubicBezTo>
                    <a:pt x="635" y="1027"/>
                    <a:pt x="657" y="1016"/>
                    <a:pt x="680" y="1005"/>
                  </a:cubicBezTo>
                  <a:cubicBezTo>
                    <a:pt x="1052" y="813"/>
                    <a:pt x="1199" y="12"/>
                    <a:pt x="635" y="0"/>
                  </a:cubicBezTo>
                  <a:cubicBezTo>
                    <a:pt x="629" y="0"/>
                    <a:pt x="624" y="0"/>
                    <a:pt x="619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"/>
            <p:cNvSpPr/>
            <p:nvPr/>
          </p:nvSpPr>
          <p:spPr>
            <a:xfrm>
              <a:off x="3475700" y="1392450"/>
              <a:ext cx="29150" cy="27675"/>
            </a:xfrm>
            <a:custGeom>
              <a:avLst/>
              <a:gdLst/>
              <a:ahLst/>
              <a:cxnLst/>
              <a:rect l="l" t="t" r="r" b="b"/>
              <a:pathLst>
                <a:path w="1166" h="1107" extrusionOk="0">
                  <a:moveTo>
                    <a:pt x="532" y="0"/>
                  </a:moveTo>
                  <a:cubicBezTo>
                    <a:pt x="462" y="0"/>
                    <a:pt x="387" y="30"/>
                    <a:pt x="311" y="99"/>
                  </a:cubicBezTo>
                  <a:cubicBezTo>
                    <a:pt x="288" y="110"/>
                    <a:pt x="265" y="133"/>
                    <a:pt x="254" y="144"/>
                  </a:cubicBezTo>
                  <a:cubicBezTo>
                    <a:pt x="0" y="429"/>
                    <a:pt x="94" y="1107"/>
                    <a:pt x="502" y="1107"/>
                  </a:cubicBezTo>
                  <a:cubicBezTo>
                    <a:pt x="547" y="1107"/>
                    <a:pt x="596" y="1098"/>
                    <a:pt x="649" y="1081"/>
                  </a:cubicBezTo>
                  <a:cubicBezTo>
                    <a:pt x="1165" y="909"/>
                    <a:pt x="920" y="0"/>
                    <a:pt x="532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"/>
            <p:cNvSpPr/>
            <p:nvPr/>
          </p:nvSpPr>
          <p:spPr>
            <a:xfrm>
              <a:off x="3463300" y="1191275"/>
              <a:ext cx="30125" cy="27450"/>
            </a:xfrm>
            <a:custGeom>
              <a:avLst/>
              <a:gdLst/>
              <a:ahLst/>
              <a:cxnLst/>
              <a:rect l="l" t="t" r="r" b="b"/>
              <a:pathLst>
                <a:path w="1205" h="1098" extrusionOk="0">
                  <a:moveTo>
                    <a:pt x="651" y="1"/>
                  </a:moveTo>
                  <a:cubicBezTo>
                    <a:pt x="580" y="1"/>
                    <a:pt x="503" y="24"/>
                    <a:pt x="423" y="78"/>
                  </a:cubicBezTo>
                  <a:cubicBezTo>
                    <a:pt x="0" y="365"/>
                    <a:pt x="402" y="1097"/>
                    <a:pt x="765" y="1097"/>
                  </a:cubicBezTo>
                  <a:cubicBezTo>
                    <a:pt x="857" y="1097"/>
                    <a:pt x="948" y="1050"/>
                    <a:pt x="1021" y="935"/>
                  </a:cubicBezTo>
                  <a:cubicBezTo>
                    <a:pt x="1032" y="913"/>
                    <a:pt x="1044" y="890"/>
                    <a:pt x="1055" y="868"/>
                  </a:cubicBezTo>
                  <a:cubicBezTo>
                    <a:pt x="1205" y="558"/>
                    <a:pt x="997" y="1"/>
                    <a:pt x="65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"/>
            <p:cNvSpPr/>
            <p:nvPr/>
          </p:nvSpPr>
          <p:spPr>
            <a:xfrm>
              <a:off x="3733825" y="1158575"/>
              <a:ext cx="29750" cy="21300"/>
            </a:xfrm>
            <a:custGeom>
              <a:avLst/>
              <a:gdLst/>
              <a:ahLst/>
              <a:cxnLst/>
              <a:rect l="l" t="t" r="r" b="b"/>
              <a:pathLst>
                <a:path w="1190" h="852" extrusionOk="0">
                  <a:moveTo>
                    <a:pt x="415" y="0"/>
                  </a:moveTo>
                  <a:cubicBezTo>
                    <a:pt x="193" y="0"/>
                    <a:pt x="0" y="114"/>
                    <a:pt x="6" y="393"/>
                  </a:cubicBezTo>
                  <a:cubicBezTo>
                    <a:pt x="11" y="704"/>
                    <a:pt x="321" y="852"/>
                    <a:pt x="607" y="852"/>
                  </a:cubicBezTo>
                  <a:cubicBezTo>
                    <a:pt x="912" y="852"/>
                    <a:pt x="1190" y="684"/>
                    <a:pt x="1044" y="370"/>
                  </a:cubicBezTo>
                  <a:cubicBezTo>
                    <a:pt x="1033" y="348"/>
                    <a:pt x="1021" y="325"/>
                    <a:pt x="1010" y="302"/>
                  </a:cubicBezTo>
                  <a:cubicBezTo>
                    <a:pt x="902" y="120"/>
                    <a:pt x="643" y="0"/>
                    <a:pt x="415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"/>
            <p:cNvSpPr/>
            <p:nvPr/>
          </p:nvSpPr>
          <p:spPr>
            <a:xfrm>
              <a:off x="3302050" y="925525"/>
              <a:ext cx="29425" cy="27800"/>
            </a:xfrm>
            <a:custGeom>
              <a:avLst/>
              <a:gdLst/>
              <a:ahLst/>
              <a:cxnLst/>
              <a:rect l="l" t="t" r="r" b="b"/>
              <a:pathLst>
                <a:path w="1177" h="1112" extrusionOk="0">
                  <a:moveTo>
                    <a:pt x="677" y="1"/>
                  </a:moveTo>
                  <a:cubicBezTo>
                    <a:pt x="623" y="1"/>
                    <a:pt x="563" y="14"/>
                    <a:pt x="497" y="44"/>
                  </a:cubicBezTo>
                  <a:cubicBezTo>
                    <a:pt x="0" y="250"/>
                    <a:pt x="290" y="1111"/>
                    <a:pt x="675" y="1111"/>
                  </a:cubicBezTo>
                  <a:cubicBezTo>
                    <a:pt x="753" y="1111"/>
                    <a:pt x="835" y="1076"/>
                    <a:pt x="915" y="992"/>
                  </a:cubicBezTo>
                  <a:cubicBezTo>
                    <a:pt x="926" y="981"/>
                    <a:pt x="937" y="958"/>
                    <a:pt x="960" y="936"/>
                  </a:cubicBezTo>
                  <a:cubicBezTo>
                    <a:pt x="1177" y="649"/>
                    <a:pt x="1058" y="1"/>
                    <a:pt x="677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"/>
            <p:cNvSpPr/>
            <p:nvPr/>
          </p:nvSpPr>
          <p:spPr>
            <a:xfrm>
              <a:off x="3559850" y="1311350"/>
              <a:ext cx="29675" cy="27800"/>
            </a:xfrm>
            <a:custGeom>
              <a:avLst/>
              <a:gdLst/>
              <a:ahLst/>
              <a:cxnLst/>
              <a:rect l="l" t="t" r="r" b="b"/>
              <a:pathLst>
                <a:path w="1187" h="1112" extrusionOk="0">
                  <a:moveTo>
                    <a:pt x="492" y="1"/>
                  </a:moveTo>
                  <a:cubicBezTo>
                    <a:pt x="412" y="1"/>
                    <a:pt x="330" y="38"/>
                    <a:pt x="251" y="127"/>
                  </a:cubicBezTo>
                  <a:cubicBezTo>
                    <a:pt x="240" y="149"/>
                    <a:pt x="217" y="161"/>
                    <a:pt x="206" y="183"/>
                  </a:cubicBezTo>
                  <a:cubicBezTo>
                    <a:pt x="0" y="486"/>
                    <a:pt x="142" y="1111"/>
                    <a:pt x="514" y="1111"/>
                  </a:cubicBezTo>
                  <a:cubicBezTo>
                    <a:pt x="572" y="1111"/>
                    <a:pt x="634" y="1097"/>
                    <a:pt x="702" y="1063"/>
                  </a:cubicBezTo>
                  <a:cubicBezTo>
                    <a:pt x="1187" y="840"/>
                    <a:pt x="871" y="1"/>
                    <a:pt x="49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"/>
            <p:cNvSpPr/>
            <p:nvPr/>
          </p:nvSpPr>
          <p:spPr>
            <a:xfrm>
              <a:off x="3362725" y="1055200"/>
              <a:ext cx="37250" cy="21025"/>
            </a:xfrm>
            <a:custGeom>
              <a:avLst/>
              <a:gdLst/>
              <a:ahLst/>
              <a:cxnLst/>
              <a:rect l="l" t="t" r="r" b="b"/>
              <a:pathLst>
                <a:path w="1490" h="841" extrusionOk="0">
                  <a:moveTo>
                    <a:pt x="890" y="0"/>
                  </a:moveTo>
                  <a:cubicBezTo>
                    <a:pt x="480" y="0"/>
                    <a:pt x="0" y="418"/>
                    <a:pt x="372" y="725"/>
                  </a:cubicBezTo>
                  <a:cubicBezTo>
                    <a:pt x="395" y="736"/>
                    <a:pt x="406" y="747"/>
                    <a:pt x="429" y="759"/>
                  </a:cubicBezTo>
                  <a:cubicBezTo>
                    <a:pt x="518" y="815"/>
                    <a:pt x="633" y="841"/>
                    <a:pt x="751" y="841"/>
                  </a:cubicBezTo>
                  <a:cubicBezTo>
                    <a:pt x="1107" y="841"/>
                    <a:pt x="1490" y="602"/>
                    <a:pt x="1286" y="228"/>
                  </a:cubicBezTo>
                  <a:cubicBezTo>
                    <a:pt x="1203" y="65"/>
                    <a:pt x="1052" y="0"/>
                    <a:pt x="89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"/>
            <p:cNvSpPr/>
            <p:nvPr/>
          </p:nvSpPr>
          <p:spPr>
            <a:xfrm>
              <a:off x="3424425" y="900600"/>
              <a:ext cx="37050" cy="25225"/>
            </a:xfrm>
            <a:custGeom>
              <a:avLst/>
              <a:gdLst/>
              <a:ahLst/>
              <a:cxnLst/>
              <a:rect l="l" t="t" r="r" b="b"/>
              <a:pathLst>
                <a:path w="1482" h="1009" extrusionOk="0">
                  <a:moveTo>
                    <a:pt x="810" y="1"/>
                  </a:moveTo>
                  <a:cubicBezTo>
                    <a:pt x="294" y="1"/>
                    <a:pt x="1" y="1008"/>
                    <a:pt x="577" y="1008"/>
                  </a:cubicBezTo>
                  <a:cubicBezTo>
                    <a:pt x="589" y="1008"/>
                    <a:pt x="600" y="1008"/>
                    <a:pt x="612" y="1007"/>
                  </a:cubicBezTo>
                  <a:lnTo>
                    <a:pt x="680" y="1007"/>
                  </a:lnTo>
                  <a:cubicBezTo>
                    <a:pt x="1098" y="928"/>
                    <a:pt x="1481" y="217"/>
                    <a:pt x="951" y="26"/>
                  </a:cubicBezTo>
                  <a:cubicBezTo>
                    <a:pt x="902" y="8"/>
                    <a:pt x="855" y="1"/>
                    <a:pt x="81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"/>
            <p:cNvSpPr/>
            <p:nvPr/>
          </p:nvSpPr>
          <p:spPr>
            <a:xfrm>
              <a:off x="3588125" y="1286625"/>
              <a:ext cx="29500" cy="21500"/>
            </a:xfrm>
            <a:custGeom>
              <a:avLst/>
              <a:gdLst/>
              <a:ahLst/>
              <a:cxnLst/>
              <a:rect l="l" t="t" r="r" b="b"/>
              <a:pathLst>
                <a:path w="1180" h="860" extrusionOk="0">
                  <a:moveTo>
                    <a:pt x="556" y="0"/>
                  </a:moveTo>
                  <a:cubicBezTo>
                    <a:pt x="263" y="0"/>
                    <a:pt x="1" y="158"/>
                    <a:pt x="124" y="473"/>
                  </a:cubicBezTo>
                  <a:cubicBezTo>
                    <a:pt x="135" y="495"/>
                    <a:pt x="147" y="518"/>
                    <a:pt x="158" y="540"/>
                  </a:cubicBezTo>
                  <a:cubicBezTo>
                    <a:pt x="264" y="730"/>
                    <a:pt x="532" y="860"/>
                    <a:pt x="766" y="860"/>
                  </a:cubicBezTo>
                  <a:cubicBezTo>
                    <a:pt x="978" y="860"/>
                    <a:pt x="1163" y="752"/>
                    <a:pt x="1174" y="484"/>
                  </a:cubicBezTo>
                  <a:cubicBezTo>
                    <a:pt x="1179" y="161"/>
                    <a:pt x="852" y="0"/>
                    <a:pt x="55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"/>
            <p:cNvSpPr/>
            <p:nvPr/>
          </p:nvSpPr>
          <p:spPr>
            <a:xfrm>
              <a:off x="3677475" y="1087975"/>
              <a:ext cx="28825" cy="26975"/>
            </a:xfrm>
            <a:custGeom>
              <a:avLst/>
              <a:gdLst/>
              <a:ahLst/>
              <a:cxnLst/>
              <a:rect l="l" t="t" r="r" b="b"/>
              <a:pathLst>
                <a:path w="1153" h="1079" extrusionOk="0">
                  <a:moveTo>
                    <a:pt x="602" y="1"/>
                  </a:moveTo>
                  <a:cubicBezTo>
                    <a:pt x="598" y="1"/>
                    <a:pt x="594" y="1"/>
                    <a:pt x="590" y="1"/>
                  </a:cubicBezTo>
                  <a:cubicBezTo>
                    <a:pt x="19" y="11"/>
                    <a:pt x="1" y="1079"/>
                    <a:pt x="459" y="1079"/>
                  </a:cubicBezTo>
                  <a:cubicBezTo>
                    <a:pt x="508" y="1079"/>
                    <a:pt x="563" y="1066"/>
                    <a:pt x="624" y="1039"/>
                  </a:cubicBezTo>
                  <a:cubicBezTo>
                    <a:pt x="635" y="1028"/>
                    <a:pt x="658" y="1016"/>
                    <a:pt x="680" y="1005"/>
                  </a:cubicBezTo>
                  <a:cubicBezTo>
                    <a:pt x="1039" y="792"/>
                    <a:pt x="1152" y="1"/>
                    <a:pt x="60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"/>
            <p:cNvSpPr/>
            <p:nvPr/>
          </p:nvSpPr>
          <p:spPr>
            <a:xfrm>
              <a:off x="3368025" y="960425"/>
              <a:ext cx="28200" cy="23900"/>
            </a:xfrm>
            <a:custGeom>
              <a:avLst/>
              <a:gdLst/>
              <a:ahLst/>
              <a:cxnLst/>
              <a:rect l="l" t="t" r="r" b="b"/>
              <a:pathLst>
                <a:path w="1128" h="956" extrusionOk="0">
                  <a:moveTo>
                    <a:pt x="469" y="1"/>
                  </a:moveTo>
                  <a:cubicBezTo>
                    <a:pt x="331" y="1"/>
                    <a:pt x="206" y="72"/>
                    <a:pt x="138" y="250"/>
                  </a:cubicBezTo>
                  <a:cubicBezTo>
                    <a:pt x="1" y="640"/>
                    <a:pt x="450" y="956"/>
                    <a:pt x="785" y="956"/>
                  </a:cubicBezTo>
                  <a:cubicBezTo>
                    <a:pt x="974" y="956"/>
                    <a:pt x="1128" y="856"/>
                    <a:pt x="1119" y="612"/>
                  </a:cubicBezTo>
                  <a:cubicBezTo>
                    <a:pt x="1119" y="589"/>
                    <a:pt x="1108" y="566"/>
                    <a:pt x="1108" y="544"/>
                  </a:cubicBezTo>
                  <a:cubicBezTo>
                    <a:pt x="1063" y="275"/>
                    <a:pt x="741" y="1"/>
                    <a:pt x="469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"/>
            <p:cNvSpPr/>
            <p:nvPr/>
          </p:nvSpPr>
          <p:spPr>
            <a:xfrm>
              <a:off x="3358450" y="1031075"/>
              <a:ext cx="28400" cy="23750"/>
            </a:xfrm>
            <a:custGeom>
              <a:avLst/>
              <a:gdLst/>
              <a:ahLst/>
              <a:cxnLst/>
              <a:rect l="l" t="t" r="r" b="b"/>
              <a:pathLst>
                <a:path w="1136" h="950" extrusionOk="0">
                  <a:moveTo>
                    <a:pt x="474" y="1"/>
                  </a:moveTo>
                  <a:cubicBezTo>
                    <a:pt x="332" y="1"/>
                    <a:pt x="203" y="74"/>
                    <a:pt x="137" y="257"/>
                  </a:cubicBezTo>
                  <a:cubicBezTo>
                    <a:pt x="1" y="644"/>
                    <a:pt x="453" y="949"/>
                    <a:pt x="788" y="949"/>
                  </a:cubicBezTo>
                  <a:cubicBezTo>
                    <a:pt x="981" y="949"/>
                    <a:pt x="1135" y="849"/>
                    <a:pt x="1119" y="607"/>
                  </a:cubicBezTo>
                  <a:cubicBezTo>
                    <a:pt x="1119" y="584"/>
                    <a:pt x="1119" y="561"/>
                    <a:pt x="1107" y="528"/>
                  </a:cubicBezTo>
                  <a:cubicBezTo>
                    <a:pt x="1063" y="262"/>
                    <a:pt x="743" y="1"/>
                    <a:pt x="474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"/>
            <p:cNvSpPr/>
            <p:nvPr/>
          </p:nvSpPr>
          <p:spPr>
            <a:xfrm>
              <a:off x="3412350" y="999800"/>
              <a:ext cx="30900" cy="26725"/>
            </a:xfrm>
            <a:custGeom>
              <a:avLst/>
              <a:gdLst/>
              <a:ahLst/>
              <a:cxnLst/>
              <a:rect l="l" t="t" r="r" b="b"/>
              <a:pathLst>
                <a:path w="1236" h="1069" extrusionOk="0">
                  <a:moveTo>
                    <a:pt x="765" y="1"/>
                  </a:moveTo>
                  <a:cubicBezTo>
                    <a:pt x="722" y="1"/>
                    <a:pt x="674" y="10"/>
                    <a:pt x="622" y="30"/>
                  </a:cubicBezTo>
                  <a:cubicBezTo>
                    <a:pt x="599" y="30"/>
                    <a:pt x="576" y="41"/>
                    <a:pt x="554" y="52"/>
                  </a:cubicBezTo>
                  <a:cubicBezTo>
                    <a:pt x="170" y="244"/>
                    <a:pt x="1" y="1034"/>
                    <a:pt x="554" y="1068"/>
                  </a:cubicBezTo>
                  <a:cubicBezTo>
                    <a:pt x="562" y="1068"/>
                    <a:pt x="570" y="1068"/>
                    <a:pt x="579" y="1068"/>
                  </a:cubicBezTo>
                  <a:cubicBezTo>
                    <a:pt x="1156" y="1068"/>
                    <a:pt x="1235" y="1"/>
                    <a:pt x="765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"/>
            <p:cNvSpPr/>
            <p:nvPr/>
          </p:nvSpPr>
          <p:spPr>
            <a:xfrm>
              <a:off x="3590550" y="1478125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628" y="1"/>
                  </a:moveTo>
                  <a:cubicBezTo>
                    <a:pt x="51" y="1"/>
                    <a:pt x="1" y="1073"/>
                    <a:pt x="470" y="1073"/>
                  </a:cubicBezTo>
                  <a:cubicBezTo>
                    <a:pt x="516" y="1073"/>
                    <a:pt x="568" y="1062"/>
                    <a:pt x="625" y="1039"/>
                  </a:cubicBezTo>
                  <a:cubicBezTo>
                    <a:pt x="648" y="1039"/>
                    <a:pt x="670" y="1027"/>
                    <a:pt x="682" y="1016"/>
                  </a:cubicBezTo>
                  <a:cubicBezTo>
                    <a:pt x="1054" y="813"/>
                    <a:pt x="1201" y="23"/>
                    <a:pt x="636" y="1"/>
                  </a:cubicBezTo>
                  <a:cubicBezTo>
                    <a:pt x="634" y="1"/>
                    <a:pt x="631" y="1"/>
                    <a:pt x="62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"/>
            <p:cNvSpPr/>
            <p:nvPr/>
          </p:nvSpPr>
          <p:spPr>
            <a:xfrm>
              <a:off x="3578675" y="1117375"/>
              <a:ext cx="29750" cy="21275"/>
            </a:xfrm>
            <a:custGeom>
              <a:avLst/>
              <a:gdLst/>
              <a:ahLst/>
              <a:cxnLst/>
              <a:rect l="l" t="t" r="r" b="b"/>
              <a:pathLst>
                <a:path w="1190" h="851" extrusionOk="0">
                  <a:moveTo>
                    <a:pt x="419" y="1"/>
                  </a:moveTo>
                  <a:cubicBezTo>
                    <a:pt x="195" y="1"/>
                    <a:pt x="0" y="114"/>
                    <a:pt x="6" y="393"/>
                  </a:cubicBezTo>
                  <a:cubicBezTo>
                    <a:pt x="11" y="703"/>
                    <a:pt x="318" y="851"/>
                    <a:pt x="603" y="851"/>
                  </a:cubicBezTo>
                  <a:cubicBezTo>
                    <a:pt x="909" y="851"/>
                    <a:pt x="1190" y="681"/>
                    <a:pt x="1044" y="359"/>
                  </a:cubicBezTo>
                  <a:cubicBezTo>
                    <a:pt x="1032" y="337"/>
                    <a:pt x="1021" y="325"/>
                    <a:pt x="1010" y="303"/>
                  </a:cubicBezTo>
                  <a:cubicBezTo>
                    <a:pt x="907" y="120"/>
                    <a:pt x="648" y="1"/>
                    <a:pt x="419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"/>
            <p:cNvSpPr/>
            <p:nvPr/>
          </p:nvSpPr>
          <p:spPr>
            <a:xfrm>
              <a:off x="3729300" y="1344375"/>
              <a:ext cx="29800" cy="21475"/>
            </a:xfrm>
            <a:custGeom>
              <a:avLst/>
              <a:gdLst/>
              <a:ahLst/>
              <a:cxnLst/>
              <a:rect l="l" t="t" r="r" b="b"/>
              <a:pathLst>
                <a:path w="1192" h="859" extrusionOk="0">
                  <a:moveTo>
                    <a:pt x="412" y="0"/>
                  </a:moveTo>
                  <a:cubicBezTo>
                    <a:pt x="191" y="0"/>
                    <a:pt x="1" y="114"/>
                    <a:pt x="6" y="397"/>
                  </a:cubicBezTo>
                  <a:cubicBezTo>
                    <a:pt x="12" y="711"/>
                    <a:pt x="316" y="859"/>
                    <a:pt x="600" y="859"/>
                  </a:cubicBezTo>
                  <a:cubicBezTo>
                    <a:pt x="908" y="859"/>
                    <a:pt x="1191" y="686"/>
                    <a:pt x="1045" y="363"/>
                  </a:cubicBezTo>
                  <a:cubicBezTo>
                    <a:pt x="1033" y="340"/>
                    <a:pt x="1022" y="329"/>
                    <a:pt x="1011" y="307"/>
                  </a:cubicBezTo>
                  <a:cubicBezTo>
                    <a:pt x="902" y="123"/>
                    <a:pt x="640" y="0"/>
                    <a:pt x="41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"/>
            <p:cNvSpPr/>
            <p:nvPr/>
          </p:nvSpPr>
          <p:spPr>
            <a:xfrm>
              <a:off x="3566725" y="1189375"/>
              <a:ext cx="28375" cy="23950"/>
            </a:xfrm>
            <a:custGeom>
              <a:avLst/>
              <a:gdLst/>
              <a:ahLst/>
              <a:cxnLst/>
              <a:rect l="l" t="t" r="r" b="b"/>
              <a:pathLst>
                <a:path w="1135" h="958" extrusionOk="0">
                  <a:moveTo>
                    <a:pt x="484" y="0"/>
                  </a:moveTo>
                  <a:cubicBezTo>
                    <a:pt x="343" y="0"/>
                    <a:pt x="215" y="73"/>
                    <a:pt x="145" y="255"/>
                  </a:cubicBezTo>
                  <a:cubicBezTo>
                    <a:pt x="0" y="639"/>
                    <a:pt x="455" y="958"/>
                    <a:pt x="794" y="958"/>
                  </a:cubicBezTo>
                  <a:cubicBezTo>
                    <a:pt x="982" y="958"/>
                    <a:pt x="1135" y="859"/>
                    <a:pt x="1127" y="616"/>
                  </a:cubicBezTo>
                  <a:cubicBezTo>
                    <a:pt x="1127" y="594"/>
                    <a:pt x="1116" y="571"/>
                    <a:pt x="1116" y="549"/>
                  </a:cubicBezTo>
                  <a:cubicBezTo>
                    <a:pt x="1071" y="267"/>
                    <a:pt x="754" y="0"/>
                    <a:pt x="48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"/>
            <p:cNvSpPr/>
            <p:nvPr/>
          </p:nvSpPr>
          <p:spPr>
            <a:xfrm>
              <a:off x="3357900" y="923825"/>
              <a:ext cx="28475" cy="23725"/>
            </a:xfrm>
            <a:custGeom>
              <a:avLst/>
              <a:gdLst/>
              <a:ahLst/>
              <a:cxnLst/>
              <a:rect l="l" t="t" r="r" b="b"/>
              <a:pathLst>
                <a:path w="1139" h="949" extrusionOk="0">
                  <a:moveTo>
                    <a:pt x="472" y="0"/>
                  </a:moveTo>
                  <a:cubicBezTo>
                    <a:pt x="328" y="0"/>
                    <a:pt x="199" y="74"/>
                    <a:pt x="136" y="259"/>
                  </a:cubicBezTo>
                  <a:cubicBezTo>
                    <a:pt x="1" y="644"/>
                    <a:pt x="452" y="949"/>
                    <a:pt x="788" y="949"/>
                  </a:cubicBezTo>
                  <a:cubicBezTo>
                    <a:pt x="983" y="949"/>
                    <a:pt x="1139" y="846"/>
                    <a:pt x="1118" y="597"/>
                  </a:cubicBezTo>
                  <a:cubicBezTo>
                    <a:pt x="1118" y="575"/>
                    <a:pt x="1118" y="552"/>
                    <a:pt x="1107" y="530"/>
                  </a:cubicBezTo>
                  <a:cubicBezTo>
                    <a:pt x="1063" y="258"/>
                    <a:pt x="741" y="0"/>
                    <a:pt x="47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"/>
            <p:cNvSpPr/>
            <p:nvPr/>
          </p:nvSpPr>
          <p:spPr>
            <a:xfrm>
              <a:off x="3322925" y="979850"/>
              <a:ext cx="31150" cy="26925"/>
            </a:xfrm>
            <a:custGeom>
              <a:avLst/>
              <a:gdLst/>
              <a:ahLst/>
              <a:cxnLst/>
              <a:rect l="l" t="t" r="r" b="b"/>
              <a:pathLst>
                <a:path w="1246" h="1077" extrusionOk="0">
                  <a:moveTo>
                    <a:pt x="770" y="0"/>
                  </a:moveTo>
                  <a:cubicBezTo>
                    <a:pt x="729" y="0"/>
                    <a:pt x="683" y="8"/>
                    <a:pt x="633" y="26"/>
                  </a:cubicBezTo>
                  <a:cubicBezTo>
                    <a:pt x="610" y="38"/>
                    <a:pt x="588" y="49"/>
                    <a:pt x="565" y="60"/>
                  </a:cubicBezTo>
                  <a:cubicBezTo>
                    <a:pt x="181" y="241"/>
                    <a:pt x="1" y="1042"/>
                    <a:pt x="565" y="1076"/>
                  </a:cubicBezTo>
                  <a:cubicBezTo>
                    <a:pt x="573" y="1076"/>
                    <a:pt x="581" y="1076"/>
                    <a:pt x="589" y="1076"/>
                  </a:cubicBezTo>
                  <a:cubicBezTo>
                    <a:pt x="1160" y="1076"/>
                    <a:pt x="1245" y="0"/>
                    <a:pt x="77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"/>
            <p:cNvSpPr/>
            <p:nvPr/>
          </p:nvSpPr>
          <p:spPr>
            <a:xfrm>
              <a:off x="3620125" y="1033400"/>
              <a:ext cx="29500" cy="21400"/>
            </a:xfrm>
            <a:custGeom>
              <a:avLst/>
              <a:gdLst/>
              <a:ahLst/>
              <a:cxnLst/>
              <a:rect l="l" t="t" r="r" b="b"/>
              <a:pathLst>
                <a:path w="1180" h="856" extrusionOk="0">
                  <a:moveTo>
                    <a:pt x="558" y="0"/>
                  </a:moveTo>
                  <a:cubicBezTo>
                    <a:pt x="263" y="0"/>
                    <a:pt x="1" y="158"/>
                    <a:pt x="131" y="468"/>
                  </a:cubicBezTo>
                  <a:cubicBezTo>
                    <a:pt x="142" y="491"/>
                    <a:pt x="153" y="514"/>
                    <a:pt x="164" y="536"/>
                  </a:cubicBezTo>
                  <a:cubicBezTo>
                    <a:pt x="265" y="725"/>
                    <a:pt x="533" y="856"/>
                    <a:pt x="768" y="856"/>
                  </a:cubicBezTo>
                  <a:cubicBezTo>
                    <a:pt x="982" y="856"/>
                    <a:pt x="1169" y="748"/>
                    <a:pt x="1180" y="480"/>
                  </a:cubicBezTo>
                  <a:cubicBezTo>
                    <a:pt x="1180" y="158"/>
                    <a:pt x="853" y="0"/>
                    <a:pt x="55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"/>
            <p:cNvSpPr/>
            <p:nvPr/>
          </p:nvSpPr>
          <p:spPr>
            <a:xfrm>
              <a:off x="3470925" y="1548725"/>
              <a:ext cx="28825" cy="27750"/>
            </a:xfrm>
            <a:custGeom>
              <a:avLst/>
              <a:gdLst/>
              <a:ahLst/>
              <a:cxnLst/>
              <a:rect l="l" t="t" r="r" b="b"/>
              <a:pathLst>
                <a:path w="1153" h="1110" extrusionOk="0">
                  <a:moveTo>
                    <a:pt x="523" y="0"/>
                  </a:moveTo>
                  <a:cubicBezTo>
                    <a:pt x="452" y="0"/>
                    <a:pt x="376" y="30"/>
                    <a:pt x="298" y="99"/>
                  </a:cubicBezTo>
                  <a:cubicBezTo>
                    <a:pt x="276" y="122"/>
                    <a:pt x="265" y="133"/>
                    <a:pt x="253" y="156"/>
                  </a:cubicBezTo>
                  <a:cubicBezTo>
                    <a:pt x="0" y="429"/>
                    <a:pt x="83" y="1110"/>
                    <a:pt x="485" y="1110"/>
                  </a:cubicBezTo>
                  <a:cubicBezTo>
                    <a:pt x="531" y="1110"/>
                    <a:pt x="582" y="1101"/>
                    <a:pt x="637" y="1081"/>
                  </a:cubicBezTo>
                  <a:cubicBezTo>
                    <a:pt x="1153" y="909"/>
                    <a:pt x="916" y="0"/>
                    <a:pt x="523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"/>
            <p:cNvSpPr/>
            <p:nvPr/>
          </p:nvSpPr>
          <p:spPr>
            <a:xfrm>
              <a:off x="3743975" y="1235875"/>
              <a:ext cx="29775" cy="21275"/>
            </a:xfrm>
            <a:custGeom>
              <a:avLst/>
              <a:gdLst/>
              <a:ahLst/>
              <a:cxnLst/>
              <a:rect l="l" t="t" r="r" b="b"/>
              <a:pathLst>
                <a:path w="1191" h="851" extrusionOk="0">
                  <a:moveTo>
                    <a:pt x="415" y="0"/>
                  </a:moveTo>
                  <a:cubicBezTo>
                    <a:pt x="193" y="0"/>
                    <a:pt x="1" y="114"/>
                    <a:pt x="6" y="392"/>
                  </a:cubicBezTo>
                  <a:cubicBezTo>
                    <a:pt x="12" y="703"/>
                    <a:pt x="319" y="850"/>
                    <a:pt x="604" y="850"/>
                  </a:cubicBezTo>
                  <a:cubicBezTo>
                    <a:pt x="910" y="850"/>
                    <a:pt x="1190" y="680"/>
                    <a:pt x="1044" y="359"/>
                  </a:cubicBezTo>
                  <a:cubicBezTo>
                    <a:pt x="1033" y="336"/>
                    <a:pt x="1022" y="325"/>
                    <a:pt x="1010" y="302"/>
                  </a:cubicBezTo>
                  <a:cubicBezTo>
                    <a:pt x="902" y="119"/>
                    <a:pt x="643" y="0"/>
                    <a:pt x="415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"/>
            <p:cNvSpPr/>
            <p:nvPr/>
          </p:nvSpPr>
          <p:spPr>
            <a:xfrm>
              <a:off x="3477200" y="977250"/>
              <a:ext cx="29475" cy="27875"/>
            </a:xfrm>
            <a:custGeom>
              <a:avLst/>
              <a:gdLst/>
              <a:ahLst/>
              <a:cxnLst/>
              <a:rect l="l" t="t" r="r" b="b"/>
              <a:pathLst>
                <a:path w="1179" h="1115" extrusionOk="0">
                  <a:moveTo>
                    <a:pt x="671" y="0"/>
                  </a:moveTo>
                  <a:cubicBezTo>
                    <a:pt x="618" y="0"/>
                    <a:pt x="561" y="13"/>
                    <a:pt x="499" y="40"/>
                  </a:cubicBezTo>
                  <a:cubicBezTo>
                    <a:pt x="1" y="256"/>
                    <a:pt x="293" y="1115"/>
                    <a:pt x="679" y="1115"/>
                  </a:cubicBezTo>
                  <a:cubicBezTo>
                    <a:pt x="756" y="1115"/>
                    <a:pt x="837" y="1080"/>
                    <a:pt x="916" y="999"/>
                  </a:cubicBezTo>
                  <a:cubicBezTo>
                    <a:pt x="928" y="977"/>
                    <a:pt x="939" y="954"/>
                    <a:pt x="950" y="943"/>
                  </a:cubicBezTo>
                  <a:cubicBezTo>
                    <a:pt x="1178" y="646"/>
                    <a:pt x="1049" y="0"/>
                    <a:pt x="67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"/>
            <p:cNvSpPr/>
            <p:nvPr/>
          </p:nvSpPr>
          <p:spPr>
            <a:xfrm>
              <a:off x="3459450" y="1261375"/>
              <a:ext cx="36925" cy="20725"/>
            </a:xfrm>
            <a:custGeom>
              <a:avLst/>
              <a:gdLst/>
              <a:ahLst/>
              <a:cxnLst/>
              <a:rect l="l" t="t" r="r" b="b"/>
              <a:pathLst>
                <a:path w="1477" h="829" extrusionOk="0">
                  <a:moveTo>
                    <a:pt x="713" y="0"/>
                  </a:moveTo>
                  <a:cubicBezTo>
                    <a:pt x="366" y="0"/>
                    <a:pt x="1" y="221"/>
                    <a:pt x="182" y="591"/>
                  </a:cubicBezTo>
                  <a:cubicBezTo>
                    <a:pt x="265" y="761"/>
                    <a:pt x="425" y="829"/>
                    <a:pt x="596" y="829"/>
                  </a:cubicBezTo>
                  <a:cubicBezTo>
                    <a:pt x="1004" y="829"/>
                    <a:pt x="1477" y="442"/>
                    <a:pt x="1119" y="140"/>
                  </a:cubicBezTo>
                  <a:cubicBezTo>
                    <a:pt x="1096" y="117"/>
                    <a:pt x="1073" y="106"/>
                    <a:pt x="1062" y="95"/>
                  </a:cubicBezTo>
                  <a:cubicBezTo>
                    <a:pt x="968" y="31"/>
                    <a:pt x="842" y="0"/>
                    <a:pt x="71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"/>
            <p:cNvSpPr/>
            <p:nvPr/>
          </p:nvSpPr>
          <p:spPr>
            <a:xfrm>
              <a:off x="3642750" y="1059150"/>
              <a:ext cx="36800" cy="25225"/>
            </a:xfrm>
            <a:custGeom>
              <a:avLst/>
              <a:gdLst/>
              <a:ahLst/>
              <a:cxnLst/>
              <a:rect l="l" t="t" r="r" b="b"/>
              <a:pathLst>
                <a:path w="1472" h="1009" extrusionOk="0">
                  <a:moveTo>
                    <a:pt x="800" y="0"/>
                  </a:moveTo>
                  <a:cubicBezTo>
                    <a:pt x="285" y="0"/>
                    <a:pt x="1" y="1008"/>
                    <a:pt x="567" y="1008"/>
                  </a:cubicBezTo>
                  <a:cubicBezTo>
                    <a:pt x="579" y="1008"/>
                    <a:pt x="590" y="1008"/>
                    <a:pt x="602" y="1007"/>
                  </a:cubicBezTo>
                  <a:lnTo>
                    <a:pt x="670" y="1007"/>
                  </a:lnTo>
                  <a:cubicBezTo>
                    <a:pt x="1087" y="928"/>
                    <a:pt x="1471" y="217"/>
                    <a:pt x="941" y="25"/>
                  </a:cubicBezTo>
                  <a:cubicBezTo>
                    <a:pt x="892" y="8"/>
                    <a:pt x="845" y="0"/>
                    <a:pt x="80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"/>
            <p:cNvSpPr/>
            <p:nvPr/>
          </p:nvSpPr>
          <p:spPr>
            <a:xfrm>
              <a:off x="3465225" y="1042150"/>
              <a:ext cx="29125" cy="21950"/>
            </a:xfrm>
            <a:custGeom>
              <a:avLst/>
              <a:gdLst/>
              <a:ahLst/>
              <a:cxnLst/>
              <a:rect l="l" t="t" r="r" b="b"/>
              <a:pathLst>
                <a:path w="1165" h="878" extrusionOk="0">
                  <a:moveTo>
                    <a:pt x="400" y="1"/>
                  </a:moveTo>
                  <a:cubicBezTo>
                    <a:pt x="202" y="1"/>
                    <a:pt x="34" y="101"/>
                    <a:pt x="19" y="355"/>
                  </a:cubicBezTo>
                  <a:cubicBezTo>
                    <a:pt x="1" y="698"/>
                    <a:pt x="349" y="877"/>
                    <a:pt x="651" y="877"/>
                  </a:cubicBezTo>
                  <a:cubicBezTo>
                    <a:pt x="926" y="877"/>
                    <a:pt x="1164" y="729"/>
                    <a:pt x="1057" y="423"/>
                  </a:cubicBezTo>
                  <a:cubicBezTo>
                    <a:pt x="1045" y="401"/>
                    <a:pt x="1034" y="378"/>
                    <a:pt x="1023" y="355"/>
                  </a:cubicBezTo>
                  <a:cubicBezTo>
                    <a:pt x="924" y="151"/>
                    <a:pt x="640" y="1"/>
                    <a:pt x="400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"/>
            <p:cNvSpPr/>
            <p:nvPr/>
          </p:nvSpPr>
          <p:spPr>
            <a:xfrm>
              <a:off x="3584150" y="953750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735" y="1"/>
                  </a:moveTo>
                  <a:cubicBezTo>
                    <a:pt x="691" y="1"/>
                    <a:pt x="642" y="11"/>
                    <a:pt x="588" y="32"/>
                  </a:cubicBezTo>
                  <a:cubicBezTo>
                    <a:pt x="565" y="44"/>
                    <a:pt x="543" y="55"/>
                    <a:pt x="520" y="66"/>
                  </a:cubicBezTo>
                  <a:cubicBezTo>
                    <a:pt x="148" y="269"/>
                    <a:pt x="1" y="1070"/>
                    <a:pt x="565" y="1082"/>
                  </a:cubicBezTo>
                  <a:cubicBezTo>
                    <a:pt x="568" y="1082"/>
                    <a:pt x="571" y="1082"/>
                    <a:pt x="573" y="1082"/>
                  </a:cubicBezTo>
                  <a:cubicBezTo>
                    <a:pt x="1153" y="1082"/>
                    <a:pt x="1201" y="1"/>
                    <a:pt x="73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"/>
            <p:cNvSpPr/>
            <p:nvPr/>
          </p:nvSpPr>
          <p:spPr>
            <a:xfrm>
              <a:off x="3566100" y="1264600"/>
              <a:ext cx="28375" cy="23725"/>
            </a:xfrm>
            <a:custGeom>
              <a:avLst/>
              <a:gdLst/>
              <a:ahLst/>
              <a:cxnLst/>
              <a:rect l="l" t="t" r="r" b="b"/>
              <a:pathLst>
                <a:path w="1135" h="949" extrusionOk="0">
                  <a:moveTo>
                    <a:pt x="477" y="0"/>
                  </a:moveTo>
                  <a:cubicBezTo>
                    <a:pt x="333" y="0"/>
                    <a:pt x="203" y="74"/>
                    <a:pt x="136" y="259"/>
                  </a:cubicBezTo>
                  <a:cubicBezTo>
                    <a:pt x="1" y="645"/>
                    <a:pt x="448" y="949"/>
                    <a:pt x="783" y="949"/>
                  </a:cubicBezTo>
                  <a:cubicBezTo>
                    <a:pt x="978" y="949"/>
                    <a:pt x="1135" y="846"/>
                    <a:pt x="1118" y="598"/>
                  </a:cubicBezTo>
                  <a:cubicBezTo>
                    <a:pt x="1118" y="575"/>
                    <a:pt x="1118" y="552"/>
                    <a:pt x="1107" y="530"/>
                  </a:cubicBezTo>
                  <a:cubicBezTo>
                    <a:pt x="1063" y="258"/>
                    <a:pt x="746" y="0"/>
                    <a:pt x="477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"/>
            <p:cNvSpPr/>
            <p:nvPr/>
          </p:nvSpPr>
          <p:spPr>
            <a:xfrm>
              <a:off x="3428025" y="1307075"/>
              <a:ext cx="29500" cy="21525"/>
            </a:xfrm>
            <a:custGeom>
              <a:avLst/>
              <a:gdLst/>
              <a:ahLst/>
              <a:cxnLst/>
              <a:rect l="l" t="t" r="r" b="b"/>
              <a:pathLst>
                <a:path w="1180" h="861" extrusionOk="0">
                  <a:moveTo>
                    <a:pt x="556" y="0"/>
                  </a:moveTo>
                  <a:cubicBezTo>
                    <a:pt x="263" y="0"/>
                    <a:pt x="1" y="158"/>
                    <a:pt x="130" y="467"/>
                  </a:cubicBezTo>
                  <a:cubicBezTo>
                    <a:pt x="130" y="490"/>
                    <a:pt x="141" y="512"/>
                    <a:pt x="153" y="535"/>
                  </a:cubicBezTo>
                  <a:cubicBezTo>
                    <a:pt x="259" y="730"/>
                    <a:pt x="530" y="860"/>
                    <a:pt x="765" y="860"/>
                  </a:cubicBezTo>
                  <a:cubicBezTo>
                    <a:pt x="978" y="860"/>
                    <a:pt x="1163" y="753"/>
                    <a:pt x="1168" y="490"/>
                  </a:cubicBezTo>
                  <a:cubicBezTo>
                    <a:pt x="1179" y="161"/>
                    <a:pt x="852" y="0"/>
                    <a:pt x="55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"/>
            <p:cNvSpPr/>
            <p:nvPr/>
          </p:nvSpPr>
          <p:spPr>
            <a:xfrm>
              <a:off x="3358375" y="1116475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628" y="0"/>
                  </a:moveTo>
                  <a:cubicBezTo>
                    <a:pt x="51" y="0"/>
                    <a:pt x="1" y="1073"/>
                    <a:pt x="470" y="1073"/>
                  </a:cubicBezTo>
                  <a:cubicBezTo>
                    <a:pt x="516" y="1073"/>
                    <a:pt x="568" y="1062"/>
                    <a:pt x="625" y="1038"/>
                  </a:cubicBezTo>
                  <a:cubicBezTo>
                    <a:pt x="648" y="1027"/>
                    <a:pt x="670" y="1027"/>
                    <a:pt x="682" y="1016"/>
                  </a:cubicBezTo>
                  <a:cubicBezTo>
                    <a:pt x="1054" y="813"/>
                    <a:pt x="1201" y="12"/>
                    <a:pt x="637" y="0"/>
                  </a:cubicBezTo>
                  <a:cubicBezTo>
                    <a:pt x="634" y="0"/>
                    <a:pt x="631" y="0"/>
                    <a:pt x="62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"/>
            <p:cNvSpPr/>
            <p:nvPr/>
          </p:nvSpPr>
          <p:spPr>
            <a:xfrm>
              <a:off x="3618450" y="1125900"/>
              <a:ext cx="28275" cy="24025"/>
            </a:xfrm>
            <a:custGeom>
              <a:avLst/>
              <a:gdLst/>
              <a:ahLst/>
              <a:cxnLst/>
              <a:rect l="l" t="t" r="r" b="b"/>
              <a:pathLst>
                <a:path w="1131" h="961" extrusionOk="0">
                  <a:moveTo>
                    <a:pt x="492" y="0"/>
                  </a:moveTo>
                  <a:cubicBezTo>
                    <a:pt x="350" y="0"/>
                    <a:pt x="222" y="73"/>
                    <a:pt x="152" y="255"/>
                  </a:cubicBezTo>
                  <a:cubicBezTo>
                    <a:pt x="1" y="645"/>
                    <a:pt x="449" y="961"/>
                    <a:pt x="786" y="961"/>
                  </a:cubicBezTo>
                  <a:cubicBezTo>
                    <a:pt x="976" y="961"/>
                    <a:pt x="1131" y="860"/>
                    <a:pt x="1123" y="616"/>
                  </a:cubicBezTo>
                  <a:cubicBezTo>
                    <a:pt x="1123" y="594"/>
                    <a:pt x="1123" y="571"/>
                    <a:pt x="1123" y="549"/>
                  </a:cubicBezTo>
                  <a:cubicBezTo>
                    <a:pt x="1078" y="267"/>
                    <a:pt x="761" y="0"/>
                    <a:pt x="492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"/>
            <p:cNvSpPr/>
            <p:nvPr/>
          </p:nvSpPr>
          <p:spPr>
            <a:xfrm>
              <a:off x="3703475" y="1446825"/>
              <a:ext cx="28500" cy="23750"/>
            </a:xfrm>
            <a:custGeom>
              <a:avLst/>
              <a:gdLst/>
              <a:ahLst/>
              <a:cxnLst/>
              <a:rect l="l" t="t" r="r" b="b"/>
              <a:pathLst>
                <a:path w="1140" h="950" extrusionOk="0">
                  <a:moveTo>
                    <a:pt x="478" y="1"/>
                  </a:moveTo>
                  <a:cubicBezTo>
                    <a:pt x="333" y="1"/>
                    <a:pt x="204" y="75"/>
                    <a:pt x="137" y="260"/>
                  </a:cubicBezTo>
                  <a:cubicBezTo>
                    <a:pt x="1" y="645"/>
                    <a:pt x="453" y="949"/>
                    <a:pt x="788" y="949"/>
                  </a:cubicBezTo>
                  <a:cubicBezTo>
                    <a:pt x="983" y="949"/>
                    <a:pt x="1139" y="847"/>
                    <a:pt x="1118" y="598"/>
                  </a:cubicBezTo>
                  <a:cubicBezTo>
                    <a:pt x="1118" y="576"/>
                    <a:pt x="1118" y="553"/>
                    <a:pt x="1118" y="530"/>
                  </a:cubicBezTo>
                  <a:cubicBezTo>
                    <a:pt x="1067" y="259"/>
                    <a:pt x="747" y="1"/>
                    <a:pt x="47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"/>
            <p:cNvSpPr/>
            <p:nvPr/>
          </p:nvSpPr>
          <p:spPr>
            <a:xfrm>
              <a:off x="3543825" y="1324575"/>
              <a:ext cx="31125" cy="26650"/>
            </a:xfrm>
            <a:custGeom>
              <a:avLst/>
              <a:gdLst/>
              <a:ahLst/>
              <a:cxnLst/>
              <a:rect l="l" t="t" r="r" b="b"/>
              <a:pathLst>
                <a:path w="1245" h="1066" extrusionOk="0">
                  <a:moveTo>
                    <a:pt x="770" y="0"/>
                  </a:moveTo>
                  <a:cubicBezTo>
                    <a:pt x="728" y="0"/>
                    <a:pt x="682" y="9"/>
                    <a:pt x="632" y="27"/>
                  </a:cubicBezTo>
                  <a:cubicBezTo>
                    <a:pt x="610" y="38"/>
                    <a:pt x="587" y="38"/>
                    <a:pt x="565" y="49"/>
                  </a:cubicBezTo>
                  <a:cubicBezTo>
                    <a:pt x="192" y="241"/>
                    <a:pt x="0" y="1031"/>
                    <a:pt x="565" y="1065"/>
                  </a:cubicBezTo>
                  <a:cubicBezTo>
                    <a:pt x="576" y="1066"/>
                    <a:pt x="587" y="1066"/>
                    <a:pt x="597" y="1066"/>
                  </a:cubicBezTo>
                  <a:cubicBezTo>
                    <a:pt x="1170" y="1066"/>
                    <a:pt x="1244" y="0"/>
                    <a:pt x="770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"/>
            <p:cNvSpPr/>
            <p:nvPr/>
          </p:nvSpPr>
          <p:spPr>
            <a:xfrm>
              <a:off x="3726800" y="1503800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628" y="0"/>
                  </a:moveTo>
                  <a:cubicBezTo>
                    <a:pt x="51" y="0"/>
                    <a:pt x="1" y="1073"/>
                    <a:pt x="461" y="1073"/>
                  </a:cubicBezTo>
                  <a:cubicBezTo>
                    <a:pt x="507" y="1073"/>
                    <a:pt x="558" y="1062"/>
                    <a:pt x="614" y="1039"/>
                  </a:cubicBezTo>
                  <a:cubicBezTo>
                    <a:pt x="637" y="1039"/>
                    <a:pt x="659" y="1027"/>
                    <a:pt x="682" y="1016"/>
                  </a:cubicBezTo>
                  <a:cubicBezTo>
                    <a:pt x="1054" y="813"/>
                    <a:pt x="1201" y="12"/>
                    <a:pt x="637" y="0"/>
                  </a:cubicBezTo>
                  <a:cubicBezTo>
                    <a:pt x="634" y="0"/>
                    <a:pt x="631" y="0"/>
                    <a:pt x="628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"/>
            <p:cNvSpPr/>
            <p:nvPr/>
          </p:nvSpPr>
          <p:spPr>
            <a:xfrm>
              <a:off x="3426625" y="1361950"/>
              <a:ext cx="30125" cy="27450"/>
            </a:xfrm>
            <a:custGeom>
              <a:avLst/>
              <a:gdLst/>
              <a:ahLst/>
              <a:cxnLst/>
              <a:rect l="l" t="t" r="r" b="b"/>
              <a:pathLst>
                <a:path w="1205" h="1098" extrusionOk="0">
                  <a:moveTo>
                    <a:pt x="651" y="0"/>
                  </a:moveTo>
                  <a:cubicBezTo>
                    <a:pt x="580" y="0"/>
                    <a:pt x="503" y="24"/>
                    <a:pt x="423" y="78"/>
                  </a:cubicBezTo>
                  <a:cubicBezTo>
                    <a:pt x="0" y="365"/>
                    <a:pt x="402" y="1097"/>
                    <a:pt x="765" y="1097"/>
                  </a:cubicBezTo>
                  <a:cubicBezTo>
                    <a:pt x="858" y="1097"/>
                    <a:pt x="948" y="1050"/>
                    <a:pt x="1021" y="935"/>
                  </a:cubicBezTo>
                  <a:lnTo>
                    <a:pt x="1055" y="867"/>
                  </a:lnTo>
                  <a:cubicBezTo>
                    <a:pt x="1205" y="558"/>
                    <a:pt x="997" y="0"/>
                    <a:pt x="651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"/>
            <p:cNvSpPr/>
            <p:nvPr/>
          </p:nvSpPr>
          <p:spPr>
            <a:xfrm>
              <a:off x="3629550" y="1226950"/>
              <a:ext cx="31275" cy="21000"/>
            </a:xfrm>
            <a:custGeom>
              <a:avLst/>
              <a:gdLst/>
              <a:ahLst/>
              <a:cxnLst/>
              <a:rect l="l" t="t" r="r" b="b"/>
              <a:pathLst>
                <a:path w="1251" h="840" extrusionOk="0">
                  <a:moveTo>
                    <a:pt x="658" y="0"/>
                  </a:moveTo>
                  <a:cubicBezTo>
                    <a:pt x="325" y="0"/>
                    <a:pt x="0" y="197"/>
                    <a:pt x="182" y="524"/>
                  </a:cubicBezTo>
                  <a:cubicBezTo>
                    <a:pt x="194" y="546"/>
                    <a:pt x="216" y="558"/>
                    <a:pt x="227" y="580"/>
                  </a:cubicBezTo>
                  <a:cubicBezTo>
                    <a:pt x="338" y="743"/>
                    <a:pt x="573" y="840"/>
                    <a:pt x="787" y="840"/>
                  </a:cubicBezTo>
                  <a:cubicBezTo>
                    <a:pt x="1033" y="840"/>
                    <a:pt x="1251" y="712"/>
                    <a:pt x="1220" y="411"/>
                  </a:cubicBezTo>
                  <a:cubicBezTo>
                    <a:pt x="1195" y="126"/>
                    <a:pt x="924" y="0"/>
                    <a:pt x="658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"/>
            <p:cNvSpPr/>
            <p:nvPr/>
          </p:nvSpPr>
          <p:spPr>
            <a:xfrm>
              <a:off x="3718150" y="1203850"/>
              <a:ext cx="31575" cy="20950"/>
            </a:xfrm>
            <a:custGeom>
              <a:avLst/>
              <a:gdLst/>
              <a:ahLst/>
              <a:cxnLst/>
              <a:rect l="l" t="t" r="r" b="b"/>
              <a:pathLst>
                <a:path w="1263" h="838" extrusionOk="0">
                  <a:moveTo>
                    <a:pt x="674" y="0"/>
                  </a:moveTo>
                  <a:cubicBezTo>
                    <a:pt x="336" y="0"/>
                    <a:pt x="1" y="207"/>
                    <a:pt x="193" y="534"/>
                  </a:cubicBezTo>
                  <a:cubicBezTo>
                    <a:pt x="204" y="556"/>
                    <a:pt x="215" y="579"/>
                    <a:pt x="227" y="602"/>
                  </a:cubicBezTo>
                  <a:cubicBezTo>
                    <a:pt x="344" y="749"/>
                    <a:pt x="574" y="837"/>
                    <a:pt x="784" y="837"/>
                  </a:cubicBezTo>
                  <a:cubicBezTo>
                    <a:pt x="1038" y="837"/>
                    <a:pt x="1263" y="708"/>
                    <a:pt x="1220" y="398"/>
                  </a:cubicBezTo>
                  <a:cubicBezTo>
                    <a:pt x="1190" y="120"/>
                    <a:pt x="931" y="0"/>
                    <a:pt x="67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"/>
            <p:cNvSpPr/>
            <p:nvPr/>
          </p:nvSpPr>
          <p:spPr>
            <a:xfrm>
              <a:off x="3381875" y="1299450"/>
              <a:ext cx="36850" cy="20975"/>
            </a:xfrm>
            <a:custGeom>
              <a:avLst/>
              <a:gdLst/>
              <a:ahLst/>
              <a:cxnLst/>
              <a:rect l="l" t="t" r="r" b="b"/>
              <a:pathLst>
                <a:path w="1474" h="839" extrusionOk="0">
                  <a:moveTo>
                    <a:pt x="718" y="1"/>
                  </a:moveTo>
                  <a:cubicBezTo>
                    <a:pt x="372" y="1"/>
                    <a:pt x="1" y="221"/>
                    <a:pt x="182" y="592"/>
                  </a:cubicBezTo>
                  <a:cubicBezTo>
                    <a:pt x="266" y="768"/>
                    <a:pt x="431" y="838"/>
                    <a:pt x="605" y="838"/>
                  </a:cubicBezTo>
                  <a:cubicBezTo>
                    <a:pt x="1011" y="838"/>
                    <a:pt x="1474" y="456"/>
                    <a:pt x="1118" y="140"/>
                  </a:cubicBezTo>
                  <a:cubicBezTo>
                    <a:pt x="1107" y="129"/>
                    <a:pt x="1085" y="106"/>
                    <a:pt x="1062" y="95"/>
                  </a:cubicBezTo>
                  <a:cubicBezTo>
                    <a:pt x="970" y="31"/>
                    <a:pt x="846" y="1"/>
                    <a:pt x="71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"/>
            <p:cNvSpPr/>
            <p:nvPr/>
          </p:nvSpPr>
          <p:spPr>
            <a:xfrm>
              <a:off x="3676625" y="1120350"/>
              <a:ext cx="29675" cy="27800"/>
            </a:xfrm>
            <a:custGeom>
              <a:avLst/>
              <a:gdLst/>
              <a:ahLst/>
              <a:cxnLst/>
              <a:rect l="l" t="t" r="r" b="b"/>
              <a:pathLst>
                <a:path w="1187" h="1112" extrusionOk="0">
                  <a:moveTo>
                    <a:pt x="495" y="1"/>
                  </a:moveTo>
                  <a:cubicBezTo>
                    <a:pt x="414" y="1"/>
                    <a:pt x="331" y="38"/>
                    <a:pt x="251" y="127"/>
                  </a:cubicBezTo>
                  <a:cubicBezTo>
                    <a:pt x="240" y="139"/>
                    <a:pt x="218" y="161"/>
                    <a:pt x="206" y="184"/>
                  </a:cubicBezTo>
                  <a:cubicBezTo>
                    <a:pt x="1" y="478"/>
                    <a:pt x="144" y="1112"/>
                    <a:pt x="517" y="1112"/>
                  </a:cubicBezTo>
                  <a:cubicBezTo>
                    <a:pt x="574" y="1112"/>
                    <a:pt x="636" y="1097"/>
                    <a:pt x="703" y="1064"/>
                  </a:cubicBezTo>
                  <a:cubicBezTo>
                    <a:pt x="1187" y="831"/>
                    <a:pt x="873" y="1"/>
                    <a:pt x="495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"/>
            <p:cNvSpPr/>
            <p:nvPr/>
          </p:nvSpPr>
          <p:spPr>
            <a:xfrm>
              <a:off x="3416800" y="1133050"/>
              <a:ext cx="37050" cy="25225"/>
            </a:xfrm>
            <a:custGeom>
              <a:avLst/>
              <a:gdLst/>
              <a:ahLst/>
              <a:cxnLst/>
              <a:rect l="l" t="t" r="r" b="b"/>
              <a:pathLst>
                <a:path w="1482" h="1009" extrusionOk="0">
                  <a:moveTo>
                    <a:pt x="810" y="1"/>
                  </a:moveTo>
                  <a:cubicBezTo>
                    <a:pt x="294" y="1"/>
                    <a:pt x="0" y="1009"/>
                    <a:pt x="567" y="1009"/>
                  </a:cubicBezTo>
                  <a:cubicBezTo>
                    <a:pt x="578" y="1009"/>
                    <a:pt x="590" y="1008"/>
                    <a:pt x="602" y="1007"/>
                  </a:cubicBezTo>
                  <a:lnTo>
                    <a:pt x="681" y="996"/>
                  </a:lnTo>
                  <a:cubicBezTo>
                    <a:pt x="1087" y="928"/>
                    <a:pt x="1482" y="206"/>
                    <a:pt x="951" y="26"/>
                  </a:cubicBezTo>
                  <a:cubicBezTo>
                    <a:pt x="903" y="9"/>
                    <a:pt x="856" y="1"/>
                    <a:pt x="81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"/>
            <p:cNvSpPr/>
            <p:nvPr/>
          </p:nvSpPr>
          <p:spPr>
            <a:xfrm>
              <a:off x="3499225" y="1448900"/>
              <a:ext cx="29275" cy="21900"/>
            </a:xfrm>
            <a:custGeom>
              <a:avLst/>
              <a:gdLst/>
              <a:ahLst/>
              <a:cxnLst/>
              <a:rect l="l" t="t" r="r" b="b"/>
              <a:pathLst>
                <a:path w="1171" h="876" extrusionOk="0">
                  <a:moveTo>
                    <a:pt x="409" y="0"/>
                  </a:moveTo>
                  <a:cubicBezTo>
                    <a:pt x="207" y="0"/>
                    <a:pt x="34" y="105"/>
                    <a:pt x="24" y="368"/>
                  </a:cubicBezTo>
                  <a:cubicBezTo>
                    <a:pt x="1" y="703"/>
                    <a:pt x="343" y="876"/>
                    <a:pt x="646" y="876"/>
                  </a:cubicBezTo>
                  <a:cubicBezTo>
                    <a:pt x="925" y="876"/>
                    <a:pt x="1171" y="728"/>
                    <a:pt x="1062" y="425"/>
                  </a:cubicBezTo>
                  <a:cubicBezTo>
                    <a:pt x="1051" y="402"/>
                    <a:pt x="1040" y="380"/>
                    <a:pt x="1028" y="357"/>
                  </a:cubicBezTo>
                  <a:cubicBezTo>
                    <a:pt x="930" y="149"/>
                    <a:pt x="649" y="0"/>
                    <a:pt x="409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"/>
            <p:cNvSpPr/>
            <p:nvPr/>
          </p:nvSpPr>
          <p:spPr>
            <a:xfrm>
              <a:off x="3605900" y="1008175"/>
              <a:ext cx="29500" cy="21625"/>
            </a:xfrm>
            <a:custGeom>
              <a:avLst/>
              <a:gdLst/>
              <a:ahLst/>
              <a:cxnLst/>
              <a:rect l="l" t="t" r="r" b="b"/>
              <a:pathLst>
                <a:path w="1180" h="865" extrusionOk="0">
                  <a:moveTo>
                    <a:pt x="556" y="1"/>
                  </a:moveTo>
                  <a:cubicBezTo>
                    <a:pt x="263" y="1"/>
                    <a:pt x="0" y="159"/>
                    <a:pt x="124" y="473"/>
                  </a:cubicBezTo>
                  <a:cubicBezTo>
                    <a:pt x="135" y="496"/>
                    <a:pt x="147" y="518"/>
                    <a:pt x="158" y="541"/>
                  </a:cubicBezTo>
                  <a:cubicBezTo>
                    <a:pt x="265" y="731"/>
                    <a:pt x="535" y="865"/>
                    <a:pt x="769" y="865"/>
                  </a:cubicBezTo>
                  <a:cubicBezTo>
                    <a:pt x="980" y="865"/>
                    <a:pt x="1163" y="757"/>
                    <a:pt x="1173" y="484"/>
                  </a:cubicBezTo>
                  <a:cubicBezTo>
                    <a:pt x="1179" y="161"/>
                    <a:pt x="852" y="1"/>
                    <a:pt x="556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"/>
            <p:cNvSpPr/>
            <p:nvPr/>
          </p:nvSpPr>
          <p:spPr>
            <a:xfrm>
              <a:off x="3405475" y="1076400"/>
              <a:ext cx="28875" cy="26925"/>
            </a:xfrm>
            <a:custGeom>
              <a:avLst/>
              <a:gdLst/>
              <a:ahLst/>
              <a:cxnLst/>
              <a:rect l="l" t="t" r="r" b="b"/>
              <a:pathLst>
                <a:path w="1155" h="1077" extrusionOk="0">
                  <a:moveTo>
                    <a:pt x="604" y="1"/>
                  </a:moveTo>
                  <a:cubicBezTo>
                    <a:pt x="600" y="1"/>
                    <a:pt x="596" y="1"/>
                    <a:pt x="592" y="1"/>
                  </a:cubicBezTo>
                  <a:cubicBezTo>
                    <a:pt x="9" y="11"/>
                    <a:pt x="1" y="1076"/>
                    <a:pt x="457" y="1076"/>
                  </a:cubicBezTo>
                  <a:cubicBezTo>
                    <a:pt x="504" y="1076"/>
                    <a:pt x="557" y="1065"/>
                    <a:pt x="614" y="1039"/>
                  </a:cubicBezTo>
                  <a:cubicBezTo>
                    <a:pt x="637" y="1028"/>
                    <a:pt x="660" y="1017"/>
                    <a:pt x="682" y="1005"/>
                  </a:cubicBezTo>
                  <a:cubicBezTo>
                    <a:pt x="1041" y="792"/>
                    <a:pt x="1154" y="1"/>
                    <a:pt x="604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"/>
            <p:cNvSpPr/>
            <p:nvPr/>
          </p:nvSpPr>
          <p:spPr>
            <a:xfrm>
              <a:off x="3501500" y="995625"/>
              <a:ext cx="28375" cy="23675"/>
            </a:xfrm>
            <a:custGeom>
              <a:avLst/>
              <a:gdLst/>
              <a:ahLst/>
              <a:cxnLst/>
              <a:rect l="l" t="t" r="r" b="b"/>
              <a:pathLst>
                <a:path w="1135" h="947" extrusionOk="0">
                  <a:moveTo>
                    <a:pt x="473" y="0"/>
                  </a:moveTo>
                  <a:cubicBezTo>
                    <a:pt x="328" y="0"/>
                    <a:pt x="199" y="75"/>
                    <a:pt x="136" y="264"/>
                  </a:cubicBezTo>
                  <a:cubicBezTo>
                    <a:pt x="0" y="644"/>
                    <a:pt x="450" y="946"/>
                    <a:pt x="786" y="946"/>
                  </a:cubicBezTo>
                  <a:cubicBezTo>
                    <a:pt x="979" y="946"/>
                    <a:pt x="1134" y="846"/>
                    <a:pt x="1118" y="603"/>
                  </a:cubicBezTo>
                  <a:cubicBezTo>
                    <a:pt x="1118" y="580"/>
                    <a:pt x="1118" y="546"/>
                    <a:pt x="1107" y="524"/>
                  </a:cubicBezTo>
                  <a:cubicBezTo>
                    <a:pt x="1063" y="260"/>
                    <a:pt x="742" y="0"/>
                    <a:pt x="47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"/>
            <p:cNvSpPr/>
            <p:nvPr/>
          </p:nvSpPr>
          <p:spPr>
            <a:xfrm>
              <a:off x="3590075" y="1409600"/>
              <a:ext cx="29525" cy="21500"/>
            </a:xfrm>
            <a:custGeom>
              <a:avLst/>
              <a:gdLst/>
              <a:ahLst/>
              <a:cxnLst/>
              <a:rect l="l" t="t" r="r" b="b"/>
              <a:pathLst>
                <a:path w="1181" h="860" extrusionOk="0">
                  <a:moveTo>
                    <a:pt x="565" y="1"/>
                  </a:moveTo>
                  <a:cubicBezTo>
                    <a:pt x="269" y="1"/>
                    <a:pt x="0" y="162"/>
                    <a:pt x="125" y="474"/>
                  </a:cubicBezTo>
                  <a:cubicBezTo>
                    <a:pt x="136" y="485"/>
                    <a:pt x="148" y="507"/>
                    <a:pt x="159" y="530"/>
                  </a:cubicBezTo>
                  <a:cubicBezTo>
                    <a:pt x="266" y="726"/>
                    <a:pt x="539" y="860"/>
                    <a:pt x="775" y="860"/>
                  </a:cubicBezTo>
                  <a:cubicBezTo>
                    <a:pt x="987" y="860"/>
                    <a:pt x="1169" y="752"/>
                    <a:pt x="1175" y="485"/>
                  </a:cubicBezTo>
                  <a:cubicBezTo>
                    <a:pt x="1180" y="159"/>
                    <a:pt x="859" y="1"/>
                    <a:pt x="565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"/>
            <p:cNvSpPr/>
            <p:nvPr/>
          </p:nvSpPr>
          <p:spPr>
            <a:xfrm>
              <a:off x="3617025" y="1352550"/>
              <a:ext cx="28400" cy="23975"/>
            </a:xfrm>
            <a:custGeom>
              <a:avLst/>
              <a:gdLst/>
              <a:ahLst/>
              <a:cxnLst/>
              <a:rect l="l" t="t" r="r" b="b"/>
              <a:pathLst>
                <a:path w="1136" h="959" extrusionOk="0">
                  <a:moveTo>
                    <a:pt x="485" y="0"/>
                  </a:moveTo>
                  <a:cubicBezTo>
                    <a:pt x="346" y="0"/>
                    <a:pt x="221" y="72"/>
                    <a:pt x="153" y="250"/>
                  </a:cubicBezTo>
                  <a:cubicBezTo>
                    <a:pt x="1" y="642"/>
                    <a:pt x="459" y="959"/>
                    <a:pt x="797" y="959"/>
                  </a:cubicBezTo>
                  <a:cubicBezTo>
                    <a:pt x="985" y="959"/>
                    <a:pt x="1135" y="861"/>
                    <a:pt x="1123" y="623"/>
                  </a:cubicBezTo>
                  <a:cubicBezTo>
                    <a:pt x="1123" y="589"/>
                    <a:pt x="1123" y="566"/>
                    <a:pt x="1123" y="544"/>
                  </a:cubicBezTo>
                  <a:cubicBezTo>
                    <a:pt x="1079" y="275"/>
                    <a:pt x="756" y="0"/>
                    <a:pt x="485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"/>
            <p:cNvSpPr/>
            <p:nvPr/>
          </p:nvSpPr>
          <p:spPr>
            <a:xfrm>
              <a:off x="3557075" y="1360025"/>
              <a:ext cx="28650" cy="23650"/>
            </a:xfrm>
            <a:custGeom>
              <a:avLst/>
              <a:gdLst/>
              <a:ahLst/>
              <a:cxnLst/>
              <a:rect l="l" t="t" r="r" b="b"/>
              <a:pathLst>
                <a:path w="1146" h="946" extrusionOk="0">
                  <a:moveTo>
                    <a:pt x="473" y="0"/>
                  </a:moveTo>
                  <a:cubicBezTo>
                    <a:pt x="331" y="0"/>
                    <a:pt x="202" y="73"/>
                    <a:pt x="136" y="256"/>
                  </a:cubicBezTo>
                  <a:cubicBezTo>
                    <a:pt x="0" y="642"/>
                    <a:pt x="452" y="946"/>
                    <a:pt x="791" y="946"/>
                  </a:cubicBezTo>
                  <a:cubicBezTo>
                    <a:pt x="987" y="946"/>
                    <a:pt x="1146" y="843"/>
                    <a:pt x="1129" y="595"/>
                  </a:cubicBezTo>
                  <a:cubicBezTo>
                    <a:pt x="1118" y="572"/>
                    <a:pt x="1118" y="550"/>
                    <a:pt x="1118" y="527"/>
                  </a:cubicBezTo>
                  <a:cubicBezTo>
                    <a:pt x="1066" y="261"/>
                    <a:pt x="744" y="0"/>
                    <a:pt x="47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"/>
            <p:cNvSpPr/>
            <p:nvPr/>
          </p:nvSpPr>
          <p:spPr>
            <a:xfrm>
              <a:off x="3306850" y="1189375"/>
              <a:ext cx="31175" cy="26725"/>
            </a:xfrm>
            <a:custGeom>
              <a:avLst/>
              <a:gdLst/>
              <a:ahLst/>
              <a:cxnLst/>
              <a:rect l="l" t="t" r="r" b="b"/>
              <a:pathLst>
                <a:path w="1247" h="1069" extrusionOk="0">
                  <a:moveTo>
                    <a:pt x="776" y="1"/>
                  </a:moveTo>
                  <a:cubicBezTo>
                    <a:pt x="733" y="1"/>
                    <a:pt x="685" y="10"/>
                    <a:pt x="633" y="30"/>
                  </a:cubicBezTo>
                  <a:cubicBezTo>
                    <a:pt x="610" y="30"/>
                    <a:pt x="587" y="41"/>
                    <a:pt x="565" y="52"/>
                  </a:cubicBezTo>
                  <a:cubicBezTo>
                    <a:pt x="192" y="233"/>
                    <a:pt x="1" y="1034"/>
                    <a:pt x="576" y="1068"/>
                  </a:cubicBezTo>
                  <a:cubicBezTo>
                    <a:pt x="584" y="1068"/>
                    <a:pt x="592" y="1068"/>
                    <a:pt x="600" y="1068"/>
                  </a:cubicBezTo>
                  <a:cubicBezTo>
                    <a:pt x="1168" y="1068"/>
                    <a:pt x="1246" y="1"/>
                    <a:pt x="7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"/>
            <p:cNvSpPr/>
            <p:nvPr/>
          </p:nvSpPr>
          <p:spPr>
            <a:xfrm>
              <a:off x="3483325" y="1079825"/>
              <a:ext cx="29350" cy="21525"/>
            </a:xfrm>
            <a:custGeom>
              <a:avLst/>
              <a:gdLst/>
              <a:ahLst/>
              <a:cxnLst/>
              <a:rect l="l" t="t" r="r" b="b"/>
              <a:pathLst>
                <a:path w="1174" h="861" extrusionOk="0">
                  <a:moveTo>
                    <a:pt x="552" y="1"/>
                  </a:moveTo>
                  <a:cubicBezTo>
                    <a:pt x="260" y="1"/>
                    <a:pt x="0" y="159"/>
                    <a:pt x="130" y="473"/>
                  </a:cubicBezTo>
                  <a:cubicBezTo>
                    <a:pt x="130" y="496"/>
                    <a:pt x="152" y="518"/>
                    <a:pt x="164" y="541"/>
                  </a:cubicBezTo>
                  <a:cubicBezTo>
                    <a:pt x="264" y="730"/>
                    <a:pt x="532" y="861"/>
                    <a:pt x="766" y="861"/>
                  </a:cubicBezTo>
                  <a:cubicBezTo>
                    <a:pt x="978" y="861"/>
                    <a:pt x="1162" y="753"/>
                    <a:pt x="1168" y="485"/>
                  </a:cubicBezTo>
                  <a:cubicBezTo>
                    <a:pt x="1173" y="162"/>
                    <a:pt x="846" y="1"/>
                    <a:pt x="55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"/>
            <p:cNvSpPr/>
            <p:nvPr/>
          </p:nvSpPr>
          <p:spPr>
            <a:xfrm>
              <a:off x="3549875" y="1513750"/>
              <a:ext cx="29150" cy="27675"/>
            </a:xfrm>
            <a:custGeom>
              <a:avLst/>
              <a:gdLst/>
              <a:ahLst/>
              <a:cxnLst/>
              <a:rect l="l" t="t" r="r" b="b"/>
              <a:pathLst>
                <a:path w="1166" h="1107" extrusionOk="0">
                  <a:moveTo>
                    <a:pt x="533" y="0"/>
                  </a:moveTo>
                  <a:cubicBezTo>
                    <a:pt x="462" y="0"/>
                    <a:pt x="387" y="30"/>
                    <a:pt x="311" y="99"/>
                  </a:cubicBezTo>
                  <a:cubicBezTo>
                    <a:pt x="289" y="110"/>
                    <a:pt x="277" y="133"/>
                    <a:pt x="255" y="144"/>
                  </a:cubicBezTo>
                  <a:cubicBezTo>
                    <a:pt x="1" y="429"/>
                    <a:pt x="95" y="1107"/>
                    <a:pt x="503" y="1107"/>
                  </a:cubicBezTo>
                  <a:cubicBezTo>
                    <a:pt x="548" y="1107"/>
                    <a:pt x="597" y="1099"/>
                    <a:pt x="650" y="1081"/>
                  </a:cubicBezTo>
                  <a:cubicBezTo>
                    <a:pt x="1166" y="909"/>
                    <a:pt x="921" y="0"/>
                    <a:pt x="533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"/>
            <p:cNvSpPr/>
            <p:nvPr/>
          </p:nvSpPr>
          <p:spPr>
            <a:xfrm>
              <a:off x="3511250" y="1242800"/>
              <a:ext cx="30125" cy="27550"/>
            </a:xfrm>
            <a:custGeom>
              <a:avLst/>
              <a:gdLst/>
              <a:ahLst/>
              <a:cxnLst/>
              <a:rect l="l" t="t" r="r" b="b"/>
              <a:pathLst>
                <a:path w="1205" h="1102" extrusionOk="0">
                  <a:moveTo>
                    <a:pt x="651" y="1"/>
                  </a:moveTo>
                  <a:cubicBezTo>
                    <a:pt x="580" y="1"/>
                    <a:pt x="503" y="25"/>
                    <a:pt x="423" y="82"/>
                  </a:cubicBezTo>
                  <a:cubicBezTo>
                    <a:pt x="1" y="369"/>
                    <a:pt x="402" y="1101"/>
                    <a:pt x="760" y="1101"/>
                  </a:cubicBezTo>
                  <a:cubicBezTo>
                    <a:pt x="851" y="1101"/>
                    <a:pt x="939" y="1054"/>
                    <a:pt x="1010" y="939"/>
                  </a:cubicBezTo>
                  <a:cubicBezTo>
                    <a:pt x="1033" y="917"/>
                    <a:pt x="1044" y="894"/>
                    <a:pt x="1055" y="872"/>
                  </a:cubicBezTo>
                  <a:cubicBezTo>
                    <a:pt x="1204" y="563"/>
                    <a:pt x="991" y="1"/>
                    <a:pt x="65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"/>
            <p:cNvSpPr/>
            <p:nvPr/>
          </p:nvSpPr>
          <p:spPr>
            <a:xfrm>
              <a:off x="3624125" y="1378475"/>
              <a:ext cx="29075" cy="27700"/>
            </a:xfrm>
            <a:custGeom>
              <a:avLst/>
              <a:gdLst/>
              <a:ahLst/>
              <a:cxnLst/>
              <a:rect l="l" t="t" r="r" b="b"/>
              <a:pathLst>
                <a:path w="1163" h="1108" extrusionOk="0">
                  <a:moveTo>
                    <a:pt x="515" y="1"/>
                  </a:moveTo>
                  <a:cubicBezTo>
                    <a:pt x="442" y="1"/>
                    <a:pt x="365" y="32"/>
                    <a:pt x="286" y="105"/>
                  </a:cubicBezTo>
                  <a:cubicBezTo>
                    <a:pt x="275" y="116"/>
                    <a:pt x="253" y="139"/>
                    <a:pt x="241" y="150"/>
                  </a:cubicBezTo>
                  <a:cubicBezTo>
                    <a:pt x="0" y="441"/>
                    <a:pt x="99" y="1108"/>
                    <a:pt x="497" y="1108"/>
                  </a:cubicBezTo>
                  <a:cubicBezTo>
                    <a:pt x="547" y="1108"/>
                    <a:pt x="600" y="1098"/>
                    <a:pt x="659" y="1075"/>
                  </a:cubicBezTo>
                  <a:cubicBezTo>
                    <a:pt x="1163" y="895"/>
                    <a:pt x="906" y="1"/>
                    <a:pt x="515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"/>
            <p:cNvSpPr/>
            <p:nvPr/>
          </p:nvSpPr>
          <p:spPr>
            <a:xfrm>
              <a:off x="3440275" y="1433725"/>
              <a:ext cx="37075" cy="20925"/>
            </a:xfrm>
            <a:custGeom>
              <a:avLst/>
              <a:gdLst/>
              <a:ahLst/>
              <a:cxnLst/>
              <a:rect l="l" t="t" r="r" b="b"/>
              <a:pathLst>
                <a:path w="1483" h="837" extrusionOk="0">
                  <a:moveTo>
                    <a:pt x="718" y="1"/>
                  </a:moveTo>
                  <a:cubicBezTo>
                    <a:pt x="372" y="1"/>
                    <a:pt x="0" y="221"/>
                    <a:pt x="182" y="592"/>
                  </a:cubicBezTo>
                  <a:cubicBezTo>
                    <a:pt x="266" y="767"/>
                    <a:pt x="429" y="836"/>
                    <a:pt x="603" y="836"/>
                  </a:cubicBezTo>
                  <a:cubicBezTo>
                    <a:pt x="1013" y="836"/>
                    <a:pt x="1483" y="449"/>
                    <a:pt x="1118" y="140"/>
                  </a:cubicBezTo>
                  <a:cubicBezTo>
                    <a:pt x="1096" y="118"/>
                    <a:pt x="1084" y="107"/>
                    <a:pt x="1062" y="95"/>
                  </a:cubicBezTo>
                  <a:cubicBezTo>
                    <a:pt x="970" y="31"/>
                    <a:pt x="846" y="1"/>
                    <a:pt x="71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"/>
            <p:cNvSpPr/>
            <p:nvPr/>
          </p:nvSpPr>
          <p:spPr>
            <a:xfrm>
              <a:off x="3618875" y="1244200"/>
              <a:ext cx="37325" cy="21050"/>
            </a:xfrm>
            <a:custGeom>
              <a:avLst/>
              <a:gdLst/>
              <a:ahLst/>
              <a:cxnLst/>
              <a:rect l="l" t="t" r="r" b="b"/>
              <a:pathLst>
                <a:path w="1493" h="842" extrusionOk="0">
                  <a:moveTo>
                    <a:pt x="893" y="0"/>
                  </a:moveTo>
                  <a:cubicBezTo>
                    <a:pt x="480" y="0"/>
                    <a:pt x="1" y="415"/>
                    <a:pt x="372" y="714"/>
                  </a:cubicBezTo>
                  <a:cubicBezTo>
                    <a:pt x="395" y="737"/>
                    <a:pt x="417" y="748"/>
                    <a:pt x="429" y="759"/>
                  </a:cubicBezTo>
                  <a:cubicBezTo>
                    <a:pt x="518" y="815"/>
                    <a:pt x="633" y="841"/>
                    <a:pt x="751" y="841"/>
                  </a:cubicBezTo>
                  <a:cubicBezTo>
                    <a:pt x="1108" y="841"/>
                    <a:pt x="1493" y="602"/>
                    <a:pt x="1298" y="229"/>
                  </a:cubicBezTo>
                  <a:cubicBezTo>
                    <a:pt x="1211" y="65"/>
                    <a:pt x="1057" y="0"/>
                    <a:pt x="89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"/>
            <p:cNvSpPr/>
            <p:nvPr/>
          </p:nvSpPr>
          <p:spPr>
            <a:xfrm>
              <a:off x="3625600" y="1433650"/>
              <a:ext cx="37850" cy="25050"/>
            </a:xfrm>
            <a:custGeom>
              <a:avLst/>
              <a:gdLst/>
              <a:ahLst/>
              <a:cxnLst/>
              <a:rect l="l" t="t" r="r" b="b"/>
              <a:pathLst>
                <a:path w="1514" h="1002" extrusionOk="0">
                  <a:moveTo>
                    <a:pt x="827" y="0"/>
                  </a:moveTo>
                  <a:cubicBezTo>
                    <a:pt x="311" y="0"/>
                    <a:pt x="1" y="1001"/>
                    <a:pt x="604" y="1001"/>
                  </a:cubicBezTo>
                  <a:cubicBezTo>
                    <a:pt x="610" y="1001"/>
                    <a:pt x="616" y="1001"/>
                    <a:pt x="622" y="1001"/>
                  </a:cubicBezTo>
                  <a:cubicBezTo>
                    <a:pt x="645" y="1001"/>
                    <a:pt x="668" y="1001"/>
                    <a:pt x="690" y="990"/>
                  </a:cubicBezTo>
                  <a:cubicBezTo>
                    <a:pt x="1096" y="933"/>
                    <a:pt x="1514" y="222"/>
                    <a:pt x="984" y="31"/>
                  </a:cubicBezTo>
                  <a:cubicBezTo>
                    <a:pt x="930" y="10"/>
                    <a:pt x="878" y="0"/>
                    <a:pt x="827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"/>
            <p:cNvSpPr/>
            <p:nvPr/>
          </p:nvSpPr>
          <p:spPr>
            <a:xfrm>
              <a:off x="3740400" y="1362975"/>
              <a:ext cx="37025" cy="25225"/>
            </a:xfrm>
            <a:custGeom>
              <a:avLst/>
              <a:gdLst/>
              <a:ahLst/>
              <a:cxnLst/>
              <a:rect l="l" t="t" r="r" b="b"/>
              <a:pathLst>
                <a:path w="1481" h="1009" extrusionOk="0">
                  <a:moveTo>
                    <a:pt x="809" y="0"/>
                  </a:moveTo>
                  <a:cubicBezTo>
                    <a:pt x="293" y="0"/>
                    <a:pt x="0" y="1008"/>
                    <a:pt x="577" y="1008"/>
                  </a:cubicBezTo>
                  <a:cubicBezTo>
                    <a:pt x="588" y="1008"/>
                    <a:pt x="600" y="1008"/>
                    <a:pt x="612" y="1007"/>
                  </a:cubicBezTo>
                  <a:cubicBezTo>
                    <a:pt x="634" y="1007"/>
                    <a:pt x="657" y="1007"/>
                    <a:pt x="680" y="996"/>
                  </a:cubicBezTo>
                  <a:cubicBezTo>
                    <a:pt x="1097" y="928"/>
                    <a:pt x="1481" y="206"/>
                    <a:pt x="950" y="25"/>
                  </a:cubicBezTo>
                  <a:cubicBezTo>
                    <a:pt x="902" y="8"/>
                    <a:pt x="855" y="0"/>
                    <a:pt x="809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"/>
            <p:cNvSpPr/>
            <p:nvPr/>
          </p:nvSpPr>
          <p:spPr>
            <a:xfrm>
              <a:off x="3489125" y="947500"/>
              <a:ext cx="29200" cy="21525"/>
            </a:xfrm>
            <a:custGeom>
              <a:avLst/>
              <a:gdLst/>
              <a:ahLst/>
              <a:cxnLst/>
              <a:rect l="l" t="t" r="r" b="b"/>
              <a:pathLst>
                <a:path w="1168" h="861" extrusionOk="0">
                  <a:moveTo>
                    <a:pt x="546" y="0"/>
                  </a:moveTo>
                  <a:cubicBezTo>
                    <a:pt x="257" y="0"/>
                    <a:pt x="0" y="155"/>
                    <a:pt x="123" y="463"/>
                  </a:cubicBezTo>
                  <a:cubicBezTo>
                    <a:pt x="123" y="485"/>
                    <a:pt x="135" y="508"/>
                    <a:pt x="146" y="531"/>
                  </a:cubicBezTo>
                  <a:cubicBezTo>
                    <a:pt x="253" y="727"/>
                    <a:pt x="526" y="860"/>
                    <a:pt x="762" y="860"/>
                  </a:cubicBezTo>
                  <a:cubicBezTo>
                    <a:pt x="974" y="860"/>
                    <a:pt x="1156" y="752"/>
                    <a:pt x="1161" y="485"/>
                  </a:cubicBezTo>
                  <a:cubicBezTo>
                    <a:pt x="1167" y="161"/>
                    <a:pt x="840" y="0"/>
                    <a:pt x="546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"/>
            <p:cNvSpPr/>
            <p:nvPr/>
          </p:nvSpPr>
          <p:spPr>
            <a:xfrm>
              <a:off x="3467250" y="1146100"/>
              <a:ext cx="28875" cy="26975"/>
            </a:xfrm>
            <a:custGeom>
              <a:avLst/>
              <a:gdLst/>
              <a:ahLst/>
              <a:cxnLst/>
              <a:rect l="l" t="t" r="r" b="b"/>
              <a:pathLst>
                <a:path w="1155" h="1079" extrusionOk="0">
                  <a:moveTo>
                    <a:pt x="604" y="0"/>
                  </a:moveTo>
                  <a:cubicBezTo>
                    <a:pt x="600" y="0"/>
                    <a:pt x="596" y="0"/>
                    <a:pt x="592" y="0"/>
                  </a:cubicBezTo>
                  <a:cubicBezTo>
                    <a:pt x="11" y="10"/>
                    <a:pt x="1" y="1078"/>
                    <a:pt x="461" y="1078"/>
                  </a:cubicBezTo>
                  <a:cubicBezTo>
                    <a:pt x="511" y="1078"/>
                    <a:pt x="566" y="1066"/>
                    <a:pt x="626" y="1038"/>
                  </a:cubicBezTo>
                  <a:cubicBezTo>
                    <a:pt x="637" y="1027"/>
                    <a:pt x="660" y="1027"/>
                    <a:pt x="682" y="1004"/>
                  </a:cubicBezTo>
                  <a:cubicBezTo>
                    <a:pt x="1041" y="792"/>
                    <a:pt x="1155" y="0"/>
                    <a:pt x="60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"/>
            <p:cNvSpPr/>
            <p:nvPr/>
          </p:nvSpPr>
          <p:spPr>
            <a:xfrm>
              <a:off x="3665125" y="1515500"/>
              <a:ext cx="31175" cy="26700"/>
            </a:xfrm>
            <a:custGeom>
              <a:avLst/>
              <a:gdLst/>
              <a:ahLst/>
              <a:cxnLst/>
              <a:rect l="l" t="t" r="r" b="b"/>
              <a:pathLst>
                <a:path w="1247" h="1068" extrusionOk="0">
                  <a:moveTo>
                    <a:pt x="776" y="0"/>
                  </a:moveTo>
                  <a:cubicBezTo>
                    <a:pt x="733" y="0"/>
                    <a:pt x="685" y="9"/>
                    <a:pt x="632" y="29"/>
                  </a:cubicBezTo>
                  <a:cubicBezTo>
                    <a:pt x="610" y="29"/>
                    <a:pt x="587" y="40"/>
                    <a:pt x="565" y="52"/>
                  </a:cubicBezTo>
                  <a:cubicBezTo>
                    <a:pt x="192" y="232"/>
                    <a:pt x="1" y="1033"/>
                    <a:pt x="565" y="1067"/>
                  </a:cubicBezTo>
                  <a:cubicBezTo>
                    <a:pt x="573" y="1068"/>
                    <a:pt x="581" y="1068"/>
                    <a:pt x="590" y="1068"/>
                  </a:cubicBezTo>
                  <a:cubicBezTo>
                    <a:pt x="1167" y="1068"/>
                    <a:pt x="1246" y="0"/>
                    <a:pt x="77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"/>
            <p:cNvSpPr/>
            <p:nvPr/>
          </p:nvSpPr>
          <p:spPr>
            <a:xfrm>
              <a:off x="3674225" y="1241075"/>
              <a:ext cx="29150" cy="27700"/>
            </a:xfrm>
            <a:custGeom>
              <a:avLst/>
              <a:gdLst/>
              <a:ahLst/>
              <a:cxnLst/>
              <a:rect l="l" t="t" r="r" b="b"/>
              <a:pathLst>
                <a:path w="1166" h="1108" extrusionOk="0">
                  <a:moveTo>
                    <a:pt x="663" y="0"/>
                  </a:moveTo>
                  <a:cubicBezTo>
                    <a:pt x="618" y="0"/>
                    <a:pt x="569" y="9"/>
                    <a:pt x="517" y="27"/>
                  </a:cubicBezTo>
                  <a:cubicBezTo>
                    <a:pt x="1" y="199"/>
                    <a:pt x="245" y="1107"/>
                    <a:pt x="634" y="1107"/>
                  </a:cubicBezTo>
                  <a:cubicBezTo>
                    <a:pt x="704" y="1107"/>
                    <a:pt x="779" y="1077"/>
                    <a:pt x="855" y="1008"/>
                  </a:cubicBezTo>
                  <a:lnTo>
                    <a:pt x="912" y="963"/>
                  </a:lnTo>
                  <a:cubicBezTo>
                    <a:pt x="1166" y="679"/>
                    <a:pt x="1072" y="0"/>
                    <a:pt x="66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"/>
            <p:cNvSpPr/>
            <p:nvPr/>
          </p:nvSpPr>
          <p:spPr>
            <a:xfrm>
              <a:off x="3334550" y="947200"/>
              <a:ext cx="29725" cy="21400"/>
            </a:xfrm>
            <a:custGeom>
              <a:avLst/>
              <a:gdLst/>
              <a:ahLst/>
              <a:cxnLst/>
              <a:rect l="l" t="t" r="r" b="b"/>
              <a:pathLst>
                <a:path w="1189" h="856" extrusionOk="0">
                  <a:moveTo>
                    <a:pt x="578" y="1"/>
                  </a:moveTo>
                  <a:cubicBezTo>
                    <a:pt x="275" y="1"/>
                    <a:pt x="0" y="167"/>
                    <a:pt x="145" y="486"/>
                  </a:cubicBezTo>
                  <a:cubicBezTo>
                    <a:pt x="156" y="509"/>
                    <a:pt x="156" y="531"/>
                    <a:pt x="179" y="554"/>
                  </a:cubicBezTo>
                  <a:cubicBezTo>
                    <a:pt x="282" y="737"/>
                    <a:pt x="541" y="856"/>
                    <a:pt x="770" y="856"/>
                  </a:cubicBezTo>
                  <a:cubicBezTo>
                    <a:pt x="994" y="856"/>
                    <a:pt x="1189" y="742"/>
                    <a:pt x="1183" y="464"/>
                  </a:cubicBezTo>
                  <a:cubicBezTo>
                    <a:pt x="1178" y="151"/>
                    <a:pt x="865" y="1"/>
                    <a:pt x="57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"/>
            <p:cNvSpPr/>
            <p:nvPr/>
          </p:nvSpPr>
          <p:spPr>
            <a:xfrm>
              <a:off x="3515075" y="1204675"/>
              <a:ext cx="31600" cy="21075"/>
            </a:xfrm>
            <a:custGeom>
              <a:avLst/>
              <a:gdLst/>
              <a:ahLst/>
              <a:cxnLst/>
              <a:rect l="l" t="t" r="r" b="b"/>
              <a:pathLst>
                <a:path w="1264" h="843" extrusionOk="0">
                  <a:moveTo>
                    <a:pt x="482" y="1"/>
                  </a:moveTo>
                  <a:cubicBezTo>
                    <a:pt x="228" y="1"/>
                    <a:pt x="1" y="134"/>
                    <a:pt x="45" y="444"/>
                  </a:cubicBezTo>
                  <a:cubicBezTo>
                    <a:pt x="74" y="722"/>
                    <a:pt x="333" y="842"/>
                    <a:pt x="590" y="842"/>
                  </a:cubicBezTo>
                  <a:cubicBezTo>
                    <a:pt x="928" y="842"/>
                    <a:pt x="1264" y="636"/>
                    <a:pt x="1071" y="309"/>
                  </a:cubicBezTo>
                  <a:cubicBezTo>
                    <a:pt x="1060" y="286"/>
                    <a:pt x="1038" y="264"/>
                    <a:pt x="1026" y="241"/>
                  </a:cubicBezTo>
                  <a:cubicBezTo>
                    <a:pt x="915" y="89"/>
                    <a:pt x="689" y="1"/>
                    <a:pt x="48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"/>
            <p:cNvSpPr/>
            <p:nvPr/>
          </p:nvSpPr>
          <p:spPr>
            <a:xfrm>
              <a:off x="3573625" y="1040150"/>
              <a:ext cx="29725" cy="27975"/>
            </a:xfrm>
            <a:custGeom>
              <a:avLst/>
              <a:gdLst/>
              <a:ahLst/>
              <a:cxnLst/>
              <a:rect l="l" t="t" r="r" b="b"/>
              <a:pathLst>
                <a:path w="1189" h="1119" extrusionOk="0">
                  <a:moveTo>
                    <a:pt x="511" y="0"/>
                  </a:moveTo>
                  <a:cubicBezTo>
                    <a:pt x="434" y="0"/>
                    <a:pt x="353" y="36"/>
                    <a:pt x="275" y="119"/>
                  </a:cubicBezTo>
                  <a:cubicBezTo>
                    <a:pt x="253" y="131"/>
                    <a:pt x="241" y="153"/>
                    <a:pt x="219" y="176"/>
                  </a:cubicBezTo>
                  <a:cubicBezTo>
                    <a:pt x="1" y="464"/>
                    <a:pt x="131" y="1118"/>
                    <a:pt x="511" y="1118"/>
                  </a:cubicBezTo>
                  <a:cubicBezTo>
                    <a:pt x="564" y="1118"/>
                    <a:pt x="620" y="1106"/>
                    <a:pt x="682" y="1079"/>
                  </a:cubicBezTo>
                  <a:cubicBezTo>
                    <a:pt x="1188" y="863"/>
                    <a:pt x="892" y="0"/>
                    <a:pt x="51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"/>
            <p:cNvSpPr/>
            <p:nvPr/>
          </p:nvSpPr>
          <p:spPr>
            <a:xfrm>
              <a:off x="3342650" y="1155775"/>
              <a:ext cx="29275" cy="21875"/>
            </a:xfrm>
            <a:custGeom>
              <a:avLst/>
              <a:gdLst/>
              <a:ahLst/>
              <a:cxnLst/>
              <a:rect l="l" t="t" r="r" b="b"/>
              <a:pathLst>
                <a:path w="1171" h="875" extrusionOk="0">
                  <a:moveTo>
                    <a:pt x="523" y="0"/>
                  </a:moveTo>
                  <a:cubicBezTo>
                    <a:pt x="244" y="0"/>
                    <a:pt x="1" y="150"/>
                    <a:pt x="115" y="460"/>
                  </a:cubicBezTo>
                  <a:cubicBezTo>
                    <a:pt x="115" y="471"/>
                    <a:pt x="126" y="493"/>
                    <a:pt x="137" y="516"/>
                  </a:cubicBezTo>
                  <a:cubicBezTo>
                    <a:pt x="236" y="726"/>
                    <a:pt x="520" y="875"/>
                    <a:pt x="763" y="875"/>
                  </a:cubicBezTo>
                  <a:cubicBezTo>
                    <a:pt x="964" y="875"/>
                    <a:pt x="1137" y="772"/>
                    <a:pt x="1153" y="516"/>
                  </a:cubicBezTo>
                  <a:cubicBezTo>
                    <a:pt x="1170" y="176"/>
                    <a:pt x="825" y="0"/>
                    <a:pt x="52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"/>
            <p:cNvSpPr/>
            <p:nvPr/>
          </p:nvSpPr>
          <p:spPr>
            <a:xfrm>
              <a:off x="3441600" y="971475"/>
              <a:ext cx="30025" cy="27050"/>
            </a:xfrm>
            <a:custGeom>
              <a:avLst/>
              <a:gdLst/>
              <a:ahLst/>
              <a:cxnLst/>
              <a:rect l="l" t="t" r="r" b="b"/>
              <a:pathLst>
                <a:path w="1201" h="1082" extrusionOk="0">
                  <a:moveTo>
                    <a:pt x="628" y="0"/>
                  </a:moveTo>
                  <a:cubicBezTo>
                    <a:pt x="48" y="0"/>
                    <a:pt x="0" y="1081"/>
                    <a:pt x="475" y="1081"/>
                  </a:cubicBezTo>
                  <a:cubicBezTo>
                    <a:pt x="520" y="1081"/>
                    <a:pt x="570" y="1071"/>
                    <a:pt x="625" y="1050"/>
                  </a:cubicBezTo>
                  <a:lnTo>
                    <a:pt x="682" y="1016"/>
                  </a:lnTo>
                  <a:cubicBezTo>
                    <a:pt x="1054" y="813"/>
                    <a:pt x="1201" y="23"/>
                    <a:pt x="636" y="0"/>
                  </a:cubicBezTo>
                  <a:cubicBezTo>
                    <a:pt x="634" y="0"/>
                    <a:pt x="631" y="0"/>
                    <a:pt x="62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"/>
            <p:cNvSpPr/>
            <p:nvPr/>
          </p:nvSpPr>
          <p:spPr>
            <a:xfrm>
              <a:off x="3451325" y="1005450"/>
              <a:ext cx="28875" cy="26975"/>
            </a:xfrm>
            <a:custGeom>
              <a:avLst/>
              <a:gdLst/>
              <a:ahLst/>
              <a:cxnLst/>
              <a:rect l="l" t="t" r="r" b="b"/>
              <a:pathLst>
                <a:path w="1155" h="1079" extrusionOk="0">
                  <a:moveTo>
                    <a:pt x="703" y="1"/>
                  </a:moveTo>
                  <a:cubicBezTo>
                    <a:pt x="654" y="1"/>
                    <a:pt x="600" y="13"/>
                    <a:pt x="541" y="41"/>
                  </a:cubicBezTo>
                  <a:lnTo>
                    <a:pt x="473" y="63"/>
                  </a:lnTo>
                  <a:cubicBezTo>
                    <a:pt x="114" y="276"/>
                    <a:pt x="1" y="1079"/>
                    <a:pt x="552" y="1079"/>
                  </a:cubicBezTo>
                  <a:cubicBezTo>
                    <a:pt x="556" y="1079"/>
                    <a:pt x="559" y="1079"/>
                    <a:pt x="563" y="1079"/>
                  </a:cubicBezTo>
                  <a:cubicBezTo>
                    <a:pt x="1144" y="1068"/>
                    <a:pt x="1154" y="1"/>
                    <a:pt x="703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"/>
            <p:cNvSpPr/>
            <p:nvPr/>
          </p:nvSpPr>
          <p:spPr>
            <a:xfrm>
              <a:off x="3448900" y="948425"/>
              <a:ext cx="28375" cy="23750"/>
            </a:xfrm>
            <a:custGeom>
              <a:avLst/>
              <a:gdLst/>
              <a:ahLst/>
              <a:cxnLst/>
              <a:rect l="l" t="t" r="r" b="b"/>
              <a:pathLst>
                <a:path w="1135" h="950" extrusionOk="0">
                  <a:moveTo>
                    <a:pt x="353" y="1"/>
                  </a:moveTo>
                  <a:cubicBezTo>
                    <a:pt x="158" y="1"/>
                    <a:pt x="1" y="102"/>
                    <a:pt x="17" y="347"/>
                  </a:cubicBezTo>
                  <a:cubicBezTo>
                    <a:pt x="17" y="369"/>
                    <a:pt x="17" y="392"/>
                    <a:pt x="28" y="415"/>
                  </a:cubicBezTo>
                  <a:cubicBezTo>
                    <a:pt x="73" y="687"/>
                    <a:pt x="395" y="949"/>
                    <a:pt x="664" y="949"/>
                  </a:cubicBezTo>
                  <a:cubicBezTo>
                    <a:pt x="807" y="949"/>
                    <a:pt x="936" y="874"/>
                    <a:pt x="999" y="685"/>
                  </a:cubicBezTo>
                  <a:cubicBezTo>
                    <a:pt x="1134" y="300"/>
                    <a:pt x="688" y="1"/>
                    <a:pt x="35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"/>
            <p:cNvSpPr/>
            <p:nvPr/>
          </p:nvSpPr>
          <p:spPr>
            <a:xfrm>
              <a:off x="3524925" y="1266950"/>
              <a:ext cx="29775" cy="21275"/>
            </a:xfrm>
            <a:custGeom>
              <a:avLst/>
              <a:gdLst/>
              <a:ahLst/>
              <a:cxnLst/>
              <a:rect l="l" t="t" r="r" b="b"/>
              <a:pathLst>
                <a:path w="1191" h="851" extrusionOk="0">
                  <a:moveTo>
                    <a:pt x="588" y="1"/>
                  </a:moveTo>
                  <a:cubicBezTo>
                    <a:pt x="281" y="1"/>
                    <a:pt x="1" y="171"/>
                    <a:pt x="147" y="492"/>
                  </a:cubicBezTo>
                  <a:cubicBezTo>
                    <a:pt x="158" y="515"/>
                    <a:pt x="170" y="526"/>
                    <a:pt x="181" y="549"/>
                  </a:cubicBezTo>
                  <a:cubicBezTo>
                    <a:pt x="289" y="731"/>
                    <a:pt x="548" y="851"/>
                    <a:pt x="776" y="851"/>
                  </a:cubicBezTo>
                  <a:cubicBezTo>
                    <a:pt x="998" y="851"/>
                    <a:pt x="1191" y="737"/>
                    <a:pt x="1185" y="458"/>
                  </a:cubicBezTo>
                  <a:cubicBezTo>
                    <a:pt x="1180" y="148"/>
                    <a:pt x="873" y="1"/>
                    <a:pt x="58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"/>
            <p:cNvSpPr/>
            <p:nvPr/>
          </p:nvSpPr>
          <p:spPr>
            <a:xfrm>
              <a:off x="3443375" y="1176200"/>
              <a:ext cx="28100" cy="23975"/>
            </a:xfrm>
            <a:custGeom>
              <a:avLst/>
              <a:gdLst/>
              <a:ahLst/>
              <a:cxnLst/>
              <a:rect l="l" t="t" r="r" b="b"/>
              <a:pathLst>
                <a:path w="1124" h="959" extrusionOk="0">
                  <a:moveTo>
                    <a:pt x="337" y="0"/>
                  </a:moveTo>
                  <a:cubicBezTo>
                    <a:pt x="150" y="0"/>
                    <a:pt x="0" y="100"/>
                    <a:pt x="12" y="342"/>
                  </a:cubicBezTo>
                  <a:lnTo>
                    <a:pt x="12" y="410"/>
                  </a:lnTo>
                  <a:cubicBezTo>
                    <a:pt x="50" y="691"/>
                    <a:pt x="369" y="958"/>
                    <a:pt x="638" y="958"/>
                  </a:cubicBezTo>
                  <a:cubicBezTo>
                    <a:pt x="779" y="958"/>
                    <a:pt x="906" y="885"/>
                    <a:pt x="972" y="703"/>
                  </a:cubicBezTo>
                  <a:cubicBezTo>
                    <a:pt x="1124" y="319"/>
                    <a:pt x="671" y="0"/>
                    <a:pt x="337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"/>
            <p:cNvSpPr/>
            <p:nvPr/>
          </p:nvSpPr>
          <p:spPr>
            <a:xfrm>
              <a:off x="3472425" y="1288225"/>
              <a:ext cx="28275" cy="23750"/>
            </a:xfrm>
            <a:custGeom>
              <a:avLst/>
              <a:gdLst/>
              <a:ahLst/>
              <a:cxnLst/>
              <a:rect l="l" t="t" r="r" b="b"/>
              <a:pathLst>
                <a:path w="1131" h="950" extrusionOk="0">
                  <a:moveTo>
                    <a:pt x="353" y="1"/>
                  </a:moveTo>
                  <a:cubicBezTo>
                    <a:pt x="158" y="1"/>
                    <a:pt x="0" y="104"/>
                    <a:pt x="13" y="352"/>
                  </a:cubicBezTo>
                  <a:cubicBezTo>
                    <a:pt x="13" y="375"/>
                    <a:pt x="13" y="397"/>
                    <a:pt x="24" y="420"/>
                  </a:cubicBezTo>
                  <a:cubicBezTo>
                    <a:pt x="68" y="692"/>
                    <a:pt x="390" y="949"/>
                    <a:pt x="659" y="949"/>
                  </a:cubicBezTo>
                  <a:cubicBezTo>
                    <a:pt x="803" y="949"/>
                    <a:pt x="932" y="876"/>
                    <a:pt x="994" y="691"/>
                  </a:cubicBezTo>
                  <a:cubicBezTo>
                    <a:pt x="1130" y="305"/>
                    <a:pt x="688" y="1"/>
                    <a:pt x="353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"/>
            <p:cNvSpPr/>
            <p:nvPr/>
          </p:nvSpPr>
          <p:spPr>
            <a:xfrm>
              <a:off x="3293175" y="1022800"/>
              <a:ext cx="29500" cy="21625"/>
            </a:xfrm>
            <a:custGeom>
              <a:avLst/>
              <a:gdLst/>
              <a:ahLst/>
              <a:cxnLst/>
              <a:rect l="l" t="t" r="r" b="b"/>
              <a:pathLst>
                <a:path w="1180" h="865" extrusionOk="0">
                  <a:moveTo>
                    <a:pt x="410" y="0"/>
                  </a:moveTo>
                  <a:cubicBezTo>
                    <a:pt x="196" y="0"/>
                    <a:pt x="11" y="110"/>
                    <a:pt x="6" y="385"/>
                  </a:cubicBezTo>
                  <a:cubicBezTo>
                    <a:pt x="0" y="706"/>
                    <a:pt x="325" y="864"/>
                    <a:pt x="620" y="864"/>
                  </a:cubicBezTo>
                  <a:cubicBezTo>
                    <a:pt x="914" y="864"/>
                    <a:pt x="1180" y="706"/>
                    <a:pt x="1055" y="396"/>
                  </a:cubicBezTo>
                  <a:cubicBezTo>
                    <a:pt x="1044" y="373"/>
                    <a:pt x="1033" y="351"/>
                    <a:pt x="1022" y="328"/>
                  </a:cubicBezTo>
                  <a:cubicBezTo>
                    <a:pt x="915" y="133"/>
                    <a:pt x="645" y="0"/>
                    <a:pt x="41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"/>
            <p:cNvSpPr/>
            <p:nvPr/>
          </p:nvSpPr>
          <p:spPr>
            <a:xfrm>
              <a:off x="3513350" y="970625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732" y="0"/>
                  </a:moveTo>
                  <a:cubicBezTo>
                    <a:pt x="685" y="0"/>
                    <a:pt x="633" y="11"/>
                    <a:pt x="576" y="34"/>
                  </a:cubicBezTo>
                  <a:cubicBezTo>
                    <a:pt x="554" y="34"/>
                    <a:pt x="531" y="46"/>
                    <a:pt x="520" y="57"/>
                  </a:cubicBezTo>
                  <a:cubicBezTo>
                    <a:pt x="147" y="260"/>
                    <a:pt x="1" y="1061"/>
                    <a:pt x="565" y="1072"/>
                  </a:cubicBezTo>
                  <a:cubicBezTo>
                    <a:pt x="568" y="1072"/>
                    <a:pt x="570" y="1073"/>
                    <a:pt x="573" y="1073"/>
                  </a:cubicBezTo>
                  <a:cubicBezTo>
                    <a:pt x="1151" y="1073"/>
                    <a:pt x="1201" y="0"/>
                    <a:pt x="732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"/>
            <p:cNvSpPr/>
            <p:nvPr/>
          </p:nvSpPr>
          <p:spPr>
            <a:xfrm>
              <a:off x="3462750" y="1228125"/>
              <a:ext cx="36925" cy="21000"/>
            </a:xfrm>
            <a:custGeom>
              <a:avLst/>
              <a:gdLst/>
              <a:ahLst/>
              <a:cxnLst/>
              <a:rect l="l" t="t" r="r" b="b"/>
              <a:pathLst>
                <a:path w="1477" h="840" extrusionOk="0">
                  <a:moveTo>
                    <a:pt x="883" y="1"/>
                  </a:moveTo>
                  <a:cubicBezTo>
                    <a:pt x="473" y="1"/>
                    <a:pt x="1" y="385"/>
                    <a:pt x="366" y="702"/>
                  </a:cubicBezTo>
                  <a:cubicBezTo>
                    <a:pt x="377" y="714"/>
                    <a:pt x="400" y="725"/>
                    <a:pt x="411" y="748"/>
                  </a:cubicBezTo>
                  <a:cubicBezTo>
                    <a:pt x="504" y="810"/>
                    <a:pt x="627" y="840"/>
                    <a:pt x="753" y="840"/>
                  </a:cubicBezTo>
                  <a:cubicBezTo>
                    <a:pt x="1102" y="840"/>
                    <a:pt x="1477" y="613"/>
                    <a:pt x="1302" y="240"/>
                  </a:cubicBezTo>
                  <a:cubicBezTo>
                    <a:pt x="1219" y="69"/>
                    <a:pt x="1057" y="1"/>
                    <a:pt x="88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"/>
            <p:cNvSpPr/>
            <p:nvPr/>
          </p:nvSpPr>
          <p:spPr>
            <a:xfrm>
              <a:off x="3533675" y="940375"/>
              <a:ext cx="29700" cy="27775"/>
            </a:xfrm>
            <a:custGeom>
              <a:avLst/>
              <a:gdLst/>
              <a:ahLst/>
              <a:cxnLst/>
              <a:rect l="l" t="t" r="r" b="b"/>
              <a:pathLst>
                <a:path w="1188" h="1111" extrusionOk="0">
                  <a:moveTo>
                    <a:pt x="671" y="1"/>
                  </a:moveTo>
                  <a:cubicBezTo>
                    <a:pt x="615" y="1"/>
                    <a:pt x="552" y="15"/>
                    <a:pt x="485" y="48"/>
                  </a:cubicBezTo>
                  <a:cubicBezTo>
                    <a:pt x="1" y="272"/>
                    <a:pt x="316" y="1111"/>
                    <a:pt x="695" y="1111"/>
                  </a:cubicBezTo>
                  <a:cubicBezTo>
                    <a:pt x="775" y="1111"/>
                    <a:pt x="858" y="1073"/>
                    <a:pt x="937" y="985"/>
                  </a:cubicBezTo>
                  <a:cubicBezTo>
                    <a:pt x="948" y="973"/>
                    <a:pt x="971" y="951"/>
                    <a:pt x="982" y="928"/>
                  </a:cubicBezTo>
                  <a:cubicBezTo>
                    <a:pt x="1188" y="635"/>
                    <a:pt x="1045" y="1"/>
                    <a:pt x="67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"/>
            <p:cNvSpPr/>
            <p:nvPr/>
          </p:nvSpPr>
          <p:spPr>
            <a:xfrm>
              <a:off x="3298300" y="1057800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628" y="0"/>
                  </a:moveTo>
                  <a:cubicBezTo>
                    <a:pt x="50" y="0"/>
                    <a:pt x="0" y="1072"/>
                    <a:pt x="469" y="1072"/>
                  </a:cubicBezTo>
                  <a:cubicBezTo>
                    <a:pt x="516" y="1072"/>
                    <a:pt x="568" y="1062"/>
                    <a:pt x="625" y="1038"/>
                  </a:cubicBezTo>
                  <a:cubicBezTo>
                    <a:pt x="647" y="1038"/>
                    <a:pt x="670" y="1027"/>
                    <a:pt x="681" y="1016"/>
                  </a:cubicBezTo>
                  <a:cubicBezTo>
                    <a:pt x="1054" y="813"/>
                    <a:pt x="1200" y="12"/>
                    <a:pt x="636" y="0"/>
                  </a:cubicBezTo>
                  <a:cubicBezTo>
                    <a:pt x="633" y="0"/>
                    <a:pt x="631" y="0"/>
                    <a:pt x="62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"/>
            <p:cNvSpPr/>
            <p:nvPr/>
          </p:nvSpPr>
          <p:spPr>
            <a:xfrm>
              <a:off x="3406850" y="1052650"/>
              <a:ext cx="29475" cy="21525"/>
            </a:xfrm>
            <a:custGeom>
              <a:avLst/>
              <a:gdLst/>
              <a:ahLst/>
              <a:cxnLst/>
              <a:rect l="l" t="t" r="r" b="b"/>
              <a:pathLst>
                <a:path w="1179" h="861" extrusionOk="0">
                  <a:moveTo>
                    <a:pt x="406" y="1"/>
                  </a:moveTo>
                  <a:cubicBezTo>
                    <a:pt x="194" y="1"/>
                    <a:pt x="12" y="108"/>
                    <a:pt x="7" y="376"/>
                  </a:cubicBezTo>
                  <a:cubicBezTo>
                    <a:pt x="1" y="700"/>
                    <a:pt x="331" y="861"/>
                    <a:pt x="628" y="861"/>
                  </a:cubicBezTo>
                  <a:cubicBezTo>
                    <a:pt x="920" y="861"/>
                    <a:pt x="1179" y="706"/>
                    <a:pt x="1056" y="398"/>
                  </a:cubicBezTo>
                  <a:cubicBezTo>
                    <a:pt x="1045" y="376"/>
                    <a:pt x="1033" y="353"/>
                    <a:pt x="1022" y="330"/>
                  </a:cubicBezTo>
                  <a:cubicBezTo>
                    <a:pt x="915" y="134"/>
                    <a:pt x="642" y="1"/>
                    <a:pt x="40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"/>
            <p:cNvSpPr/>
            <p:nvPr/>
          </p:nvSpPr>
          <p:spPr>
            <a:xfrm>
              <a:off x="3706850" y="1380150"/>
              <a:ext cx="28300" cy="23925"/>
            </a:xfrm>
            <a:custGeom>
              <a:avLst/>
              <a:gdLst/>
              <a:ahLst/>
              <a:cxnLst/>
              <a:rect l="l" t="t" r="r" b="b"/>
              <a:pathLst>
                <a:path w="1132" h="957" extrusionOk="0">
                  <a:moveTo>
                    <a:pt x="340" y="1"/>
                  </a:moveTo>
                  <a:cubicBezTo>
                    <a:pt x="152" y="1"/>
                    <a:pt x="1" y="100"/>
                    <a:pt x="13" y="343"/>
                  </a:cubicBezTo>
                  <a:cubicBezTo>
                    <a:pt x="13" y="365"/>
                    <a:pt x="13" y="388"/>
                    <a:pt x="13" y="410"/>
                  </a:cubicBezTo>
                  <a:cubicBezTo>
                    <a:pt x="50" y="686"/>
                    <a:pt x="372" y="956"/>
                    <a:pt x="642" y="956"/>
                  </a:cubicBezTo>
                  <a:cubicBezTo>
                    <a:pt x="781" y="956"/>
                    <a:pt x="907" y="884"/>
                    <a:pt x="972" y="704"/>
                  </a:cubicBezTo>
                  <a:cubicBezTo>
                    <a:pt x="1131" y="320"/>
                    <a:pt x="677" y="1"/>
                    <a:pt x="34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"/>
            <p:cNvSpPr/>
            <p:nvPr/>
          </p:nvSpPr>
          <p:spPr>
            <a:xfrm>
              <a:off x="3434525" y="1192800"/>
              <a:ext cx="28375" cy="23675"/>
            </a:xfrm>
            <a:custGeom>
              <a:avLst/>
              <a:gdLst/>
              <a:ahLst/>
              <a:cxnLst/>
              <a:rect l="l" t="t" r="r" b="b"/>
              <a:pathLst>
                <a:path w="1135" h="947" extrusionOk="0">
                  <a:moveTo>
                    <a:pt x="349" y="1"/>
                  </a:moveTo>
                  <a:cubicBezTo>
                    <a:pt x="155" y="1"/>
                    <a:pt x="0" y="101"/>
                    <a:pt x="17" y="344"/>
                  </a:cubicBezTo>
                  <a:lnTo>
                    <a:pt x="17" y="412"/>
                  </a:lnTo>
                  <a:cubicBezTo>
                    <a:pt x="68" y="684"/>
                    <a:pt x="388" y="946"/>
                    <a:pt x="658" y="946"/>
                  </a:cubicBezTo>
                  <a:cubicBezTo>
                    <a:pt x="802" y="946"/>
                    <a:pt x="932" y="871"/>
                    <a:pt x="998" y="682"/>
                  </a:cubicBezTo>
                  <a:cubicBezTo>
                    <a:pt x="1134" y="303"/>
                    <a:pt x="684" y="1"/>
                    <a:pt x="349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"/>
            <p:cNvSpPr/>
            <p:nvPr/>
          </p:nvSpPr>
          <p:spPr>
            <a:xfrm>
              <a:off x="3384075" y="1159050"/>
              <a:ext cx="30850" cy="26650"/>
            </a:xfrm>
            <a:custGeom>
              <a:avLst/>
              <a:gdLst/>
              <a:ahLst/>
              <a:cxnLst/>
              <a:rect l="l" t="t" r="r" b="b"/>
              <a:pathLst>
                <a:path w="1234" h="1066" extrusionOk="0">
                  <a:moveTo>
                    <a:pt x="637" y="0"/>
                  </a:moveTo>
                  <a:cubicBezTo>
                    <a:pt x="74" y="0"/>
                    <a:pt x="1" y="1066"/>
                    <a:pt x="475" y="1066"/>
                  </a:cubicBezTo>
                  <a:cubicBezTo>
                    <a:pt x="517" y="1066"/>
                    <a:pt x="563" y="1057"/>
                    <a:pt x="613" y="1039"/>
                  </a:cubicBezTo>
                  <a:cubicBezTo>
                    <a:pt x="635" y="1028"/>
                    <a:pt x="658" y="1017"/>
                    <a:pt x="681" y="1006"/>
                  </a:cubicBezTo>
                  <a:cubicBezTo>
                    <a:pt x="1053" y="825"/>
                    <a:pt x="1233" y="35"/>
                    <a:pt x="669" y="1"/>
                  </a:cubicBezTo>
                  <a:cubicBezTo>
                    <a:pt x="658" y="0"/>
                    <a:pt x="648" y="0"/>
                    <a:pt x="637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"/>
            <p:cNvSpPr/>
            <p:nvPr/>
          </p:nvSpPr>
          <p:spPr>
            <a:xfrm>
              <a:off x="3635200" y="1324500"/>
              <a:ext cx="29450" cy="27775"/>
            </a:xfrm>
            <a:custGeom>
              <a:avLst/>
              <a:gdLst/>
              <a:ahLst/>
              <a:cxnLst/>
              <a:rect l="l" t="t" r="r" b="b"/>
              <a:pathLst>
                <a:path w="1178" h="1111" extrusionOk="0">
                  <a:moveTo>
                    <a:pt x="508" y="0"/>
                  </a:moveTo>
                  <a:cubicBezTo>
                    <a:pt x="431" y="0"/>
                    <a:pt x="350" y="36"/>
                    <a:pt x="272" y="120"/>
                  </a:cubicBezTo>
                  <a:cubicBezTo>
                    <a:pt x="250" y="131"/>
                    <a:pt x="238" y="154"/>
                    <a:pt x="227" y="176"/>
                  </a:cubicBezTo>
                  <a:cubicBezTo>
                    <a:pt x="0" y="462"/>
                    <a:pt x="127" y="1111"/>
                    <a:pt x="509" y="1111"/>
                  </a:cubicBezTo>
                  <a:cubicBezTo>
                    <a:pt x="564" y="1111"/>
                    <a:pt x="625" y="1098"/>
                    <a:pt x="690" y="1068"/>
                  </a:cubicBezTo>
                  <a:cubicBezTo>
                    <a:pt x="1177" y="861"/>
                    <a:pt x="886" y="0"/>
                    <a:pt x="508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"/>
            <p:cNvSpPr/>
            <p:nvPr/>
          </p:nvSpPr>
          <p:spPr>
            <a:xfrm>
              <a:off x="3402700" y="971500"/>
              <a:ext cx="29775" cy="27875"/>
            </a:xfrm>
            <a:custGeom>
              <a:avLst/>
              <a:gdLst/>
              <a:ahLst/>
              <a:cxnLst/>
              <a:rect l="l" t="t" r="r" b="b"/>
              <a:pathLst>
                <a:path w="1191" h="1115" extrusionOk="0">
                  <a:moveTo>
                    <a:pt x="662" y="0"/>
                  </a:moveTo>
                  <a:cubicBezTo>
                    <a:pt x="606" y="0"/>
                    <a:pt x="544" y="14"/>
                    <a:pt x="477" y="44"/>
                  </a:cubicBezTo>
                  <a:cubicBezTo>
                    <a:pt x="1" y="278"/>
                    <a:pt x="321" y="1114"/>
                    <a:pt x="701" y="1114"/>
                  </a:cubicBezTo>
                  <a:cubicBezTo>
                    <a:pt x="780" y="1114"/>
                    <a:pt x="862" y="1078"/>
                    <a:pt x="940" y="992"/>
                  </a:cubicBezTo>
                  <a:cubicBezTo>
                    <a:pt x="951" y="970"/>
                    <a:pt x="962" y="947"/>
                    <a:pt x="974" y="936"/>
                  </a:cubicBezTo>
                  <a:cubicBezTo>
                    <a:pt x="1190" y="631"/>
                    <a:pt x="1046" y="0"/>
                    <a:pt x="662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"/>
            <p:cNvSpPr/>
            <p:nvPr/>
          </p:nvSpPr>
          <p:spPr>
            <a:xfrm>
              <a:off x="3650575" y="1190500"/>
              <a:ext cx="29275" cy="21800"/>
            </a:xfrm>
            <a:custGeom>
              <a:avLst/>
              <a:gdLst/>
              <a:ahLst/>
              <a:cxnLst/>
              <a:rect l="l" t="t" r="r" b="b"/>
              <a:pathLst>
                <a:path w="1171" h="872" extrusionOk="0">
                  <a:moveTo>
                    <a:pt x="521" y="1"/>
                  </a:moveTo>
                  <a:cubicBezTo>
                    <a:pt x="243" y="1"/>
                    <a:pt x="1" y="145"/>
                    <a:pt x="109" y="447"/>
                  </a:cubicBezTo>
                  <a:cubicBezTo>
                    <a:pt x="120" y="470"/>
                    <a:pt x="131" y="492"/>
                    <a:pt x="142" y="515"/>
                  </a:cubicBezTo>
                  <a:cubicBezTo>
                    <a:pt x="241" y="723"/>
                    <a:pt x="518" y="872"/>
                    <a:pt x="757" y="872"/>
                  </a:cubicBezTo>
                  <a:cubicBezTo>
                    <a:pt x="958" y="872"/>
                    <a:pt x="1131" y="767"/>
                    <a:pt x="1147" y="504"/>
                  </a:cubicBezTo>
                  <a:cubicBezTo>
                    <a:pt x="1170" y="174"/>
                    <a:pt x="825" y="1"/>
                    <a:pt x="52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"/>
            <p:cNvSpPr/>
            <p:nvPr/>
          </p:nvSpPr>
          <p:spPr>
            <a:xfrm>
              <a:off x="3502625" y="1151500"/>
              <a:ext cx="29475" cy="21625"/>
            </a:xfrm>
            <a:custGeom>
              <a:avLst/>
              <a:gdLst/>
              <a:ahLst/>
              <a:cxnLst/>
              <a:rect l="l" t="t" r="r" b="b"/>
              <a:pathLst>
                <a:path w="1179" h="865" extrusionOk="0">
                  <a:moveTo>
                    <a:pt x="406" y="0"/>
                  </a:moveTo>
                  <a:cubicBezTo>
                    <a:pt x="197" y="0"/>
                    <a:pt x="17" y="106"/>
                    <a:pt x="12" y="371"/>
                  </a:cubicBezTo>
                  <a:cubicBezTo>
                    <a:pt x="1" y="701"/>
                    <a:pt x="331" y="865"/>
                    <a:pt x="628" y="865"/>
                  </a:cubicBezTo>
                  <a:cubicBezTo>
                    <a:pt x="920" y="865"/>
                    <a:pt x="1179" y="707"/>
                    <a:pt x="1050" y="394"/>
                  </a:cubicBezTo>
                  <a:cubicBezTo>
                    <a:pt x="1039" y="371"/>
                    <a:pt x="1028" y="348"/>
                    <a:pt x="1016" y="326"/>
                  </a:cubicBezTo>
                  <a:cubicBezTo>
                    <a:pt x="915" y="134"/>
                    <a:pt x="642" y="0"/>
                    <a:pt x="40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"/>
            <p:cNvSpPr/>
            <p:nvPr/>
          </p:nvSpPr>
          <p:spPr>
            <a:xfrm>
              <a:off x="3511950" y="1183900"/>
              <a:ext cx="300" cy="1700"/>
            </a:xfrm>
            <a:custGeom>
              <a:avLst/>
              <a:gdLst/>
              <a:ahLst/>
              <a:cxnLst/>
              <a:rect l="l" t="t" r="r" b="b"/>
              <a:pathLst>
                <a:path w="12" h="68" extrusionOk="0">
                  <a:moveTo>
                    <a:pt x="0" y="0"/>
                  </a:moveTo>
                  <a:cubicBezTo>
                    <a:pt x="0" y="12"/>
                    <a:pt x="3" y="23"/>
                    <a:pt x="6" y="34"/>
                  </a:cubicBezTo>
                  <a:lnTo>
                    <a:pt x="6" y="34"/>
                  </a:lnTo>
                  <a:lnTo>
                    <a:pt x="0" y="0"/>
                  </a:lnTo>
                  <a:close/>
                  <a:moveTo>
                    <a:pt x="6" y="34"/>
                  </a:moveTo>
                  <a:lnTo>
                    <a:pt x="12" y="68"/>
                  </a:lnTo>
                  <a:cubicBezTo>
                    <a:pt x="12" y="57"/>
                    <a:pt x="9" y="45"/>
                    <a:pt x="6" y="34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"/>
            <p:cNvSpPr/>
            <p:nvPr/>
          </p:nvSpPr>
          <p:spPr>
            <a:xfrm>
              <a:off x="3522525" y="1026725"/>
              <a:ext cx="28375" cy="23750"/>
            </a:xfrm>
            <a:custGeom>
              <a:avLst/>
              <a:gdLst/>
              <a:ahLst/>
              <a:cxnLst/>
              <a:rect l="l" t="t" r="r" b="b"/>
              <a:pathLst>
                <a:path w="1135" h="950" extrusionOk="0">
                  <a:moveTo>
                    <a:pt x="352" y="1"/>
                  </a:moveTo>
                  <a:cubicBezTo>
                    <a:pt x="158" y="1"/>
                    <a:pt x="1" y="103"/>
                    <a:pt x="17" y="352"/>
                  </a:cubicBezTo>
                  <a:cubicBezTo>
                    <a:pt x="17" y="374"/>
                    <a:pt x="17" y="397"/>
                    <a:pt x="29" y="420"/>
                  </a:cubicBezTo>
                  <a:cubicBezTo>
                    <a:pt x="73" y="691"/>
                    <a:pt x="394" y="949"/>
                    <a:pt x="663" y="949"/>
                  </a:cubicBezTo>
                  <a:cubicBezTo>
                    <a:pt x="807" y="949"/>
                    <a:pt x="936" y="875"/>
                    <a:pt x="999" y="690"/>
                  </a:cubicBezTo>
                  <a:cubicBezTo>
                    <a:pt x="1135" y="305"/>
                    <a:pt x="688" y="1"/>
                    <a:pt x="35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"/>
            <p:cNvSpPr/>
            <p:nvPr/>
          </p:nvSpPr>
          <p:spPr>
            <a:xfrm>
              <a:off x="3317050" y="905275"/>
              <a:ext cx="29750" cy="21300"/>
            </a:xfrm>
            <a:custGeom>
              <a:avLst/>
              <a:gdLst/>
              <a:ahLst/>
              <a:cxnLst/>
              <a:rect l="l" t="t" r="r" b="b"/>
              <a:pathLst>
                <a:path w="1190" h="852" extrusionOk="0">
                  <a:moveTo>
                    <a:pt x="582" y="0"/>
                  </a:moveTo>
                  <a:cubicBezTo>
                    <a:pt x="278" y="0"/>
                    <a:pt x="0" y="167"/>
                    <a:pt x="146" y="482"/>
                  </a:cubicBezTo>
                  <a:cubicBezTo>
                    <a:pt x="157" y="504"/>
                    <a:pt x="168" y="527"/>
                    <a:pt x="179" y="549"/>
                  </a:cubicBezTo>
                  <a:cubicBezTo>
                    <a:pt x="288" y="732"/>
                    <a:pt x="547" y="851"/>
                    <a:pt x="774" y="851"/>
                  </a:cubicBezTo>
                  <a:cubicBezTo>
                    <a:pt x="997" y="851"/>
                    <a:pt x="1189" y="738"/>
                    <a:pt x="1184" y="459"/>
                  </a:cubicBezTo>
                  <a:cubicBezTo>
                    <a:pt x="1178" y="148"/>
                    <a:pt x="868" y="0"/>
                    <a:pt x="582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"/>
            <p:cNvSpPr/>
            <p:nvPr/>
          </p:nvSpPr>
          <p:spPr>
            <a:xfrm>
              <a:off x="3504025" y="1100175"/>
              <a:ext cx="28100" cy="23900"/>
            </a:xfrm>
            <a:custGeom>
              <a:avLst/>
              <a:gdLst/>
              <a:ahLst/>
              <a:cxnLst/>
              <a:rect l="l" t="t" r="r" b="b"/>
              <a:pathLst>
                <a:path w="1124" h="956" extrusionOk="0">
                  <a:moveTo>
                    <a:pt x="336" y="0"/>
                  </a:moveTo>
                  <a:cubicBezTo>
                    <a:pt x="150" y="0"/>
                    <a:pt x="0" y="98"/>
                    <a:pt x="13" y="336"/>
                  </a:cubicBezTo>
                  <a:lnTo>
                    <a:pt x="13" y="404"/>
                  </a:lnTo>
                  <a:cubicBezTo>
                    <a:pt x="50" y="687"/>
                    <a:pt x="373" y="956"/>
                    <a:pt x="643" y="956"/>
                  </a:cubicBezTo>
                  <a:cubicBezTo>
                    <a:pt x="782" y="956"/>
                    <a:pt x="907" y="885"/>
                    <a:pt x="972" y="709"/>
                  </a:cubicBezTo>
                  <a:cubicBezTo>
                    <a:pt x="1124" y="317"/>
                    <a:pt x="671" y="0"/>
                    <a:pt x="336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"/>
            <p:cNvSpPr/>
            <p:nvPr/>
          </p:nvSpPr>
          <p:spPr>
            <a:xfrm>
              <a:off x="3342275" y="1085975"/>
              <a:ext cx="28650" cy="23675"/>
            </a:xfrm>
            <a:custGeom>
              <a:avLst/>
              <a:gdLst/>
              <a:ahLst/>
              <a:cxnLst/>
              <a:rect l="l" t="t" r="r" b="b"/>
              <a:pathLst>
                <a:path w="1146" h="947" extrusionOk="0">
                  <a:moveTo>
                    <a:pt x="355" y="0"/>
                  </a:moveTo>
                  <a:cubicBezTo>
                    <a:pt x="159" y="0"/>
                    <a:pt x="0" y="103"/>
                    <a:pt x="17" y="351"/>
                  </a:cubicBezTo>
                  <a:cubicBezTo>
                    <a:pt x="17" y="374"/>
                    <a:pt x="17" y="397"/>
                    <a:pt x="28" y="419"/>
                  </a:cubicBezTo>
                  <a:cubicBezTo>
                    <a:pt x="80" y="685"/>
                    <a:pt x="402" y="946"/>
                    <a:pt x="672" y="946"/>
                  </a:cubicBezTo>
                  <a:cubicBezTo>
                    <a:pt x="815" y="946"/>
                    <a:pt x="943" y="873"/>
                    <a:pt x="1010" y="690"/>
                  </a:cubicBezTo>
                  <a:cubicBezTo>
                    <a:pt x="1145" y="304"/>
                    <a:pt x="694" y="0"/>
                    <a:pt x="355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"/>
            <p:cNvSpPr/>
            <p:nvPr/>
          </p:nvSpPr>
          <p:spPr>
            <a:xfrm>
              <a:off x="3612575" y="1271050"/>
              <a:ext cx="31425" cy="26925"/>
            </a:xfrm>
            <a:custGeom>
              <a:avLst/>
              <a:gdLst/>
              <a:ahLst/>
              <a:cxnLst/>
              <a:rect l="l" t="t" r="r" b="b"/>
              <a:pathLst>
                <a:path w="1257" h="1077" extrusionOk="0">
                  <a:moveTo>
                    <a:pt x="667" y="0"/>
                  </a:moveTo>
                  <a:cubicBezTo>
                    <a:pt x="87" y="0"/>
                    <a:pt x="1" y="1077"/>
                    <a:pt x="484" y="1077"/>
                  </a:cubicBezTo>
                  <a:cubicBezTo>
                    <a:pt x="527" y="1077"/>
                    <a:pt x="573" y="1068"/>
                    <a:pt x="624" y="1050"/>
                  </a:cubicBezTo>
                  <a:cubicBezTo>
                    <a:pt x="647" y="1039"/>
                    <a:pt x="669" y="1028"/>
                    <a:pt x="692" y="1017"/>
                  </a:cubicBezTo>
                  <a:cubicBezTo>
                    <a:pt x="1064" y="836"/>
                    <a:pt x="1256" y="46"/>
                    <a:pt x="692" y="1"/>
                  </a:cubicBezTo>
                  <a:cubicBezTo>
                    <a:pt x="684" y="1"/>
                    <a:pt x="675" y="0"/>
                    <a:pt x="667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"/>
            <p:cNvSpPr/>
            <p:nvPr/>
          </p:nvSpPr>
          <p:spPr>
            <a:xfrm>
              <a:off x="3396700" y="928250"/>
              <a:ext cx="29500" cy="21500"/>
            </a:xfrm>
            <a:custGeom>
              <a:avLst/>
              <a:gdLst/>
              <a:ahLst/>
              <a:cxnLst/>
              <a:rect l="l" t="t" r="r" b="b"/>
              <a:pathLst>
                <a:path w="1180" h="860" extrusionOk="0">
                  <a:moveTo>
                    <a:pt x="406" y="0"/>
                  </a:moveTo>
                  <a:cubicBezTo>
                    <a:pt x="194" y="0"/>
                    <a:pt x="12" y="108"/>
                    <a:pt x="6" y="375"/>
                  </a:cubicBezTo>
                  <a:cubicBezTo>
                    <a:pt x="1" y="698"/>
                    <a:pt x="331" y="859"/>
                    <a:pt x="627" y="859"/>
                  </a:cubicBezTo>
                  <a:cubicBezTo>
                    <a:pt x="920" y="859"/>
                    <a:pt x="1179" y="701"/>
                    <a:pt x="1044" y="386"/>
                  </a:cubicBezTo>
                  <a:cubicBezTo>
                    <a:pt x="1044" y="364"/>
                    <a:pt x="1033" y="341"/>
                    <a:pt x="1022" y="330"/>
                  </a:cubicBezTo>
                  <a:cubicBezTo>
                    <a:pt x="915" y="134"/>
                    <a:pt x="642" y="0"/>
                    <a:pt x="406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"/>
            <p:cNvSpPr/>
            <p:nvPr/>
          </p:nvSpPr>
          <p:spPr>
            <a:xfrm>
              <a:off x="3584075" y="1068000"/>
              <a:ext cx="30100" cy="27575"/>
            </a:xfrm>
            <a:custGeom>
              <a:avLst/>
              <a:gdLst/>
              <a:ahLst/>
              <a:cxnLst/>
              <a:rect l="l" t="t" r="r" b="b"/>
              <a:pathLst>
                <a:path w="1204" h="1103" extrusionOk="0">
                  <a:moveTo>
                    <a:pt x="445" y="0"/>
                  </a:moveTo>
                  <a:cubicBezTo>
                    <a:pt x="351" y="0"/>
                    <a:pt x="259" y="49"/>
                    <a:pt x="185" y="168"/>
                  </a:cubicBezTo>
                  <a:cubicBezTo>
                    <a:pt x="173" y="179"/>
                    <a:pt x="162" y="202"/>
                    <a:pt x="151" y="224"/>
                  </a:cubicBezTo>
                  <a:cubicBezTo>
                    <a:pt x="1" y="543"/>
                    <a:pt x="216" y="1102"/>
                    <a:pt x="559" y="1102"/>
                  </a:cubicBezTo>
                  <a:cubicBezTo>
                    <a:pt x="629" y="1102"/>
                    <a:pt x="704" y="1079"/>
                    <a:pt x="783" y="1025"/>
                  </a:cubicBezTo>
                  <a:cubicBezTo>
                    <a:pt x="1204" y="730"/>
                    <a:pt x="807" y="0"/>
                    <a:pt x="445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"/>
            <p:cNvSpPr/>
            <p:nvPr/>
          </p:nvSpPr>
          <p:spPr>
            <a:xfrm>
              <a:off x="3490525" y="1207200"/>
              <a:ext cx="29775" cy="21475"/>
            </a:xfrm>
            <a:custGeom>
              <a:avLst/>
              <a:gdLst/>
              <a:ahLst/>
              <a:cxnLst/>
              <a:rect l="l" t="t" r="r" b="b"/>
              <a:pathLst>
                <a:path w="1191" h="859" extrusionOk="0">
                  <a:moveTo>
                    <a:pt x="583" y="0"/>
                  </a:moveTo>
                  <a:cubicBezTo>
                    <a:pt x="278" y="0"/>
                    <a:pt x="1" y="170"/>
                    <a:pt x="146" y="490"/>
                  </a:cubicBezTo>
                  <a:cubicBezTo>
                    <a:pt x="158" y="513"/>
                    <a:pt x="169" y="535"/>
                    <a:pt x="180" y="546"/>
                  </a:cubicBezTo>
                  <a:cubicBezTo>
                    <a:pt x="289" y="736"/>
                    <a:pt x="550" y="858"/>
                    <a:pt x="779" y="858"/>
                  </a:cubicBezTo>
                  <a:cubicBezTo>
                    <a:pt x="1000" y="858"/>
                    <a:pt x="1190" y="745"/>
                    <a:pt x="1184" y="468"/>
                  </a:cubicBezTo>
                  <a:cubicBezTo>
                    <a:pt x="1179" y="150"/>
                    <a:pt x="869" y="0"/>
                    <a:pt x="58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"/>
            <p:cNvSpPr/>
            <p:nvPr/>
          </p:nvSpPr>
          <p:spPr>
            <a:xfrm>
              <a:off x="3574675" y="1138475"/>
              <a:ext cx="31150" cy="21025"/>
            </a:xfrm>
            <a:custGeom>
              <a:avLst/>
              <a:gdLst/>
              <a:ahLst/>
              <a:cxnLst/>
              <a:rect l="l" t="t" r="r" b="b"/>
              <a:pathLst>
                <a:path w="1246" h="841" extrusionOk="0">
                  <a:moveTo>
                    <a:pt x="464" y="0"/>
                  </a:moveTo>
                  <a:cubicBezTo>
                    <a:pt x="218" y="0"/>
                    <a:pt x="0" y="128"/>
                    <a:pt x="30" y="429"/>
                  </a:cubicBezTo>
                  <a:cubicBezTo>
                    <a:pt x="60" y="715"/>
                    <a:pt x="332" y="840"/>
                    <a:pt x="596" y="840"/>
                  </a:cubicBezTo>
                  <a:cubicBezTo>
                    <a:pt x="927" y="840"/>
                    <a:pt x="1245" y="643"/>
                    <a:pt x="1057" y="316"/>
                  </a:cubicBezTo>
                  <a:cubicBezTo>
                    <a:pt x="1046" y="294"/>
                    <a:pt x="1034" y="271"/>
                    <a:pt x="1023" y="260"/>
                  </a:cubicBezTo>
                  <a:cubicBezTo>
                    <a:pt x="913" y="97"/>
                    <a:pt x="678" y="0"/>
                    <a:pt x="46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"/>
            <p:cNvSpPr/>
            <p:nvPr/>
          </p:nvSpPr>
          <p:spPr>
            <a:xfrm>
              <a:off x="3372025" y="1088525"/>
              <a:ext cx="37025" cy="25200"/>
            </a:xfrm>
            <a:custGeom>
              <a:avLst/>
              <a:gdLst/>
              <a:ahLst/>
              <a:cxnLst/>
              <a:rect l="l" t="t" r="r" b="b"/>
              <a:pathLst>
                <a:path w="1481" h="1008" extrusionOk="0">
                  <a:moveTo>
                    <a:pt x="904" y="0"/>
                  </a:moveTo>
                  <a:cubicBezTo>
                    <a:pt x="893" y="0"/>
                    <a:pt x="881" y="0"/>
                    <a:pt x="869" y="1"/>
                  </a:cubicBezTo>
                  <a:lnTo>
                    <a:pt x="801" y="1"/>
                  </a:lnTo>
                  <a:cubicBezTo>
                    <a:pt x="384" y="80"/>
                    <a:pt x="0" y="791"/>
                    <a:pt x="531" y="983"/>
                  </a:cubicBezTo>
                  <a:cubicBezTo>
                    <a:pt x="579" y="1000"/>
                    <a:pt x="626" y="1008"/>
                    <a:pt x="672" y="1008"/>
                  </a:cubicBezTo>
                  <a:cubicBezTo>
                    <a:pt x="1188" y="1008"/>
                    <a:pt x="1481" y="0"/>
                    <a:pt x="904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"/>
            <p:cNvSpPr/>
            <p:nvPr/>
          </p:nvSpPr>
          <p:spPr>
            <a:xfrm>
              <a:off x="3534100" y="1077200"/>
              <a:ext cx="29350" cy="21500"/>
            </a:xfrm>
            <a:custGeom>
              <a:avLst/>
              <a:gdLst/>
              <a:ahLst/>
              <a:cxnLst/>
              <a:rect l="l" t="t" r="r" b="b"/>
              <a:pathLst>
                <a:path w="1174" h="860" extrusionOk="0">
                  <a:moveTo>
                    <a:pt x="405" y="0"/>
                  </a:moveTo>
                  <a:cubicBezTo>
                    <a:pt x="193" y="0"/>
                    <a:pt x="11" y="108"/>
                    <a:pt x="6" y="375"/>
                  </a:cubicBezTo>
                  <a:cubicBezTo>
                    <a:pt x="0" y="698"/>
                    <a:pt x="327" y="859"/>
                    <a:pt x="622" y="859"/>
                  </a:cubicBezTo>
                  <a:cubicBezTo>
                    <a:pt x="914" y="859"/>
                    <a:pt x="1173" y="701"/>
                    <a:pt x="1044" y="387"/>
                  </a:cubicBezTo>
                  <a:cubicBezTo>
                    <a:pt x="1044" y="375"/>
                    <a:pt x="1033" y="353"/>
                    <a:pt x="1021" y="330"/>
                  </a:cubicBezTo>
                  <a:cubicBezTo>
                    <a:pt x="914" y="134"/>
                    <a:pt x="641" y="0"/>
                    <a:pt x="405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"/>
            <p:cNvSpPr/>
            <p:nvPr/>
          </p:nvSpPr>
          <p:spPr>
            <a:xfrm>
              <a:off x="3462900" y="1336925"/>
              <a:ext cx="28875" cy="26975"/>
            </a:xfrm>
            <a:custGeom>
              <a:avLst/>
              <a:gdLst/>
              <a:ahLst/>
              <a:cxnLst/>
              <a:rect l="l" t="t" r="r" b="b"/>
              <a:pathLst>
                <a:path w="1155" h="1079" extrusionOk="0">
                  <a:moveTo>
                    <a:pt x="694" y="1"/>
                  </a:moveTo>
                  <a:cubicBezTo>
                    <a:pt x="645" y="1"/>
                    <a:pt x="589" y="13"/>
                    <a:pt x="529" y="40"/>
                  </a:cubicBezTo>
                  <a:cubicBezTo>
                    <a:pt x="507" y="52"/>
                    <a:pt x="495" y="63"/>
                    <a:pt x="473" y="74"/>
                  </a:cubicBezTo>
                  <a:cubicBezTo>
                    <a:pt x="114" y="287"/>
                    <a:pt x="0" y="1079"/>
                    <a:pt x="551" y="1079"/>
                  </a:cubicBezTo>
                  <a:cubicBezTo>
                    <a:pt x="555" y="1079"/>
                    <a:pt x="559" y="1079"/>
                    <a:pt x="563" y="1079"/>
                  </a:cubicBezTo>
                  <a:cubicBezTo>
                    <a:pt x="1144" y="1068"/>
                    <a:pt x="1154" y="1"/>
                    <a:pt x="694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"/>
            <p:cNvSpPr/>
            <p:nvPr/>
          </p:nvSpPr>
          <p:spPr>
            <a:xfrm>
              <a:off x="3440325" y="1090250"/>
              <a:ext cx="29750" cy="21375"/>
            </a:xfrm>
            <a:custGeom>
              <a:avLst/>
              <a:gdLst/>
              <a:ahLst/>
              <a:cxnLst/>
              <a:rect l="l" t="t" r="r" b="b"/>
              <a:pathLst>
                <a:path w="1190" h="855" extrusionOk="0">
                  <a:moveTo>
                    <a:pt x="582" y="1"/>
                  </a:moveTo>
                  <a:cubicBezTo>
                    <a:pt x="278" y="1"/>
                    <a:pt x="0" y="171"/>
                    <a:pt x="146" y="496"/>
                  </a:cubicBezTo>
                  <a:cubicBezTo>
                    <a:pt x="157" y="508"/>
                    <a:pt x="168" y="530"/>
                    <a:pt x="180" y="553"/>
                  </a:cubicBezTo>
                  <a:cubicBezTo>
                    <a:pt x="288" y="736"/>
                    <a:pt x="547" y="855"/>
                    <a:pt x="775" y="855"/>
                  </a:cubicBezTo>
                  <a:cubicBezTo>
                    <a:pt x="997" y="855"/>
                    <a:pt x="1189" y="741"/>
                    <a:pt x="1184" y="463"/>
                  </a:cubicBezTo>
                  <a:cubicBezTo>
                    <a:pt x="1178" y="151"/>
                    <a:pt x="868" y="1"/>
                    <a:pt x="58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"/>
            <p:cNvSpPr/>
            <p:nvPr/>
          </p:nvSpPr>
          <p:spPr>
            <a:xfrm>
              <a:off x="3471600" y="1514825"/>
              <a:ext cx="28650" cy="23850"/>
            </a:xfrm>
            <a:custGeom>
              <a:avLst/>
              <a:gdLst/>
              <a:ahLst/>
              <a:cxnLst/>
              <a:rect l="l" t="t" r="r" b="b"/>
              <a:pathLst>
                <a:path w="1146" h="954" extrusionOk="0">
                  <a:moveTo>
                    <a:pt x="477" y="0"/>
                  </a:moveTo>
                  <a:cubicBezTo>
                    <a:pt x="333" y="0"/>
                    <a:pt x="203" y="74"/>
                    <a:pt x="136" y="259"/>
                  </a:cubicBezTo>
                  <a:cubicBezTo>
                    <a:pt x="0" y="645"/>
                    <a:pt x="453" y="954"/>
                    <a:pt x="791" y="954"/>
                  </a:cubicBezTo>
                  <a:cubicBezTo>
                    <a:pt x="988" y="954"/>
                    <a:pt x="1146" y="850"/>
                    <a:pt x="1129" y="598"/>
                  </a:cubicBezTo>
                  <a:cubicBezTo>
                    <a:pt x="1129" y="575"/>
                    <a:pt x="1118" y="553"/>
                    <a:pt x="1118" y="530"/>
                  </a:cubicBezTo>
                  <a:cubicBezTo>
                    <a:pt x="1066" y="258"/>
                    <a:pt x="747" y="0"/>
                    <a:pt x="477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"/>
            <p:cNvSpPr/>
            <p:nvPr/>
          </p:nvSpPr>
          <p:spPr>
            <a:xfrm>
              <a:off x="3588600" y="1134300"/>
              <a:ext cx="30325" cy="27450"/>
            </a:xfrm>
            <a:custGeom>
              <a:avLst/>
              <a:gdLst/>
              <a:ahLst/>
              <a:cxnLst/>
              <a:rect l="l" t="t" r="r" b="b"/>
              <a:pathLst>
                <a:path w="1213" h="1098" extrusionOk="0">
                  <a:moveTo>
                    <a:pt x="656" y="0"/>
                  </a:moveTo>
                  <a:cubicBezTo>
                    <a:pt x="586" y="0"/>
                    <a:pt x="511" y="24"/>
                    <a:pt x="432" y="77"/>
                  </a:cubicBezTo>
                  <a:cubicBezTo>
                    <a:pt x="1" y="365"/>
                    <a:pt x="400" y="1097"/>
                    <a:pt x="763" y="1097"/>
                  </a:cubicBezTo>
                  <a:cubicBezTo>
                    <a:pt x="856" y="1097"/>
                    <a:pt x="946" y="1049"/>
                    <a:pt x="1019" y="935"/>
                  </a:cubicBezTo>
                  <a:cubicBezTo>
                    <a:pt x="1030" y="912"/>
                    <a:pt x="1042" y="890"/>
                    <a:pt x="1053" y="867"/>
                  </a:cubicBezTo>
                  <a:cubicBezTo>
                    <a:pt x="1212" y="558"/>
                    <a:pt x="998" y="0"/>
                    <a:pt x="65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"/>
            <p:cNvSpPr/>
            <p:nvPr/>
          </p:nvSpPr>
          <p:spPr>
            <a:xfrm>
              <a:off x="3548850" y="1170975"/>
              <a:ext cx="29450" cy="27775"/>
            </a:xfrm>
            <a:custGeom>
              <a:avLst/>
              <a:gdLst/>
              <a:ahLst/>
              <a:cxnLst/>
              <a:rect l="l" t="t" r="r" b="b"/>
              <a:pathLst>
                <a:path w="1178" h="1111" extrusionOk="0">
                  <a:moveTo>
                    <a:pt x="668" y="0"/>
                  </a:moveTo>
                  <a:cubicBezTo>
                    <a:pt x="613" y="0"/>
                    <a:pt x="553" y="14"/>
                    <a:pt x="488" y="43"/>
                  </a:cubicBezTo>
                  <a:cubicBezTo>
                    <a:pt x="0" y="250"/>
                    <a:pt x="292" y="1111"/>
                    <a:pt x="670" y="1111"/>
                  </a:cubicBezTo>
                  <a:cubicBezTo>
                    <a:pt x="747" y="1111"/>
                    <a:pt x="827" y="1075"/>
                    <a:pt x="905" y="991"/>
                  </a:cubicBezTo>
                  <a:cubicBezTo>
                    <a:pt x="916" y="980"/>
                    <a:pt x="939" y="957"/>
                    <a:pt x="950" y="935"/>
                  </a:cubicBezTo>
                  <a:cubicBezTo>
                    <a:pt x="1177" y="649"/>
                    <a:pt x="1050" y="0"/>
                    <a:pt x="66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"/>
            <p:cNvSpPr/>
            <p:nvPr/>
          </p:nvSpPr>
          <p:spPr>
            <a:xfrm>
              <a:off x="3513350" y="1516675"/>
              <a:ext cx="36875" cy="20900"/>
            </a:xfrm>
            <a:custGeom>
              <a:avLst/>
              <a:gdLst/>
              <a:ahLst/>
              <a:cxnLst/>
              <a:rect l="l" t="t" r="r" b="b"/>
              <a:pathLst>
                <a:path w="1475" h="836" extrusionOk="0">
                  <a:moveTo>
                    <a:pt x="712" y="1"/>
                  </a:moveTo>
                  <a:cubicBezTo>
                    <a:pt x="366" y="1"/>
                    <a:pt x="0" y="221"/>
                    <a:pt x="181" y="591"/>
                  </a:cubicBezTo>
                  <a:cubicBezTo>
                    <a:pt x="262" y="766"/>
                    <a:pt x="423" y="836"/>
                    <a:pt x="595" y="836"/>
                  </a:cubicBezTo>
                  <a:cubicBezTo>
                    <a:pt x="1002" y="836"/>
                    <a:pt x="1474" y="449"/>
                    <a:pt x="1118" y="140"/>
                  </a:cubicBezTo>
                  <a:cubicBezTo>
                    <a:pt x="1095" y="129"/>
                    <a:pt x="1073" y="106"/>
                    <a:pt x="1061" y="95"/>
                  </a:cubicBezTo>
                  <a:cubicBezTo>
                    <a:pt x="967" y="31"/>
                    <a:pt x="841" y="1"/>
                    <a:pt x="71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"/>
            <p:cNvSpPr/>
            <p:nvPr/>
          </p:nvSpPr>
          <p:spPr>
            <a:xfrm>
              <a:off x="3720700" y="1300025"/>
              <a:ext cx="31075" cy="26675"/>
            </a:xfrm>
            <a:custGeom>
              <a:avLst/>
              <a:gdLst/>
              <a:ahLst/>
              <a:cxnLst/>
              <a:rect l="l" t="t" r="r" b="b"/>
              <a:pathLst>
                <a:path w="1243" h="1067" extrusionOk="0">
                  <a:moveTo>
                    <a:pt x="761" y="1"/>
                  </a:moveTo>
                  <a:cubicBezTo>
                    <a:pt x="719" y="1"/>
                    <a:pt x="672" y="9"/>
                    <a:pt x="621" y="27"/>
                  </a:cubicBezTo>
                  <a:cubicBezTo>
                    <a:pt x="599" y="38"/>
                    <a:pt x="576" y="49"/>
                    <a:pt x="553" y="61"/>
                  </a:cubicBezTo>
                  <a:cubicBezTo>
                    <a:pt x="181" y="241"/>
                    <a:pt x="1" y="1031"/>
                    <a:pt x="565" y="1065"/>
                  </a:cubicBezTo>
                  <a:cubicBezTo>
                    <a:pt x="576" y="1066"/>
                    <a:pt x="586" y="1066"/>
                    <a:pt x="597" y="1066"/>
                  </a:cubicBezTo>
                  <a:cubicBezTo>
                    <a:pt x="1160" y="1066"/>
                    <a:pt x="1243" y="1"/>
                    <a:pt x="76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"/>
            <p:cNvSpPr/>
            <p:nvPr/>
          </p:nvSpPr>
          <p:spPr>
            <a:xfrm>
              <a:off x="3562875" y="1479425"/>
              <a:ext cx="29350" cy="21650"/>
            </a:xfrm>
            <a:custGeom>
              <a:avLst/>
              <a:gdLst/>
              <a:ahLst/>
              <a:cxnLst/>
              <a:rect l="l" t="t" r="r" b="b"/>
              <a:pathLst>
                <a:path w="1174" h="866" extrusionOk="0">
                  <a:moveTo>
                    <a:pt x="552" y="1"/>
                  </a:moveTo>
                  <a:cubicBezTo>
                    <a:pt x="260" y="1"/>
                    <a:pt x="1" y="159"/>
                    <a:pt x="130" y="468"/>
                  </a:cubicBezTo>
                  <a:cubicBezTo>
                    <a:pt x="130" y="490"/>
                    <a:pt x="141" y="513"/>
                    <a:pt x="152" y="535"/>
                  </a:cubicBezTo>
                  <a:cubicBezTo>
                    <a:pt x="259" y="732"/>
                    <a:pt x="532" y="865"/>
                    <a:pt x="768" y="865"/>
                  </a:cubicBezTo>
                  <a:cubicBezTo>
                    <a:pt x="980" y="865"/>
                    <a:pt x="1163" y="757"/>
                    <a:pt x="1168" y="490"/>
                  </a:cubicBezTo>
                  <a:cubicBezTo>
                    <a:pt x="1174" y="162"/>
                    <a:pt x="846" y="1"/>
                    <a:pt x="55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"/>
            <p:cNvSpPr/>
            <p:nvPr/>
          </p:nvSpPr>
          <p:spPr>
            <a:xfrm>
              <a:off x="3452875" y="1476725"/>
              <a:ext cx="30025" cy="26825"/>
            </a:xfrm>
            <a:custGeom>
              <a:avLst/>
              <a:gdLst/>
              <a:ahLst/>
              <a:cxnLst/>
              <a:rect l="l" t="t" r="r" b="b"/>
              <a:pathLst>
                <a:path w="1201" h="1073" extrusionOk="0">
                  <a:moveTo>
                    <a:pt x="629" y="0"/>
                  </a:moveTo>
                  <a:cubicBezTo>
                    <a:pt x="51" y="0"/>
                    <a:pt x="1" y="1072"/>
                    <a:pt x="461" y="1072"/>
                  </a:cubicBezTo>
                  <a:cubicBezTo>
                    <a:pt x="507" y="1072"/>
                    <a:pt x="558" y="1062"/>
                    <a:pt x="614" y="1038"/>
                  </a:cubicBezTo>
                  <a:cubicBezTo>
                    <a:pt x="637" y="1038"/>
                    <a:pt x="659" y="1027"/>
                    <a:pt x="682" y="1016"/>
                  </a:cubicBezTo>
                  <a:cubicBezTo>
                    <a:pt x="1043" y="813"/>
                    <a:pt x="1201" y="12"/>
                    <a:pt x="637" y="0"/>
                  </a:cubicBezTo>
                  <a:cubicBezTo>
                    <a:pt x="634" y="0"/>
                    <a:pt x="631" y="0"/>
                    <a:pt x="629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"/>
            <p:cNvSpPr/>
            <p:nvPr/>
          </p:nvSpPr>
          <p:spPr>
            <a:xfrm>
              <a:off x="3488400" y="1337700"/>
              <a:ext cx="29875" cy="21300"/>
            </a:xfrm>
            <a:custGeom>
              <a:avLst/>
              <a:gdLst/>
              <a:ahLst/>
              <a:cxnLst/>
              <a:rect l="l" t="t" r="r" b="b"/>
              <a:pathLst>
                <a:path w="1195" h="852" extrusionOk="0">
                  <a:moveTo>
                    <a:pt x="420" y="1"/>
                  </a:moveTo>
                  <a:cubicBezTo>
                    <a:pt x="195" y="1"/>
                    <a:pt x="0" y="114"/>
                    <a:pt x="6" y="393"/>
                  </a:cubicBezTo>
                  <a:cubicBezTo>
                    <a:pt x="11" y="705"/>
                    <a:pt x="321" y="852"/>
                    <a:pt x="608" y="852"/>
                  </a:cubicBezTo>
                  <a:cubicBezTo>
                    <a:pt x="914" y="852"/>
                    <a:pt x="1195" y="685"/>
                    <a:pt x="1055" y="371"/>
                  </a:cubicBezTo>
                  <a:cubicBezTo>
                    <a:pt x="1044" y="348"/>
                    <a:pt x="1033" y="325"/>
                    <a:pt x="1021" y="303"/>
                  </a:cubicBezTo>
                  <a:cubicBezTo>
                    <a:pt x="913" y="120"/>
                    <a:pt x="651" y="1"/>
                    <a:pt x="42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"/>
            <p:cNvSpPr/>
            <p:nvPr/>
          </p:nvSpPr>
          <p:spPr>
            <a:xfrm>
              <a:off x="3359475" y="927925"/>
              <a:ext cx="29725" cy="21300"/>
            </a:xfrm>
            <a:custGeom>
              <a:avLst/>
              <a:gdLst/>
              <a:ahLst/>
              <a:cxnLst/>
              <a:rect l="l" t="t" r="r" b="b"/>
              <a:pathLst>
                <a:path w="1189" h="852" extrusionOk="0">
                  <a:moveTo>
                    <a:pt x="411" y="0"/>
                  </a:moveTo>
                  <a:cubicBezTo>
                    <a:pt x="190" y="0"/>
                    <a:pt x="0" y="111"/>
                    <a:pt x="6" y="388"/>
                  </a:cubicBezTo>
                  <a:cubicBezTo>
                    <a:pt x="11" y="701"/>
                    <a:pt x="324" y="851"/>
                    <a:pt x="611" y="851"/>
                  </a:cubicBezTo>
                  <a:cubicBezTo>
                    <a:pt x="914" y="851"/>
                    <a:pt x="1189" y="684"/>
                    <a:pt x="1044" y="366"/>
                  </a:cubicBezTo>
                  <a:cubicBezTo>
                    <a:pt x="1033" y="343"/>
                    <a:pt x="1021" y="320"/>
                    <a:pt x="1010" y="298"/>
                  </a:cubicBezTo>
                  <a:cubicBezTo>
                    <a:pt x="901" y="120"/>
                    <a:pt x="640" y="0"/>
                    <a:pt x="411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"/>
            <p:cNvSpPr/>
            <p:nvPr/>
          </p:nvSpPr>
          <p:spPr>
            <a:xfrm>
              <a:off x="3570225" y="1241725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629" y="0"/>
                  </a:moveTo>
                  <a:cubicBezTo>
                    <a:pt x="49" y="0"/>
                    <a:pt x="1" y="1081"/>
                    <a:pt x="476" y="1081"/>
                  </a:cubicBezTo>
                  <a:cubicBezTo>
                    <a:pt x="521" y="1081"/>
                    <a:pt x="571" y="1071"/>
                    <a:pt x="626" y="1050"/>
                  </a:cubicBezTo>
                  <a:lnTo>
                    <a:pt x="682" y="1016"/>
                  </a:lnTo>
                  <a:cubicBezTo>
                    <a:pt x="1055" y="813"/>
                    <a:pt x="1201" y="23"/>
                    <a:pt x="637" y="1"/>
                  </a:cubicBezTo>
                  <a:cubicBezTo>
                    <a:pt x="634" y="0"/>
                    <a:pt x="631" y="0"/>
                    <a:pt x="629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"/>
            <p:cNvSpPr/>
            <p:nvPr/>
          </p:nvSpPr>
          <p:spPr>
            <a:xfrm>
              <a:off x="3690925" y="1166475"/>
              <a:ext cx="28875" cy="27700"/>
            </a:xfrm>
            <a:custGeom>
              <a:avLst/>
              <a:gdLst/>
              <a:ahLst/>
              <a:cxnLst/>
              <a:rect l="l" t="t" r="r" b="b"/>
              <a:pathLst>
                <a:path w="1155" h="1108" extrusionOk="0">
                  <a:moveTo>
                    <a:pt x="525" y="0"/>
                  </a:moveTo>
                  <a:cubicBezTo>
                    <a:pt x="454" y="0"/>
                    <a:pt x="378" y="30"/>
                    <a:pt x="300" y="99"/>
                  </a:cubicBezTo>
                  <a:cubicBezTo>
                    <a:pt x="289" y="122"/>
                    <a:pt x="266" y="133"/>
                    <a:pt x="255" y="156"/>
                  </a:cubicBezTo>
                  <a:cubicBezTo>
                    <a:pt x="1" y="430"/>
                    <a:pt x="85" y="1107"/>
                    <a:pt x="492" y="1107"/>
                  </a:cubicBezTo>
                  <a:cubicBezTo>
                    <a:pt x="537" y="1107"/>
                    <a:pt x="586" y="1099"/>
                    <a:pt x="639" y="1081"/>
                  </a:cubicBezTo>
                  <a:cubicBezTo>
                    <a:pt x="1155" y="909"/>
                    <a:pt x="918" y="0"/>
                    <a:pt x="525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"/>
            <p:cNvSpPr/>
            <p:nvPr/>
          </p:nvSpPr>
          <p:spPr>
            <a:xfrm>
              <a:off x="3558925" y="1400900"/>
              <a:ext cx="29750" cy="21400"/>
            </a:xfrm>
            <a:custGeom>
              <a:avLst/>
              <a:gdLst/>
              <a:ahLst/>
              <a:cxnLst/>
              <a:rect l="l" t="t" r="r" b="b"/>
              <a:pathLst>
                <a:path w="1190" h="856" extrusionOk="0">
                  <a:moveTo>
                    <a:pt x="415" y="1"/>
                  </a:moveTo>
                  <a:cubicBezTo>
                    <a:pt x="193" y="1"/>
                    <a:pt x="0" y="114"/>
                    <a:pt x="6" y="393"/>
                  </a:cubicBezTo>
                  <a:cubicBezTo>
                    <a:pt x="11" y="708"/>
                    <a:pt x="318" y="856"/>
                    <a:pt x="603" y="856"/>
                  </a:cubicBezTo>
                  <a:cubicBezTo>
                    <a:pt x="909" y="856"/>
                    <a:pt x="1190" y="686"/>
                    <a:pt x="1044" y="370"/>
                  </a:cubicBezTo>
                  <a:cubicBezTo>
                    <a:pt x="1033" y="348"/>
                    <a:pt x="1021" y="325"/>
                    <a:pt x="1010" y="302"/>
                  </a:cubicBezTo>
                  <a:cubicBezTo>
                    <a:pt x="901" y="120"/>
                    <a:pt x="643" y="1"/>
                    <a:pt x="415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"/>
            <p:cNvSpPr/>
            <p:nvPr/>
          </p:nvSpPr>
          <p:spPr>
            <a:xfrm>
              <a:off x="3561575" y="1448400"/>
              <a:ext cx="37075" cy="20925"/>
            </a:xfrm>
            <a:custGeom>
              <a:avLst/>
              <a:gdLst/>
              <a:ahLst/>
              <a:cxnLst/>
              <a:rect l="l" t="t" r="r" b="b"/>
              <a:pathLst>
                <a:path w="1483" h="837" extrusionOk="0">
                  <a:moveTo>
                    <a:pt x="718" y="1"/>
                  </a:moveTo>
                  <a:cubicBezTo>
                    <a:pt x="372" y="1"/>
                    <a:pt x="1" y="221"/>
                    <a:pt x="182" y="592"/>
                  </a:cubicBezTo>
                  <a:cubicBezTo>
                    <a:pt x="266" y="766"/>
                    <a:pt x="429" y="836"/>
                    <a:pt x="603" y="836"/>
                  </a:cubicBezTo>
                  <a:cubicBezTo>
                    <a:pt x="1013" y="836"/>
                    <a:pt x="1483" y="449"/>
                    <a:pt x="1118" y="140"/>
                  </a:cubicBezTo>
                  <a:cubicBezTo>
                    <a:pt x="1107" y="118"/>
                    <a:pt x="1085" y="106"/>
                    <a:pt x="1062" y="95"/>
                  </a:cubicBezTo>
                  <a:cubicBezTo>
                    <a:pt x="970" y="31"/>
                    <a:pt x="846" y="1"/>
                    <a:pt x="71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"/>
            <p:cNvSpPr/>
            <p:nvPr/>
          </p:nvSpPr>
          <p:spPr>
            <a:xfrm>
              <a:off x="3437725" y="1343175"/>
              <a:ext cx="29275" cy="21775"/>
            </a:xfrm>
            <a:custGeom>
              <a:avLst/>
              <a:gdLst/>
              <a:ahLst/>
              <a:cxnLst/>
              <a:rect l="l" t="t" r="r" b="b"/>
              <a:pathLst>
                <a:path w="1171" h="871" extrusionOk="0">
                  <a:moveTo>
                    <a:pt x="412" y="1"/>
                  </a:moveTo>
                  <a:cubicBezTo>
                    <a:pt x="212" y="1"/>
                    <a:pt x="39" y="103"/>
                    <a:pt x="24" y="355"/>
                  </a:cubicBezTo>
                  <a:cubicBezTo>
                    <a:pt x="1" y="695"/>
                    <a:pt x="343" y="870"/>
                    <a:pt x="645" y="870"/>
                  </a:cubicBezTo>
                  <a:cubicBezTo>
                    <a:pt x="925" y="870"/>
                    <a:pt x="1171" y="720"/>
                    <a:pt x="1062" y="411"/>
                  </a:cubicBezTo>
                  <a:cubicBezTo>
                    <a:pt x="1051" y="400"/>
                    <a:pt x="1040" y="377"/>
                    <a:pt x="1028" y="355"/>
                  </a:cubicBezTo>
                  <a:cubicBezTo>
                    <a:pt x="930" y="146"/>
                    <a:pt x="651" y="1"/>
                    <a:pt x="41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"/>
            <p:cNvSpPr/>
            <p:nvPr/>
          </p:nvSpPr>
          <p:spPr>
            <a:xfrm>
              <a:off x="3373300" y="1326525"/>
              <a:ext cx="28375" cy="23925"/>
            </a:xfrm>
            <a:custGeom>
              <a:avLst/>
              <a:gdLst/>
              <a:ahLst/>
              <a:cxnLst/>
              <a:rect l="l" t="t" r="r" b="b"/>
              <a:pathLst>
                <a:path w="1135" h="957" extrusionOk="0">
                  <a:moveTo>
                    <a:pt x="488" y="1"/>
                  </a:moveTo>
                  <a:cubicBezTo>
                    <a:pt x="348" y="1"/>
                    <a:pt x="222" y="73"/>
                    <a:pt x="152" y="253"/>
                  </a:cubicBezTo>
                  <a:cubicBezTo>
                    <a:pt x="0" y="637"/>
                    <a:pt x="457" y="956"/>
                    <a:pt x="795" y="956"/>
                  </a:cubicBezTo>
                  <a:cubicBezTo>
                    <a:pt x="984" y="956"/>
                    <a:pt x="1135" y="857"/>
                    <a:pt x="1123" y="614"/>
                  </a:cubicBezTo>
                  <a:cubicBezTo>
                    <a:pt x="1123" y="592"/>
                    <a:pt x="1123" y="569"/>
                    <a:pt x="1123" y="547"/>
                  </a:cubicBezTo>
                  <a:cubicBezTo>
                    <a:pt x="1078" y="271"/>
                    <a:pt x="759" y="1"/>
                    <a:pt x="48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"/>
            <p:cNvSpPr/>
            <p:nvPr/>
          </p:nvSpPr>
          <p:spPr>
            <a:xfrm>
              <a:off x="3339475" y="1277825"/>
              <a:ext cx="30025" cy="27050"/>
            </a:xfrm>
            <a:custGeom>
              <a:avLst/>
              <a:gdLst/>
              <a:ahLst/>
              <a:cxnLst/>
              <a:rect l="l" t="t" r="r" b="b"/>
              <a:pathLst>
                <a:path w="1201" h="1082" extrusionOk="0">
                  <a:moveTo>
                    <a:pt x="628" y="1"/>
                  </a:moveTo>
                  <a:cubicBezTo>
                    <a:pt x="49" y="1"/>
                    <a:pt x="0" y="1082"/>
                    <a:pt x="467" y="1082"/>
                  </a:cubicBezTo>
                  <a:cubicBezTo>
                    <a:pt x="511" y="1082"/>
                    <a:pt x="560" y="1072"/>
                    <a:pt x="614" y="1050"/>
                  </a:cubicBezTo>
                  <a:cubicBezTo>
                    <a:pt x="637" y="1039"/>
                    <a:pt x="659" y="1028"/>
                    <a:pt x="682" y="1016"/>
                  </a:cubicBezTo>
                  <a:cubicBezTo>
                    <a:pt x="1054" y="813"/>
                    <a:pt x="1201" y="23"/>
                    <a:pt x="637" y="1"/>
                  </a:cubicBezTo>
                  <a:cubicBezTo>
                    <a:pt x="634" y="1"/>
                    <a:pt x="631" y="1"/>
                    <a:pt x="62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"/>
            <p:cNvSpPr/>
            <p:nvPr/>
          </p:nvSpPr>
          <p:spPr>
            <a:xfrm>
              <a:off x="3391350" y="1274425"/>
              <a:ext cx="28375" cy="23850"/>
            </a:xfrm>
            <a:custGeom>
              <a:avLst/>
              <a:gdLst/>
              <a:ahLst/>
              <a:cxnLst/>
              <a:rect l="l" t="t" r="r" b="b"/>
              <a:pathLst>
                <a:path w="1135" h="954" extrusionOk="0">
                  <a:moveTo>
                    <a:pt x="352" y="0"/>
                  </a:moveTo>
                  <a:cubicBezTo>
                    <a:pt x="158" y="0"/>
                    <a:pt x="1" y="103"/>
                    <a:pt x="17" y="351"/>
                  </a:cubicBezTo>
                  <a:cubicBezTo>
                    <a:pt x="17" y="374"/>
                    <a:pt x="17" y="396"/>
                    <a:pt x="28" y="419"/>
                  </a:cubicBezTo>
                  <a:cubicBezTo>
                    <a:pt x="73" y="691"/>
                    <a:pt x="395" y="954"/>
                    <a:pt x="664" y="954"/>
                  </a:cubicBezTo>
                  <a:cubicBezTo>
                    <a:pt x="807" y="954"/>
                    <a:pt x="936" y="879"/>
                    <a:pt x="999" y="690"/>
                  </a:cubicBezTo>
                  <a:cubicBezTo>
                    <a:pt x="1135" y="304"/>
                    <a:pt x="687" y="0"/>
                    <a:pt x="35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"/>
            <p:cNvSpPr/>
            <p:nvPr/>
          </p:nvSpPr>
          <p:spPr>
            <a:xfrm>
              <a:off x="3665650" y="1404950"/>
              <a:ext cx="30325" cy="27450"/>
            </a:xfrm>
            <a:custGeom>
              <a:avLst/>
              <a:gdLst/>
              <a:ahLst/>
              <a:cxnLst/>
              <a:rect l="l" t="t" r="r" b="b"/>
              <a:pathLst>
                <a:path w="1213" h="1098" extrusionOk="0">
                  <a:moveTo>
                    <a:pt x="450" y="1"/>
                  </a:moveTo>
                  <a:cubicBezTo>
                    <a:pt x="357" y="1"/>
                    <a:pt x="267" y="48"/>
                    <a:pt x="194" y="163"/>
                  </a:cubicBezTo>
                  <a:cubicBezTo>
                    <a:pt x="183" y="186"/>
                    <a:pt x="171" y="208"/>
                    <a:pt x="160" y="231"/>
                  </a:cubicBezTo>
                  <a:cubicBezTo>
                    <a:pt x="1" y="540"/>
                    <a:pt x="215" y="1098"/>
                    <a:pt x="557" y="1098"/>
                  </a:cubicBezTo>
                  <a:cubicBezTo>
                    <a:pt x="627" y="1098"/>
                    <a:pt x="702" y="1074"/>
                    <a:pt x="781" y="1021"/>
                  </a:cubicBezTo>
                  <a:cubicBezTo>
                    <a:pt x="1212" y="733"/>
                    <a:pt x="813" y="1"/>
                    <a:pt x="450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"/>
            <p:cNvSpPr/>
            <p:nvPr/>
          </p:nvSpPr>
          <p:spPr>
            <a:xfrm>
              <a:off x="3541250" y="1437350"/>
              <a:ext cx="29450" cy="27775"/>
            </a:xfrm>
            <a:custGeom>
              <a:avLst/>
              <a:gdLst/>
              <a:ahLst/>
              <a:cxnLst/>
              <a:rect l="l" t="t" r="r" b="b"/>
              <a:pathLst>
                <a:path w="1178" h="1111" extrusionOk="0">
                  <a:moveTo>
                    <a:pt x="508" y="0"/>
                  </a:moveTo>
                  <a:cubicBezTo>
                    <a:pt x="431" y="0"/>
                    <a:pt x="351" y="36"/>
                    <a:pt x="273" y="120"/>
                  </a:cubicBezTo>
                  <a:cubicBezTo>
                    <a:pt x="250" y="131"/>
                    <a:pt x="239" y="153"/>
                    <a:pt x="227" y="176"/>
                  </a:cubicBezTo>
                  <a:cubicBezTo>
                    <a:pt x="1" y="462"/>
                    <a:pt x="127" y="1111"/>
                    <a:pt x="510" y="1111"/>
                  </a:cubicBezTo>
                  <a:cubicBezTo>
                    <a:pt x="565" y="1111"/>
                    <a:pt x="625" y="1097"/>
                    <a:pt x="690" y="1067"/>
                  </a:cubicBezTo>
                  <a:cubicBezTo>
                    <a:pt x="1178" y="861"/>
                    <a:pt x="886" y="0"/>
                    <a:pt x="508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"/>
            <p:cNvSpPr/>
            <p:nvPr/>
          </p:nvSpPr>
          <p:spPr>
            <a:xfrm>
              <a:off x="3422925" y="1258700"/>
              <a:ext cx="29250" cy="21925"/>
            </a:xfrm>
            <a:custGeom>
              <a:avLst/>
              <a:gdLst/>
              <a:ahLst/>
              <a:cxnLst/>
              <a:rect l="l" t="t" r="r" b="b"/>
              <a:pathLst>
                <a:path w="1170" h="877" extrusionOk="0">
                  <a:moveTo>
                    <a:pt x="521" y="0"/>
                  </a:moveTo>
                  <a:cubicBezTo>
                    <a:pt x="243" y="0"/>
                    <a:pt x="0" y="148"/>
                    <a:pt x="108" y="450"/>
                  </a:cubicBezTo>
                  <a:cubicBezTo>
                    <a:pt x="120" y="473"/>
                    <a:pt x="131" y="495"/>
                    <a:pt x="142" y="518"/>
                  </a:cubicBezTo>
                  <a:cubicBezTo>
                    <a:pt x="241" y="727"/>
                    <a:pt x="521" y="876"/>
                    <a:pt x="761" y="876"/>
                  </a:cubicBezTo>
                  <a:cubicBezTo>
                    <a:pt x="960" y="876"/>
                    <a:pt x="1131" y="774"/>
                    <a:pt x="1146" y="518"/>
                  </a:cubicBezTo>
                  <a:cubicBezTo>
                    <a:pt x="1170" y="176"/>
                    <a:pt x="825" y="0"/>
                    <a:pt x="52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"/>
            <p:cNvSpPr/>
            <p:nvPr/>
          </p:nvSpPr>
          <p:spPr>
            <a:xfrm>
              <a:off x="3589650" y="1445125"/>
              <a:ext cx="29800" cy="27050"/>
            </a:xfrm>
            <a:custGeom>
              <a:avLst/>
              <a:gdLst/>
              <a:ahLst/>
              <a:cxnLst/>
              <a:rect l="l" t="t" r="r" b="b"/>
              <a:pathLst>
                <a:path w="1192" h="1082" extrusionOk="0">
                  <a:moveTo>
                    <a:pt x="619" y="0"/>
                  </a:moveTo>
                  <a:cubicBezTo>
                    <a:pt x="39" y="0"/>
                    <a:pt x="1" y="1081"/>
                    <a:pt x="468" y="1081"/>
                  </a:cubicBezTo>
                  <a:cubicBezTo>
                    <a:pt x="513" y="1081"/>
                    <a:pt x="562" y="1071"/>
                    <a:pt x="616" y="1050"/>
                  </a:cubicBezTo>
                  <a:cubicBezTo>
                    <a:pt x="639" y="1039"/>
                    <a:pt x="661" y="1027"/>
                    <a:pt x="684" y="1016"/>
                  </a:cubicBezTo>
                  <a:cubicBezTo>
                    <a:pt x="1045" y="813"/>
                    <a:pt x="1192" y="12"/>
                    <a:pt x="627" y="0"/>
                  </a:cubicBezTo>
                  <a:cubicBezTo>
                    <a:pt x="625" y="0"/>
                    <a:pt x="622" y="0"/>
                    <a:pt x="619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"/>
            <p:cNvSpPr/>
            <p:nvPr/>
          </p:nvSpPr>
          <p:spPr>
            <a:xfrm>
              <a:off x="3523275" y="1464725"/>
              <a:ext cx="28850" cy="26975"/>
            </a:xfrm>
            <a:custGeom>
              <a:avLst/>
              <a:gdLst/>
              <a:ahLst/>
              <a:cxnLst/>
              <a:rect l="l" t="t" r="r" b="b"/>
              <a:pathLst>
                <a:path w="1154" h="1079" extrusionOk="0">
                  <a:moveTo>
                    <a:pt x="702" y="0"/>
                  </a:moveTo>
                  <a:cubicBezTo>
                    <a:pt x="654" y="0"/>
                    <a:pt x="600" y="13"/>
                    <a:pt x="540" y="40"/>
                  </a:cubicBezTo>
                  <a:cubicBezTo>
                    <a:pt x="518" y="51"/>
                    <a:pt x="495" y="63"/>
                    <a:pt x="473" y="74"/>
                  </a:cubicBezTo>
                  <a:cubicBezTo>
                    <a:pt x="114" y="287"/>
                    <a:pt x="0" y="1078"/>
                    <a:pt x="551" y="1078"/>
                  </a:cubicBezTo>
                  <a:cubicBezTo>
                    <a:pt x="555" y="1078"/>
                    <a:pt x="559" y="1078"/>
                    <a:pt x="563" y="1078"/>
                  </a:cubicBezTo>
                  <a:cubicBezTo>
                    <a:pt x="1143" y="1068"/>
                    <a:pt x="1154" y="0"/>
                    <a:pt x="702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"/>
            <p:cNvSpPr/>
            <p:nvPr/>
          </p:nvSpPr>
          <p:spPr>
            <a:xfrm>
              <a:off x="3608700" y="1074500"/>
              <a:ext cx="30325" cy="27050"/>
            </a:xfrm>
            <a:custGeom>
              <a:avLst/>
              <a:gdLst/>
              <a:ahLst/>
              <a:cxnLst/>
              <a:rect l="l" t="t" r="r" b="b"/>
              <a:pathLst>
                <a:path w="1213" h="1082" extrusionOk="0">
                  <a:moveTo>
                    <a:pt x="738" y="1"/>
                  </a:moveTo>
                  <a:cubicBezTo>
                    <a:pt x="692" y="1"/>
                    <a:pt x="642" y="10"/>
                    <a:pt x="588" y="32"/>
                  </a:cubicBezTo>
                  <a:cubicBezTo>
                    <a:pt x="565" y="43"/>
                    <a:pt x="542" y="54"/>
                    <a:pt x="520" y="66"/>
                  </a:cubicBezTo>
                  <a:cubicBezTo>
                    <a:pt x="159" y="269"/>
                    <a:pt x="1" y="1059"/>
                    <a:pt x="565" y="1081"/>
                  </a:cubicBezTo>
                  <a:cubicBezTo>
                    <a:pt x="568" y="1081"/>
                    <a:pt x="571" y="1081"/>
                    <a:pt x="573" y="1081"/>
                  </a:cubicBezTo>
                  <a:cubicBezTo>
                    <a:pt x="1163" y="1081"/>
                    <a:pt x="1212" y="1"/>
                    <a:pt x="73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"/>
            <p:cNvSpPr/>
            <p:nvPr/>
          </p:nvSpPr>
          <p:spPr>
            <a:xfrm>
              <a:off x="3546650" y="1214350"/>
              <a:ext cx="875" cy="1725"/>
            </a:xfrm>
            <a:custGeom>
              <a:avLst/>
              <a:gdLst/>
              <a:ahLst/>
              <a:cxnLst/>
              <a:rect l="l" t="t" r="r" b="b"/>
              <a:pathLst>
                <a:path w="35" h="69" extrusionOk="0">
                  <a:moveTo>
                    <a:pt x="0" y="1"/>
                  </a:moveTo>
                  <a:cubicBezTo>
                    <a:pt x="11" y="24"/>
                    <a:pt x="23" y="46"/>
                    <a:pt x="34" y="69"/>
                  </a:cubicBezTo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"/>
            <p:cNvSpPr/>
            <p:nvPr/>
          </p:nvSpPr>
          <p:spPr>
            <a:xfrm>
              <a:off x="3305875" y="966200"/>
              <a:ext cx="29650" cy="21475"/>
            </a:xfrm>
            <a:custGeom>
              <a:avLst/>
              <a:gdLst/>
              <a:ahLst/>
              <a:cxnLst/>
              <a:rect l="l" t="t" r="r" b="b"/>
              <a:pathLst>
                <a:path w="1186" h="859" extrusionOk="0">
                  <a:moveTo>
                    <a:pt x="413" y="1"/>
                  </a:moveTo>
                  <a:cubicBezTo>
                    <a:pt x="198" y="1"/>
                    <a:pt x="11" y="110"/>
                    <a:pt x="6" y="381"/>
                  </a:cubicBezTo>
                  <a:cubicBezTo>
                    <a:pt x="0" y="701"/>
                    <a:pt x="324" y="859"/>
                    <a:pt x="620" y="859"/>
                  </a:cubicBezTo>
                  <a:cubicBezTo>
                    <a:pt x="917" y="859"/>
                    <a:pt x="1186" y="698"/>
                    <a:pt x="1055" y="381"/>
                  </a:cubicBezTo>
                  <a:cubicBezTo>
                    <a:pt x="1044" y="358"/>
                    <a:pt x="1033" y="347"/>
                    <a:pt x="1021" y="324"/>
                  </a:cubicBezTo>
                  <a:cubicBezTo>
                    <a:pt x="916" y="130"/>
                    <a:pt x="647" y="1"/>
                    <a:pt x="41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"/>
            <p:cNvSpPr/>
            <p:nvPr/>
          </p:nvSpPr>
          <p:spPr>
            <a:xfrm>
              <a:off x="3585500" y="1380700"/>
              <a:ext cx="31575" cy="20675"/>
            </a:xfrm>
            <a:custGeom>
              <a:avLst/>
              <a:gdLst/>
              <a:ahLst/>
              <a:cxnLst/>
              <a:rect l="l" t="t" r="r" b="b"/>
              <a:pathLst>
                <a:path w="1263" h="827" extrusionOk="0">
                  <a:moveTo>
                    <a:pt x="481" y="0"/>
                  </a:moveTo>
                  <a:cubicBezTo>
                    <a:pt x="228" y="0"/>
                    <a:pt x="0" y="130"/>
                    <a:pt x="37" y="433"/>
                  </a:cubicBezTo>
                  <a:cubicBezTo>
                    <a:pt x="72" y="708"/>
                    <a:pt x="335" y="827"/>
                    <a:pt x="594" y="827"/>
                  </a:cubicBezTo>
                  <a:cubicBezTo>
                    <a:pt x="932" y="827"/>
                    <a:pt x="1262" y="624"/>
                    <a:pt x="1064" y="298"/>
                  </a:cubicBezTo>
                  <a:cubicBezTo>
                    <a:pt x="1053" y="275"/>
                    <a:pt x="1042" y="264"/>
                    <a:pt x="1030" y="242"/>
                  </a:cubicBezTo>
                  <a:cubicBezTo>
                    <a:pt x="918" y="89"/>
                    <a:pt x="691" y="0"/>
                    <a:pt x="481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"/>
            <p:cNvSpPr/>
            <p:nvPr/>
          </p:nvSpPr>
          <p:spPr>
            <a:xfrm>
              <a:off x="3667675" y="1357900"/>
              <a:ext cx="29350" cy="21475"/>
            </a:xfrm>
            <a:custGeom>
              <a:avLst/>
              <a:gdLst/>
              <a:ahLst/>
              <a:cxnLst/>
              <a:rect l="l" t="t" r="r" b="b"/>
              <a:pathLst>
                <a:path w="1174" h="859" extrusionOk="0">
                  <a:moveTo>
                    <a:pt x="414" y="0"/>
                  </a:moveTo>
                  <a:cubicBezTo>
                    <a:pt x="205" y="0"/>
                    <a:pt x="22" y="108"/>
                    <a:pt x="11" y="375"/>
                  </a:cubicBezTo>
                  <a:cubicBezTo>
                    <a:pt x="0" y="698"/>
                    <a:pt x="325" y="859"/>
                    <a:pt x="619" y="859"/>
                  </a:cubicBezTo>
                  <a:cubicBezTo>
                    <a:pt x="911" y="859"/>
                    <a:pt x="1173" y="701"/>
                    <a:pt x="1050" y="386"/>
                  </a:cubicBezTo>
                  <a:cubicBezTo>
                    <a:pt x="1038" y="375"/>
                    <a:pt x="1027" y="352"/>
                    <a:pt x="1016" y="330"/>
                  </a:cubicBezTo>
                  <a:cubicBezTo>
                    <a:pt x="915" y="134"/>
                    <a:pt x="648" y="0"/>
                    <a:pt x="41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"/>
            <p:cNvSpPr/>
            <p:nvPr/>
          </p:nvSpPr>
          <p:spPr>
            <a:xfrm>
              <a:off x="3462575" y="1042550"/>
              <a:ext cx="875" cy="1725"/>
            </a:xfrm>
            <a:custGeom>
              <a:avLst/>
              <a:gdLst/>
              <a:ahLst/>
              <a:cxnLst/>
              <a:rect l="l" t="t" r="r" b="b"/>
              <a:pathLst>
                <a:path w="35" h="69" extrusionOk="0">
                  <a:moveTo>
                    <a:pt x="34" y="69"/>
                  </a:moveTo>
                  <a:cubicBezTo>
                    <a:pt x="23" y="46"/>
                    <a:pt x="12" y="23"/>
                    <a:pt x="1" y="1"/>
                  </a:cubicBezTo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"/>
            <p:cNvSpPr/>
            <p:nvPr/>
          </p:nvSpPr>
          <p:spPr>
            <a:xfrm>
              <a:off x="3592600" y="1250925"/>
              <a:ext cx="31275" cy="21025"/>
            </a:xfrm>
            <a:custGeom>
              <a:avLst/>
              <a:gdLst/>
              <a:ahLst/>
              <a:cxnLst/>
              <a:rect l="l" t="t" r="r" b="b"/>
              <a:pathLst>
                <a:path w="1251" h="841" extrusionOk="0">
                  <a:moveTo>
                    <a:pt x="653" y="0"/>
                  </a:moveTo>
                  <a:cubicBezTo>
                    <a:pt x="321" y="0"/>
                    <a:pt x="0" y="198"/>
                    <a:pt x="182" y="524"/>
                  </a:cubicBezTo>
                  <a:cubicBezTo>
                    <a:pt x="193" y="547"/>
                    <a:pt x="205" y="569"/>
                    <a:pt x="216" y="580"/>
                  </a:cubicBezTo>
                  <a:cubicBezTo>
                    <a:pt x="332" y="743"/>
                    <a:pt x="569" y="840"/>
                    <a:pt x="785" y="840"/>
                  </a:cubicBezTo>
                  <a:cubicBezTo>
                    <a:pt x="1032" y="840"/>
                    <a:pt x="1250" y="713"/>
                    <a:pt x="1220" y="411"/>
                  </a:cubicBezTo>
                  <a:cubicBezTo>
                    <a:pt x="1190" y="126"/>
                    <a:pt x="918" y="0"/>
                    <a:pt x="653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"/>
            <p:cNvSpPr/>
            <p:nvPr/>
          </p:nvSpPr>
          <p:spPr>
            <a:xfrm>
              <a:off x="3715300" y="1537600"/>
              <a:ext cx="37125" cy="21000"/>
            </a:xfrm>
            <a:custGeom>
              <a:avLst/>
              <a:gdLst/>
              <a:ahLst/>
              <a:cxnLst/>
              <a:rect l="l" t="t" r="r" b="b"/>
              <a:pathLst>
                <a:path w="1485" h="840" extrusionOk="0">
                  <a:moveTo>
                    <a:pt x="726" y="1"/>
                  </a:moveTo>
                  <a:cubicBezTo>
                    <a:pt x="379" y="1"/>
                    <a:pt x="0" y="227"/>
                    <a:pt x="183" y="601"/>
                  </a:cubicBezTo>
                  <a:cubicBezTo>
                    <a:pt x="266" y="771"/>
                    <a:pt x="429" y="840"/>
                    <a:pt x="602" y="840"/>
                  </a:cubicBezTo>
                  <a:cubicBezTo>
                    <a:pt x="1012" y="840"/>
                    <a:pt x="1484" y="455"/>
                    <a:pt x="1119" y="138"/>
                  </a:cubicBezTo>
                  <a:cubicBezTo>
                    <a:pt x="1108" y="127"/>
                    <a:pt x="1085" y="115"/>
                    <a:pt x="1063" y="93"/>
                  </a:cubicBezTo>
                  <a:cubicBezTo>
                    <a:pt x="973" y="30"/>
                    <a:pt x="852" y="1"/>
                    <a:pt x="72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"/>
            <p:cNvSpPr/>
            <p:nvPr/>
          </p:nvSpPr>
          <p:spPr>
            <a:xfrm>
              <a:off x="3667200" y="1209100"/>
              <a:ext cx="31300" cy="21125"/>
            </a:xfrm>
            <a:custGeom>
              <a:avLst/>
              <a:gdLst/>
              <a:ahLst/>
              <a:cxnLst/>
              <a:rect l="l" t="t" r="r" b="b"/>
              <a:pathLst>
                <a:path w="1252" h="845" extrusionOk="0">
                  <a:moveTo>
                    <a:pt x="652" y="1"/>
                  </a:moveTo>
                  <a:cubicBezTo>
                    <a:pt x="321" y="1"/>
                    <a:pt x="0" y="200"/>
                    <a:pt x="188" y="538"/>
                  </a:cubicBezTo>
                  <a:cubicBezTo>
                    <a:pt x="200" y="549"/>
                    <a:pt x="211" y="572"/>
                    <a:pt x="222" y="595"/>
                  </a:cubicBezTo>
                  <a:cubicBezTo>
                    <a:pt x="337" y="751"/>
                    <a:pt x="572" y="845"/>
                    <a:pt x="785" y="845"/>
                  </a:cubicBezTo>
                  <a:cubicBezTo>
                    <a:pt x="1033" y="845"/>
                    <a:pt x="1252" y="718"/>
                    <a:pt x="1215" y="414"/>
                  </a:cubicBezTo>
                  <a:cubicBezTo>
                    <a:pt x="1190" y="128"/>
                    <a:pt x="918" y="1"/>
                    <a:pt x="652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"/>
            <p:cNvSpPr/>
            <p:nvPr/>
          </p:nvSpPr>
          <p:spPr>
            <a:xfrm>
              <a:off x="3650575" y="1502825"/>
              <a:ext cx="37500" cy="21100"/>
            </a:xfrm>
            <a:custGeom>
              <a:avLst/>
              <a:gdLst/>
              <a:ahLst/>
              <a:cxnLst/>
              <a:rect l="l" t="t" r="r" b="b"/>
              <a:pathLst>
                <a:path w="1500" h="844" extrusionOk="0">
                  <a:moveTo>
                    <a:pt x="895" y="1"/>
                  </a:moveTo>
                  <a:cubicBezTo>
                    <a:pt x="479" y="1"/>
                    <a:pt x="1" y="410"/>
                    <a:pt x="379" y="717"/>
                  </a:cubicBezTo>
                  <a:cubicBezTo>
                    <a:pt x="402" y="728"/>
                    <a:pt x="413" y="750"/>
                    <a:pt x="436" y="762"/>
                  </a:cubicBezTo>
                  <a:cubicBezTo>
                    <a:pt x="526" y="818"/>
                    <a:pt x="640" y="844"/>
                    <a:pt x="758" y="844"/>
                  </a:cubicBezTo>
                  <a:cubicBezTo>
                    <a:pt x="1115" y="844"/>
                    <a:pt x="1500" y="605"/>
                    <a:pt x="1305" y="231"/>
                  </a:cubicBezTo>
                  <a:cubicBezTo>
                    <a:pt x="1218" y="67"/>
                    <a:pt x="1061" y="1"/>
                    <a:pt x="89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"/>
            <p:cNvSpPr/>
            <p:nvPr/>
          </p:nvSpPr>
          <p:spPr>
            <a:xfrm>
              <a:off x="3658250" y="1286725"/>
              <a:ext cx="37650" cy="25275"/>
            </a:xfrm>
            <a:custGeom>
              <a:avLst/>
              <a:gdLst/>
              <a:ahLst/>
              <a:cxnLst/>
              <a:rect l="l" t="t" r="r" b="b"/>
              <a:pathLst>
                <a:path w="1506" h="1011" extrusionOk="0">
                  <a:moveTo>
                    <a:pt x="826" y="1"/>
                  </a:moveTo>
                  <a:cubicBezTo>
                    <a:pt x="307" y="1"/>
                    <a:pt x="0" y="1011"/>
                    <a:pt x="596" y="1011"/>
                  </a:cubicBezTo>
                  <a:cubicBezTo>
                    <a:pt x="602" y="1011"/>
                    <a:pt x="608" y="1010"/>
                    <a:pt x="614" y="1010"/>
                  </a:cubicBezTo>
                  <a:cubicBezTo>
                    <a:pt x="637" y="1010"/>
                    <a:pt x="659" y="999"/>
                    <a:pt x="682" y="999"/>
                  </a:cubicBezTo>
                  <a:cubicBezTo>
                    <a:pt x="1088" y="943"/>
                    <a:pt x="1506" y="232"/>
                    <a:pt x="975" y="29"/>
                  </a:cubicBezTo>
                  <a:cubicBezTo>
                    <a:pt x="924" y="10"/>
                    <a:pt x="874" y="1"/>
                    <a:pt x="82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"/>
            <p:cNvSpPr/>
            <p:nvPr/>
          </p:nvSpPr>
          <p:spPr>
            <a:xfrm>
              <a:off x="3563875" y="913675"/>
              <a:ext cx="29350" cy="21625"/>
            </a:xfrm>
            <a:custGeom>
              <a:avLst/>
              <a:gdLst/>
              <a:ahLst/>
              <a:cxnLst/>
              <a:rect l="l" t="t" r="r" b="b"/>
              <a:pathLst>
                <a:path w="1174" h="865" extrusionOk="0">
                  <a:moveTo>
                    <a:pt x="554" y="0"/>
                  </a:moveTo>
                  <a:cubicBezTo>
                    <a:pt x="262" y="0"/>
                    <a:pt x="0" y="158"/>
                    <a:pt x="124" y="473"/>
                  </a:cubicBezTo>
                  <a:cubicBezTo>
                    <a:pt x="135" y="496"/>
                    <a:pt x="146" y="518"/>
                    <a:pt x="158" y="541"/>
                  </a:cubicBezTo>
                  <a:cubicBezTo>
                    <a:pt x="259" y="731"/>
                    <a:pt x="529" y="865"/>
                    <a:pt x="763" y="865"/>
                  </a:cubicBezTo>
                  <a:cubicBezTo>
                    <a:pt x="974" y="865"/>
                    <a:pt x="1156" y="757"/>
                    <a:pt x="1162" y="484"/>
                  </a:cubicBezTo>
                  <a:cubicBezTo>
                    <a:pt x="1173" y="161"/>
                    <a:pt x="849" y="0"/>
                    <a:pt x="55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"/>
            <p:cNvSpPr/>
            <p:nvPr/>
          </p:nvSpPr>
          <p:spPr>
            <a:xfrm>
              <a:off x="3602375" y="1512500"/>
              <a:ext cx="28550" cy="23675"/>
            </a:xfrm>
            <a:custGeom>
              <a:avLst/>
              <a:gdLst/>
              <a:ahLst/>
              <a:cxnLst/>
              <a:rect l="l" t="t" r="r" b="b"/>
              <a:pathLst>
                <a:path w="1142" h="947" extrusionOk="0">
                  <a:moveTo>
                    <a:pt x="355" y="1"/>
                  </a:moveTo>
                  <a:cubicBezTo>
                    <a:pt x="159" y="1"/>
                    <a:pt x="0" y="103"/>
                    <a:pt x="17" y="352"/>
                  </a:cubicBezTo>
                  <a:cubicBezTo>
                    <a:pt x="17" y="375"/>
                    <a:pt x="28" y="397"/>
                    <a:pt x="28" y="420"/>
                  </a:cubicBezTo>
                  <a:cubicBezTo>
                    <a:pt x="72" y="686"/>
                    <a:pt x="397" y="947"/>
                    <a:pt x="667" y="947"/>
                  </a:cubicBezTo>
                  <a:cubicBezTo>
                    <a:pt x="809" y="947"/>
                    <a:pt x="936" y="874"/>
                    <a:pt x="998" y="691"/>
                  </a:cubicBezTo>
                  <a:cubicBezTo>
                    <a:pt x="1141" y="305"/>
                    <a:pt x="692" y="1"/>
                    <a:pt x="35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"/>
            <p:cNvSpPr/>
            <p:nvPr/>
          </p:nvSpPr>
          <p:spPr>
            <a:xfrm>
              <a:off x="3527875" y="1107950"/>
              <a:ext cx="29500" cy="21600"/>
            </a:xfrm>
            <a:custGeom>
              <a:avLst/>
              <a:gdLst/>
              <a:ahLst/>
              <a:cxnLst/>
              <a:rect l="l" t="t" r="r" b="b"/>
              <a:pathLst>
                <a:path w="1180" h="864" extrusionOk="0">
                  <a:moveTo>
                    <a:pt x="406" y="0"/>
                  </a:moveTo>
                  <a:cubicBezTo>
                    <a:pt x="194" y="0"/>
                    <a:pt x="12" y="108"/>
                    <a:pt x="6" y="375"/>
                  </a:cubicBezTo>
                  <a:cubicBezTo>
                    <a:pt x="1" y="702"/>
                    <a:pt x="325" y="863"/>
                    <a:pt x="620" y="863"/>
                  </a:cubicBezTo>
                  <a:cubicBezTo>
                    <a:pt x="915" y="863"/>
                    <a:pt x="1180" y="702"/>
                    <a:pt x="1056" y="386"/>
                  </a:cubicBezTo>
                  <a:cubicBezTo>
                    <a:pt x="1045" y="375"/>
                    <a:pt x="1033" y="353"/>
                    <a:pt x="1022" y="330"/>
                  </a:cubicBezTo>
                  <a:cubicBezTo>
                    <a:pt x="915" y="134"/>
                    <a:pt x="642" y="0"/>
                    <a:pt x="40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"/>
            <p:cNvSpPr/>
            <p:nvPr/>
          </p:nvSpPr>
          <p:spPr>
            <a:xfrm>
              <a:off x="3471875" y="1301875"/>
              <a:ext cx="30275" cy="26775"/>
            </a:xfrm>
            <a:custGeom>
              <a:avLst/>
              <a:gdLst/>
              <a:ahLst/>
              <a:cxnLst/>
              <a:rect l="l" t="t" r="r" b="b"/>
              <a:pathLst>
                <a:path w="1211" h="1071" extrusionOk="0">
                  <a:moveTo>
                    <a:pt x="738" y="1"/>
                  </a:moveTo>
                  <a:cubicBezTo>
                    <a:pt x="692" y="1"/>
                    <a:pt x="642" y="10"/>
                    <a:pt x="588" y="32"/>
                  </a:cubicBezTo>
                  <a:cubicBezTo>
                    <a:pt x="565" y="43"/>
                    <a:pt x="543" y="54"/>
                    <a:pt x="520" y="66"/>
                  </a:cubicBezTo>
                  <a:cubicBezTo>
                    <a:pt x="159" y="258"/>
                    <a:pt x="1" y="1059"/>
                    <a:pt x="576" y="1070"/>
                  </a:cubicBezTo>
                  <a:cubicBezTo>
                    <a:pt x="582" y="1070"/>
                    <a:pt x="587" y="1070"/>
                    <a:pt x="593" y="1070"/>
                  </a:cubicBezTo>
                  <a:cubicBezTo>
                    <a:pt x="1165" y="1070"/>
                    <a:pt x="1210" y="1"/>
                    <a:pt x="738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"/>
            <p:cNvSpPr/>
            <p:nvPr/>
          </p:nvSpPr>
          <p:spPr>
            <a:xfrm>
              <a:off x="3586825" y="1540575"/>
              <a:ext cx="36875" cy="20900"/>
            </a:xfrm>
            <a:custGeom>
              <a:avLst/>
              <a:gdLst/>
              <a:ahLst/>
              <a:cxnLst/>
              <a:rect l="l" t="t" r="r" b="b"/>
              <a:pathLst>
                <a:path w="1475" h="836" extrusionOk="0">
                  <a:moveTo>
                    <a:pt x="874" y="0"/>
                  </a:moveTo>
                  <a:cubicBezTo>
                    <a:pt x="467" y="0"/>
                    <a:pt x="0" y="387"/>
                    <a:pt x="357" y="696"/>
                  </a:cubicBezTo>
                  <a:cubicBezTo>
                    <a:pt x="368" y="707"/>
                    <a:pt x="391" y="730"/>
                    <a:pt x="413" y="741"/>
                  </a:cubicBezTo>
                  <a:cubicBezTo>
                    <a:pt x="505" y="805"/>
                    <a:pt x="629" y="836"/>
                    <a:pt x="757" y="836"/>
                  </a:cubicBezTo>
                  <a:cubicBezTo>
                    <a:pt x="1103" y="836"/>
                    <a:pt x="1474" y="615"/>
                    <a:pt x="1293" y="245"/>
                  </a:cubicBezTo>
                  <a:cubicBezTo>
                    <a:pt x="1209" y="70"/>
                    <a:pt x="1047" y="0"/>
                    <a:pt x="874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"/>
            <p:cNvSpPr/>
            <p:nvPr/>
          </p:nvSpPr>
          <p:spPr>
            <a:xfrm>
              <a:off x="3388375" y="1133375"/>
              <a:ext cx="37050" cy="25225"/>
            </a:xfrm>
            <a:custGeom>
              <a:avLst/>
              <a:gdLst/>
              <a:ahLst/>
              <a:cxnLst/>
              <a:rect l="l" t="t" r="r" b="b"/>
              <a:pathLst>
                <a:path w="1482" h="1009" extrusionOk="0">
                  <a:moveTo>
                    <a:pt x="905" y="0"/>
                  </a:moveTo>
                  <a:cubicBezTo>
                    <a:pt x="894" y="0"/>
                    <a:pt x="882" y="1"/>
                    <a:pt x="870" y="1"/>
                  </a:cubicBezTo>
                  <a:lnTo>
                    <a:pt x="802" y="1"/>
                  </a:lnTo>
                  <a:cubicBezTo>
                    <a:pt x="384" y="80"/>
                    <a:pt x="1" y="791"/>
                    <a:pt x="531" y="983"/>
                  </a:cubicBezTo>
                  <a:cubicBezTo>
                    <a:pt x="580" y="1000"/>
                    <a:pt x="627" y="1008"/>
                    <a:pt x="672" y="1008"/>
                  </a:cubicBezTo>
                  <a:cubicBezTo>
                    <a:pt x="1188" y="1008"/>
                    <a:pt x="1481" y="0"/>
                    <a:pt x="905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"/>
            <p:cNvSpPr/>
            <p:nvPr/>
          </p:nvSpPr>
          <p:spPr>
            <a:xfrm>
              <a:off x="3510400" y="1550000"/>
              <a:ext cx="29350" cy="21600"/>
            </a:xfrm>
            <a:custGeom>
              <a:avLst/>
              <a:gdLst/>
              <a:ahLst/>
              <a:cxnLst/>
              <a:rect l="l" t="t" r="r" b="b"/>
              <a:pathLst>
                <a:path w="1174" h="864" extrusionOk="0">
                  <a:moveTo>
                    <a:pt x="405" y="1"/>
                  </a:moveTo>
                  <a:cubicBezTo>
                    <a:pt x="193" y="1"/>
                    <a:pt x="11" y="108"/>
                    <a:pt x="6" y="375"/>
                  </a:cubicBezTo>
                  <a:cubicBezTo>
                    <a:pt x="0" y="703"/>
                    <a:pt x="325" y="864"/>
                    <a:pt x="618" y="864"/>
                  </a:cubicBezTo>
                  <a:cubicBezTo>
                    <a:pt x="911" y="864"/>
                    <a:pt x="1174" y="703"/>
                    <a:pt x="1044" y="387"/>
                  </a:cubicBezTo>
                  <a:cubicBezTo>
                    <a:pt x="1033" y="364"/>
                    <a:pt x="1033" y="353"/>
                    <a:pt x="1021" y="330"/>
                  </a:cubicBezTo>
                  <a:cubicBezTo>
                    <a:pt x="914" y="134"/>
                    <a:pt x="641" y="1"/>
                    <a:pt x="40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"/>
            <p:cNvSpPr/>
            <p:nvPr/>
          </p:nvSpPr>
          <p:spPr>
            <a:xfrm>
              <a:off x="3400800" y="1209075"/>
              <a:ext cx="29975" cy="26750"/>
            </a:xfrm>
            <a:custGeom>
              <a:avLst/>
              <a:gdLst/>
              <a:ahLst/>
              <a:cxnLst/>
              <a:rect l="l" t="t" r="r" b="b"/>
              <a:pathLst>
                <a:path w="1199" h="1070" extrusionOk="0">
                  <a:moveTo>
                    <a:pt x="734" y="0"/>
                  </a:moveTo>
                  <a:cubicBezTo>
                    <a:pt x="690" y="0"/>
                    <a:pt x="641" y="10"/>
                    <a:pt x="587" y="31"/>
                  </a:cubicBezTo>
                  <a:cubicBezTo>
                    <a:pt x="564" y="43"/>
                    <a:pt x="542" y="54"/>
                    <a:pt x="519" y="65"/>
                  </a:cubicBezTo>
                  <a:cubicBezTo>
                    <a:pt x="147" y="257"/>
                    <a:pt x="0" y="1058"/>
                    <a:pt x="564" y="1070"/>
                  </a:cubicBezTo>
                  <a:cubicBezTo>
                    <a:pt x="570" y="1070"/>
                    <a:pt x="575" y="1070"/>
                    <a:pt x="581" y="1070"/>
                  </a:cubicBezTo>
                  <a:cubicBezTo>
                    <a:pt x="1153" y="1070"/>
                    <a:pt x="1198" y="0"/>
                    <a:pt x="7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"/>
            <p:cNvSpPr/>
            <p:nvPr/>
          </p:nvSpPr>
          <p:spPr>
            <a:xfrm>
              <a:off x="3509750" y="1385225"/>
              <a:ext cx="28875" cy="27950"/>
            </a:xfrm>
            <a:custGeom>
              <a:avLst/>
              <a:gdLst/>
              <a:ahLst/>
              <a:cxnLst/>
              <a:rect l="l" t="t" r="r" b="b"/>
              <a:pathLst>
                <a:path w="1155" h="1118" extrusionOk="0">
                  <a:moveTo>
                    <a:pt x="663" y="1"/>
                  </a:moveTo>
                  <a:cubicBezTo>
                    <a:pt x="619" y="1"/>
                    <a:pt x="570" y="9"/>
                    <a:pt x="517" y="27"/>
                  </a:cubicBezTo>
                  <a:cubicBezTo>
                    <a:pt x="0" y="199"/>
                    <a:pt x="238" y="1118"/>
                    <a:pt x="632" y="1118"/>
                  </a:cubicBezTo>
                  <a:cubicBezTo>
                    <a:pt x="703" y="1118"/>
                    <a:pt x="778" y="1088"/>
                    <a:pt x="856" y="1020"/>
                  </a:cubicBezTo>
                  <a:cubicBezTo>
                    <a:pt x="867" y="997"/>
                    <a:pt x="889" y="986"/>
                    <a:pt x="901" y="963"/>
                  </a:cubicBezTo>
                  <a:cubicBezTo>
                    <a:pt x="1155" y="679"/>
                    <a:pt x="1070" y="1"/>
                    <a:pt x="663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"/>
            <p:cNvSpPr/>
            <p:nvPr/>
          </p:nvSpPr>
          <p:spPr>
            <a:xfrm>
              <a:off x="3546025" y="968875"/>
              <a:ext cx="29750" cy="27875"/>
            </a:xfrm>
            <a:custGeom>
              <a:avLst/>
              <a:gdLst/>
              <a:ahLst/>
              <a:cxnLst/>
              <a:rect l="l" t="t" r="r" b="b"/>
              <a:pathLst>
                <a:path w="1190" h="1115" extrusionOk="0">
                  <a:moveTo>
                    <a:pt x="507" y="0"/>
                  </a:moveTo>
                  <a:cubicBezTo>
                    <a:pt x="430" y="0"/>
                    <a:pt x="351" y="35"/>
                    <a:pt x="273" y="116"/>
                  </a:cubicBezTo>
                  <a:cubicBezTo>
                    <a:pt x="262" y="138"/>
                    <a:pt x="240" y="149"/>
                    <a:pt x="228" y="172"/>
                  </a:cubicBezTo>
                  <a:cubicBezTo>
                    <a:pt x="0" y="469"/>
                    <a:pt x="129" y="1115"/>
                    <a:pt x="516" y="1115"/>
                  </a:cubicBezTo>
                  <a:cubicBezTo>
                    <a:pt x="569" y="1115"/>
                    <a:pt x="628" y="1102"/>
                    <a:pt x="691" y="1075"/>
                  </a:cubicBezTo>
                  <a:cubicBezTo>
                    <a:pt x="1189" y="859"/>
                    <a:pt x="889" y="0"/>
                    <a:pt x="507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"/>
            <p:cNvSpPr/>
            <p:nvPr/>
          </p:nvSpPr>
          <p:spPr>
            <a:xfrm>
              <a:off x="3503950" y="1581750"/>
              <a:ext cx="37100" cy="20900"/>
            </a:xfrm>
            <a:custGeom>
              <a:avLst/>
              <a:gdLst/>
              <a:ahLst/>
              <a:cxnLst/>
              <a:rect l="l" t="t" r="r" b="b"/>
              <a:pathLst>
                <a:path w="1484" h="836" extrusionOk="0">
                  <a:moveTo>
                    <a:pt x="881" y="1"/>
                  </a:moveTo>
                  <a:cubicBezTo>
                    <a:pt x="471" y="1"/>
                    <a:pt x="1" y="388"/>
                    <a:pt x="365" y="697"/>
                  </a:cubicBezTo>
                  <a:lnTo>
                    <a:pt x="422" y="742"/>
                  </a:lnTo>
                  <a:cubicBezTo>
                    <a:pt x="513" y="806"/>
                    <a:pt x="638" y="836"/>
                    <a:pt x="766" y="836"/>
                  </a:cubicBezTo>
                  <a:cubicBezTo>
                    <a:pt x="1112" y="836"/>
                    <a:pt x="1483" y="616"/>
                    <a:pt x="1302" y="245"/>
                  </a:cubicBezTo>
                  <a:cubicBezTo>
                    <a:pt x="1218" y="70"/>
                    <a:pt x="1055" y="1"/>
                    <a:pt x="881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"/>
            <p:cNvSpPr/>
            <p:nvPr/>
          </p:nvSpPr>
          <p:spPr>
            <a:xfrm>
              <a:off x="3503900" y="1272550"/>
              <a:ext cx="29500" cy="21425"/>
            </a:xfrm>
            <a:custGeom>
              <a:avLst/>
              <a:gdLst/>
              <a:ahLst/>
              <a:cxnLst/>
              <a:rect l="l" t="t" r="r" b="b"/>
              <a:pathLst>
                <a:path w="1180" h="857" extrusionOk="0">
                  <a:moveTo>
                    <a:pt x="410" y="1"/>
                  </a:moveTo>
                  <a:cubicBezTo>
                    <a:pt x="200" y="1"/>
                    <a:pt x="17" y="109"/>
                    <a:pt x="6" y="381"/>
                  </a:cubicBezTo>
                  <a:cubicBezTo>
                    <a:pt x="1" y="699"/>
                    <a:pt x="328" y="857"/>
                    <a:pt x="624" y="857"/>
                  </a:cubicBezTo>
                  <a:cubicBezTo>
                    <a:pt x="917" y="857"/>
                    <a:pt x="1179" y="701"/>
                    <a:pt x="1056" y="392"/>
                  </a:cubicBezTo>
                  <a:cubicBezTo>
                    <a:pt x="1044" y="370"/>
                    <a:pt x="1033" y="347"/>
                    <a:pt x="1022" y="325"/>
                  </a:cubicBezTo>
                  <a:cubicBezTo>
                    <a:pt x="915" y="135"/>
                    <a:pt x="645" y="1"/>
                    <a:pt x="410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"/>
            <p:cNvSpPr/>
            <p:nvPr/>
          </p:nvSpPr>
          <p:spPr>
            <a:xfrm>
              <a:off x="3464075" y="1116400"/>
              <a:ext cx="28375" cy="23900"/>
            </a:xfrm>
            <a:custGeom>
              <a:avLst/>
              <a:gdLst/>
              <a:ahLst/>
              <a:cxnLst/>
              <a:rect l="l" t="t" r="r" b="b"/>
              <a:pathLst>
                <a:path w="1135" h="956" extrusionOk="0">
                  <a:moveTo>
                    <a:pt x="341" y="0"/>
                  </a:moveTo>
                  <a:cubicBezTo>
                    <a:pt x="153" y="0"/>
                    <a:pt x="0" y="99"/>
                    <a:pt x="8" y="342"/>
                  </a:cubicBezTo>
                  <a:cubicBezTo>
                    <a:pt x="8" y="364"/>
                    <a:pt x="19" y="387"/>
                    <a:pt x="19" y="410"/>
                  </a:cubicBezTo>
                  <a:cubicBezTo>
                    <a:pt x="64" y="685"/>
                    <a:pt x="384" y="955"/>
                    <a:pt x="654" y="955"/>
                  </a:cubicBezTo>
                  <a:cubicBezTo>
                    <a:pt x="794" y="955"/>
                    <a:pt x="921" y="883"/>
                    <a:pt x="990" y="703"/>
                  </a:cubicBezTo>
                  <a:cubicBezTo>
                    <a:pt x="1135" y="319"/>
                    <a:pt x="680" y="0"/>
                    <a:pt x="341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"/>
            <p:cNvSpPr/>
            <p:nvPr/>
          </p:nvSpPr>
          <p:spPr>
            <a:xfrm>
              <a:off x="3269475" y="1023625"/>
              <a:ext cx="28300" cy="24100"/>
            </a:xfrm>
            <a:custGeom>
              <a:avLst/>
              <a:gdLst/>
              <a:ahLst/>
              <a:cxnLst/>
              <a:rect l="l" t="t" r="r" b="b"/>
              <a:pathLst>
                <a:path w="1132" h="964" extrusionOk="0">
                  <a:moveTo>
                    <a:pt x="479" y="0"/>
                  </a:moveTo>
                  <a:cubicBezTo>
                    <a:pt x="341" y="0"/>
                    <a:pt x="218" y="71"/>
                    <a:pt x="153" y="250"/>
                  </a:cubicBezTo>
                  <a:cubicBezTo>
                    <a:pt x="0" y="642"/>
                    <a:pt x="454" y="964"/>
                    <a:pt x="792" y="964"/>
                  </a:cubicBezTo>
                  <a:cubicBezTo>
                    <a:pt x="980" y="964"/>
                    <a:pt x="1131" y="864"/>
                    <a:pt x="1123" y="622"/>
                  </a:cubicBezTo>
                  <a:cubicBezTo>
                    <a:pt x="1123" y="589"/>
                    <a:pt x="1123" y="566"/>
                    <a:pt x="1112" y="544"/>
                  </a:cubicBezTo>
                  <a:cubicBezTo>
                    <a:pt x="1075" y="274"/>
                    <a:pt x="750" y="0"/>
                    <a:pt x="479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"/>
            <p:cNvSpPr/>
            <p:nvPr/>
          </p:nvSpPr>
          <p:spPr>
            <a:xfrm>
              <a:off x="3649325" y="1265275"/>
              <a:ext cx="30825" cy="26725"/>
            </a:xfrm>
            <a:custGeom>
              <a:avLst/>
              <a:gdLst/>
              <a:ahLst/>
              <a:cxnLst/>
              <a:rect l="l" t="t" r="r" b="b"/>
              <a:pathLst>
                <a:path w="1233" h="1069" extrusionOk="0">
                  <a:moveTo>
                    <a:pt x="764" y="0"/>
                  </a:moveTo>
                  <a:cubicBezTo>
                    <a:pt x="721" y="0"/>
                    <a:pt x="673" y="9"/>
                    <a:pt x="621" y="29"/>
                  </a:cubicBezTo>
                  <a:cubicBezTo>
                    <a:pt x="599" y="29"/>
                    <a:pt x="576" y="40"/>
                    <a:pt x="554" y="52"/>
                  </a:cubicBezTo>
                  <a:cubicBezTo>
                    <a:pt x="170" y="232"/>
                    <a:pt x="1" y="1033"/>
                    <a:pt x="554" y="1067"/>
                  </a:cubicBezTo>
                  <a:cubicBezTo>
                    <a:pt x="565" y="1068"/>
                    <a:pt x="575" y="1068"/>
                    <a:pt x="586" y="1068"/>
                  </a:cubicBezTo>
                  <a:cubicBezTo>
                    <a:pt x="1157" y="1068"/>
                    <a:pt x="1233" y="0"/>
                    <a:pt x="76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"/>
            <p:cNvSpPr/>
            <p:nvPr/>
          </p:nvSpPr>
          <p:spPr>
            <a:xfrm>
              <a:off x="3665275" y="1432750"/>
              <a:ext cx="30150" cy="27450"/>
            </a:xfrm>
            <a:custGeom>
              <a:avLst/>
              <a:gdLst/>
              <a:ahLst/>
              <a:cxnLst/>
              <a:rect l="l" t="t" r="r" b="b"/>
              <a:pathLst>
                <a:path w="1206" h="1098" extrusionOk="0">
                  <a:moveTo>
                    <a:pt x="651" y="1"/>
                  </a:moveTo>
                  <a:cubicBezTo>
                    <a:pt x="581" y="1"/>
                    <a:pt x="504" y="24"/>
                    <a:pt x="423" y="78"/>
                  </a:cubicBezTo>
                  <a:cubicBezTo>
                    <a:pt x="1" y="366"/>
                    <a:pt x="402" y="1098"/>
                    <a:pt x="765" y="1098"/>
                  </a:cubicBezTo>
                  <a:cubicBezTo>
                    <a:pt x="858" y="1098"/>
                    <a:pt x="948" y="1050"/>
                    <a:pt x="1021" y="935"/>
                  </a:cubicBezTo>
                  <a:lnTo>
                    <a:pt x="1055" y="868"/>
                  </a:lnTo>
                  <a:cubicBezTo>
                    <a:pt x="1205" y="559"/>
                    <a:pt x="997" y="1"/>
                    <a:pt x="651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"/>
            <p:cNvSpPr/>
            <p:nvPr/>
          </p:nvSpPr>
          <p:spPr>
            <a:xfrm>
              <a:off x="3484825" y="1476575"/>
              <a:ext cx="29450" cy="27875"/>
            </a:xfrm>
            <a:custGeom>
              <a:avLst/>
              <a:gdLst/>
              <a:ahLst/>
              <a:cxnLst/>
              <a:rect l="l" t="t" r="r" b="b"/>
              <a:pathLst>
                <a:path w="1178" h="1115" extrusionOk="0">
                  <a:moveTo>
                    <a:pt x="673" y="0"/>
                  </a:moveTo>
                  <a:cubicBezTo>
                    <a:pt x="620" y="0"/>
                    <a:pt x="562" y="13"/>
                    <a:pt x="498" y="40"/>
                  </a:cubicBezTo>
                  <a:cubicBezTo>
                    <a:pt x="0" y="256"/>
                    <a:pt x="293" y="1115"/>
                    <a:pt x="672" y="1115"/>
                  </a:cubicBezTo>
                  <a:cubicBezTo>
                    <a:pt x="748" y="1115"/>
                    <a:pt x="827" y="1080"/>
                    <a:pt x="905" y="999"/>
                  </a:cubicBezTo>
                  <a:cubicBezTo>
                    <a:pt x="927" y="977"/>
                    <a:pt x="939" y="965"/>
                    <a:pt x="950" y="943"/>
                  </a:cubicBezTo>
                  <a:cubicBezTo>
                    <a:pt x="1178" y="646"/>
                    <a:pt x="1058" y="0"/>
                    <a:pt x="67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"/>
            <p:cNvSpPr/>
            <p:nvPr/>
          </p:nvSpPr>
          <p:spPr>
            <a:xfrm>
              <a:off x="3657850" y="1341975"/>
              <a:ext cx="37450" cy="21025"/>
            </a:xfrm>
            <a:custGeom>
              <a:avLst/>
              <a:gdLst/>
              <a:ahLst/>
              <a:cxnLst/>
              <a:rect l="l" t="t" r="r" b="b"/>
              <a:pathLst>
                <a:path w="1498" h="841" extrusionOk="0">
                  <a:moveTo>
                    <a:pt x="903" y="1"/>
                  </a:moveTo>
                  <a:cubicBezTo>
                    <a:pt x="489" y="1"/>
                    <a:pt x="0" y="418"/>
                    <a:pt x="382" y="719"/>
                  </a:cubicBezTo>
                  <a:cubicBezTo>
                    <a:pt x="404" y="730"/>
                    <a:pt x="416" y="741"/>
                    <a:pt x="438" y="752"/>
                  </a:cubicBezTo>
                  <a:cubicBezTo>
                    <a:pt x="527" y="813"/>
                    <a:pt x="644" y="841"/>
                    <a:pt x="765" y="841"/>
                  </a:cubicBezTo>
                  <a:cubicBezTo>
                    <a:pt x="1117" y="841"/>
                    <a:pt x="1498" y="600"/>
                    <a:pt x="1296" y="222"/>
                  </a:cubicBezTo>
                  <a:cubicBezTo>
                    <a:pt x="1214" y="64"/>
                    <a:pt x="1064" y="1"/>
                    <a:pt x="903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"/>
            <p:cNvSpPr/>
            <p:nvPr/>
          </p:nvSpPr>
          <p:spPr>
            <a:xfrm>
              <a:off x="3519975" y="1341925"/>
              <a:ext cx="29250" cy="21800"/>
            </a:xfrm>
            <a:custGeom>
              <a:avLst/>
              <a:gdLst/>
              <a:ahLst/>
              <a:cxnLst/>
              <a:rect l="l" t="t" r="r" b="b"/>
              <a:pathLst>
                <a:path w="1170" h="872" extrusionOk="0">
                  <a:moveTo>
                    <a:pt x="404" y="1"/>
                  </a:moveTo>
                  <a:cubicBezTo>
                    <a:pt x="204" y="1"/>
                    <a:pt x="33" y="104"/>
                    <a:pt x="18" y="359"/>
                  </a:cubicBezTo>
                  <a:cubicBezTo>
                    <a:pt x="0" y="695"/>
                    <a:pt x="348" y="871"/>
                    <a:pt x="651" y="871"/>
                  </a:cubicBezTo>
                  <a:cubicBezTo>
                    <a:pt x="929" y="871"/>
                    <a:pt x="1169" y="723"/>
                    <a:pt x="1056" y="416"/>
                  </a:cubicBezTo>
                  <a:cubicBezTo>
                    <a:pt x="1045" y="393"/>
                    <a:pt x="1045" y="382"/>
                    <a:pt x="1033" y="359"/>
                  </a:cubicBezTo>
                  <a:cubicBezTo>
                    <a:pt x="929" y="150"/>
                    <a:pt x="645" y="1"/>
                    <a:pt x="404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"/>
            <p:cNvSpPr/>
            <p:nvPr/>
          </p:nvSpPr>
          <p:spPr>
            <a:xfrm>
              <a:off x="3546950" y="1392975"/>
              <a:ext cx="29350" cy="21475"/>
            </a:xfrm>
            <a:custGeom>
              <a:avLst/>
              <a:gdLst/>
              <a:ahLst/>
              <a:cxnLst/>
              <a:rect l="l" t="t" r="r" b="b"/>
              <a:pathLst>
                <a:path w="1174" h="859" extrusionOk="0">
                  <a:moveTo>
                    <a:pt x="554" y="0"/>
                  </a:moveTo>
                  <a:cubicBezTo>
                    <a:pt x="262" y="0"/>
                    <a:pt x="0" y="158"/>
                    <a:pt x="124" y="473"/>
                  </a:cubicBezTo>
                  <a:cubicBezTo>
                    <a:pt x="124" y="484"/>
                    <a:pt x="146" y="507"/>
                    <a:pt x="157" y="529"/>
                  </a:cubicBezTo>
                  <a:cubicBezTo>
                    <a:pt x="264" y="725"/>
                    <a:pt x="534" y="859"/>
                    <a:pt x="767" y="859"/>
                  </a:cubicBezTo>
                  <a:cubicBezTo>
                    <a:pt x="977" y="859"/>
                    <a:pt x="1156" y="751"/>
                    <a:pt x="1162" y="484"/>
                  </a:cubicBezTo>
                  <a:cubicBezTo>
                    <a:pt x="1173" y="161"/>
                    <a:pt x="849" y="0"/>
                    <a:pt x="55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"/>
            <p:cNvSpPr/>
            <p:nvPr/>
          </p:nvSpPr>
          <p:spPr>
            <a:xfrm>
              <a:off x="3587125" y="1210825"/>
              <a:ext cx="29375" cy="21400"/>
            </a:xfrm>
            <a:custGeom>
              <a:avLst/>
              <a:gdLst/>
              <a:ahLst/>
              <a:cxnLst/>
              <a:rect l="l" t="t" r="r" b="b"/>
              <a:pathLst>
                <a:path w="1175" h="856" extrusionOk="0">
                  <a:moveTo>
                    <a:pt x="556" y="1"/>
                  </a:moveTo>
                  <a:cubicBezTo>
                    <a:pt x="263" y="1"/>
                    <a:pt x="0" y="159"/>
                    <a:pt x="130" y="469"/>
                  </a:cubicBezTo>
                  <a:cubicBezTo>
                    <a:pt x="142" y="480"/>
                    <a:pt x="153" y="503"/>
                    <a:pt x="164" y="526"/>
                  </a:cubicBezTo>
                  <a:cubicBezTo>
                    <a:pt x="271" y="722"/>
                    <a:pt x="541" y="855"/>
                    <a:pt x="774" y="855"/>
                  </a:cubicBezTo>
                  <a:cubicBezTo>
                    <a:pt x="983" y="855"/>
                    <a:pt x="1163" y="747"/>
                    <a:pt x="1168" y="480"/>
                  </a:cubicBezTo>
                  <a:cubicBezTo>
                    <a:pt x="1174" y="159"/>
                    <a:pt x="850" y="1"/>
                    <a:pt x="55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"/>
            <p:cNvSpPr/>
            <p:nvPr/>
          </p:nvSpPr>
          <p:spPr>
            <a:xfrm>
              <a:off x="3555325" y="992900"/>
              <a:ext cx="30000" cy="26775"/>
            </a:xfrm>
            <a:custGeom>
              <a:avLst/>
              <a:gdLst/>
              <a:ahLst/>
              <a:cxnLst/>
              <a:rect l="l" t="t" r="r" b="b"/>
              <a:pathLst>
                <a:path w="1200" h="1071" extrusionOk="0">
                  <a:moveTo>
                    <a:pt x="619" y="1"/>
                  </a:moveTo>
                  <a:cubicBezTo>
                    <a:pt x="47" y="1"/>
                    <a:pt x="1" y="1070"/>
                    <a:pt x="465" y="1070"/>
                  </a:cubicBezTo>
                  <a:cubicBezTo>
                    <a:pt x="509" y="1070"/>
                    <a:pt x="559" y="1061"/>
                    <a:pt x="612" y="1039"/>
                  </a:cubicBezTo>
                  <a:cubicBezTo>
                    <a:pt x="635" y="1028"/>
                    <a:pt x="657" y="1016"/>
                    <a:pt x="680" y="1005"/>
                  </a:cubicBezTo>
                  <a:cubicBezTo>
                    <a:pt x="1052" y="813"/>
                    <a:pt x="1199" y="12"/>
                    <a:pt x="635" y="1"/>
                  </a:cubicBezTo>
                  <a:cubicBezTo>
                    <a:pt x="629" y="1"/>
                    <a:pt x="624" y="1"/>
                    <a:pt x="619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"/>
            <p:cNvSpPr/>
            <p:nvPr/>
          </p:nvSpPr>
          <p:spPr>
            <a:xfrm>
              <a:off x="3692425" y="1300575"/>
              <a:ext cx="28225" cy="23900"/>
            </a:xfrm>
            <a:custGeom>
              <a:avLst/>
              <a:gdLst/>
              <a:ahLst/>
              <a:cxnLst/>
              <a:rect l="l" t="t" r="r" b="b"/>
              <a:pathLst>
                <a:path w="1129" h="956" extrusionOk="0">
                  <a:moveTo>
                    <a:pt x="477" y="1"/>
                  </a:moveTo>
                  <a:cubicBezTo>
                    <a:pt x="336" y="1"/>
                    <a:pt x="208" y="73"/>
                    <a:pt x="139" y="253"/>
                  </a:cubicBezTo>
                  <a:cubicBezTo>
                    <a:pt x="1" y="637"/>
                    <a:pt x="454" y="956"/>
                    <a:pt x="790" y="956"/>
                  </a:cubicBezTo>
                  <a:cubicBezTo>
                    <a:pt x="977" y="956"/>
                    <a:pt x="1128" y="857"/>
                    <a:pt x="1120" y="614"/>
                  </a:cubicBezTo>
                  <a:cubicBezTo>
                    <a:pt x="1120" y="592"/>
                    <a:pt x="1120" y="569"/>
                    <a:pt x="1109" y="547"/>
                  </a:cubicBezTo>
                  <a:cubicBezTo>
                    <a:pt x="1072" y="271"/>
                    <a:pt x="750" y="1"/>
                    <a:pt x="477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"/>
            <p:cNvSpPr/>
            <p:nvPr/>
          </p:nvSpPr>
          <p:spPr>
            <a:xfrm>
              <a:off x="3623225" y="1481300"/>
              <a:ext cx="29125" cy="27700"/>
            </a:xfrm>
            <a:custGeom>
              <a:avLst/>
              <a:gdLst/>
              <a:ahLst/>
              <a:cxnLst/>
              <a:rect l="l" t="t" r="r" b="b"/>
              <a:pathLst>
                <a:path w="1165" h="1108" extrusionOk="0">
                  <a:moveTo>
                    <a:pt x="526" y="1"/>
                  </a:moveTo>
                  <a:cubicBezTo>
                    <a:pt x="454" y="1"/>
                    <a:pt x="378" y="30"/>
                    <a:pt x="300" y="99"/>
                  </a:cubicBezTo>
                  <a:cubicBezTo>
                    <a:pt x="289" y="111"/>
                    <a:pt x="266" y="133"/>
                    <a:pt x="255" y="156"/>
                  </a:cubicBezTo>
                  <a:cubicBezTo>
                    <a:pt x="1" y="430"/>
                    <a:pt x="94" y="1107"/>
                    <a:pt x="495" y="1107"/>
                  </a:cubicBezTo>
                  <a:cubicBezTo>
                    <a:pt x="539" y="1107"/>
                    <a:pt x="587" y="1099"/>
                    <a:pt x="638" y="1081"/>
                  </a:cubicBezTo>
                  <a:cubicBezTo>
                    <a:pt x="1164" y="909"/>
                    <a:pt x="921" y="1"/>
                    <a:pt x="52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"/>
            <p:cNvSpPr/>
            <p:nvPr/>
          </p:nvSpPr>
          <p:spPr>
            <a:xfrm>
              <a:off x="3662400" y="1388575"/>
              <a:ext cx="31300" cy="21075"/>
            </a:xfrm>
            <a:custGeom>
              <a:avLst/>
              <a:gdLst/>
              <a:ahLst/>
              <a:cxnLst/>
              <a:rect l="l" t="t" r="r" b="b"/>
              <a:pathLst>
                <a:path w="1252" h="843" extrusionOk="0">
                  <a:moveTo>
                    <a:pt x="654" y="1"/>
                  </a:moveTo>
                  <a:cubicBezTo>
                    <a:pt x="322" y="1"/>
                    <a:pt x="0" y="198"/>
                    <a:pt x="189" y="525"/>
                  </a:cubicBezTo>
                  <a:cubicBezTo>
                    <a:pt x="200" y="547"/>
                    <a:pt x="211" y="570"/>
                    <a:pt x="222" y="592"/>
                  </a:cubicBezTo>
                  <a:cubicBezTo>
                    <a:pt x="337" y="749"/>
                    <a:pt x="572" y="843"/>
                    <a:pt x="785" y="843"/>
                  </a:cubicBezTo>
                  <a:cubicBezTo>
                    <a:pt x="1034" y="843"/>
                    <a:pt x="1252" y="715"/>
                    <a:pt x="1215" y="412"/>
                  </a:cubicBezTo>
                  <a:cubicBezTo>
                    <a:pt x="1190" y="126"/>
                    <a:pt x="919" y="1"/>
                    <a:pt x="654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"/>
            <p:cNvSpPr/>
            <p:nvPr/>
          </p:nvSpPr>
          <p:spPr>
            <a:xfrm>
              <a:off x="3702350" y="1484475"/>
              <a:ext cx="29450" cy="27975"/>
            </a:xfrm>
            <a:custGeom>
              <a:avLst/>
              <a:gdLst/>
              <a:ahLst/>
              <a:cxnLst/>
              <a:rect l="l" t="t" r="r" b="b"/>
              <a:pathLst>
                <a:path w="1178" h="1119" extrusionOk="0">
                  <a:moveTo>
                    <a:pt x="668" y="1"/>
                  </a:moveTo>
                  <a:cubicBezTo>
                    <a:pt x="616" y="1"/>
                    <a:pt x="559" y="13"/>
                    <a:pt x="498" y="40"/>
                  </a:cubicBezTo>
                  <a:cubicBezTo>
                    <a:pt x="0" y="256"/>
                    <a:pt x="291" y="1119"/>
                    <a:pt x="669" y="1119"/>
                  </a:cubicBezTo>
                  <a:cubicBezTo>
                    <a:pt x="745" y="1119"/>
                    <a:pt x="826" y="1083"/>
                    <a:pt x="904" y="999"/>
                  </a:cubicBezTo>
                  <a:cubicBezTo>
                    <a:pt x="926" y="988"/>
                    <a:pt x="938" y="965"/>
                    <a:pt x="949" y="943"/>
                  </a:cubicBezTo>
                  <a:cubicBezTo>
                    <a:pt x="1177" y="655"/>
                    <a:pt x="1048" y="1"/>
                    <a:pt x="668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"/>
            <p:cNvSpPr/>
            <p:nvPr/>
          </p:nvSpPr>
          <p:spPr>
            <a:xfrm>
              <a:off x="3580775" y="1022700"/>
              <a:ext cx="36875" cy="20925"/>
            </a:xfrm>
            <a:custGeom>
              <a:avLst/>
              <a:gdLst/>
              <a:ahLst/>
              <a:cxnLst/>
              <a:rect l="l" t="t" r="r" b="b"/>
              <a:pathLst>
                <a:path w="1475" h="837" extrusionOk="0">
                  <a:moveTo>
                    <a:pt x="712" y="1"/>
                  </a:moveTo>
                  <a:cubicBezTo>
                    <a:pt x="366" y="1"/>
                    <a:pt x="0" y="221"/>
                    <a:pt x="181" y="592"/>
                  </a:cubicBezTo>
                  <a:cubicBezTo>
                    <a:pt x="262" y="767"/>
                    <a:pt x="423" y="836"/>
                    <a:pt x="595" y="836"/>
                  </a:cubicBezTo>
                  <a:cubicBezTo>
                    <a:pt x="1002" y="836"/>
                    <a:pt x="1474" y="449"/>
                    <a:pt x="1118" y="140"/>
                  </a:cubicBezTo>
                  <a:cubicBezTo>
                    <a:pt x="1095" y="129"/>
                    <a:pt x="1073" y="118"/>
                    <a:pt x="1061" y="95"/>
                  </a:cubicBezTo>
                  <a:cubicBezTo>
                    <a:pt x="967" y="31"/>
                    <a:pt x="841" y="1"/>
                    <a:pt x="71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"/>
            <p:cNvSpPr/>
            <p:nvPr/>
          </p:nvSpPr>
          <p:spPr>
            <a:xfrm>
              <a:off x="3781075" y="1453750"/>
              <a:ext cx="36975" cy="25275"/>
            </a:xfrm>
            <a:custGeom>
              <a:avLst/>
              <a:gdLst/>
              <a:ahLst/>
              <a:cxnLst/>
              <a:rect l="l" t="t" r="r" b="b"/>
              <a:pathLst>
                <a:path w="1479" h="1011" extrusionOk="0">
                  <a:moveTo>
                    <a:pt x="802" y="1"/>
                  </a:moveTo>
                  <a:cubicBezTo>
                    <a:pt x="289" y="1"/>
                    <a:pt x="0" y="1011"/>
                    <a:pt x="575" y="1011"/>
                  </a:cubicBezTo>
                  <a:cubicBezTo>
                    <a:pt x="586" y="1011"/>
                    <a:pt x="598" y="1010"/>
                    <a:pt x="610" y="1009"/>
                  </a:cubicBezTo>
                  <a:cubicBezTo>
                    <a:pt x="632" y="1009"/>
                    <a:pt x="655" y="1009"/>
                    <a:pt x="677" y="998"/>
                  </a:cubicBezTo>
                  <a:cubicBezTo>
                    <a:pt x="1084" y="919"/>
                    <a:pt x="1479" y="208"/>
                    <a:pt x="948" y="28"/>
                  </a:cubicBezTo>
                  <a:cubicBezTo>
                    <a:pt x="898" y="9"/>
                    <a:pt x="849" y="1"/>
                    <a:pt x="80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"/>
            <p:cNvSpPr/>
            <p:nvPr/>
          </p:nvSpPr>
          <p:spPr>
            <a:xfrm>
              <a:off x="3408400" y="1419800"/>
              <a:ext cx="30050" cy="27050"/>
            </a:xfrm>
            <a:custGeom>
              <a:avLst/>
              <a:gdLst/>
              <a:ahLst/>
              <a:cxnLst/>
              <a:rect l="l" t="t" r="r" b="b"/>
              <a:pathLst>
                <a:path w="1202" h="1082" extrusionOk="0">
                  <a:moveTo>
                    <a:pt x="726" y="0"/>
                  </a:moveTo>
                  <a:cubicBezTo>
                    <a:pt x="681" y="0"/>
                    <a:pt x="631" y="10"/>
                    <a:pt x="576" y="32"/>
                  </a:cubicBezTo>
                  <a:lnTo>
                    <a:pt x="520" y="66"/>
                  </a:lnTo>
                  <a:cubicBezTo>
                    <a:pt x="148" y="269"/>
                    <a:pt x="1" y="1070"/>
                    <a:pt x="565" y="1081"/>
                  </a:cubicBezTo>
                  <a:cubicBezTo>
                    <a:pt x="568" y="1081"/>
                    <a:pt x="571" y="1081"/>
                    <a:pt x="573" y="1081"/>
                  </a:cubicBezTo>
                  <a:cubicBezTo>
                    <a:pt x="1153" y="1081"/>
                    <a:pt x="1201" y="0"/>
                    <a:pt x="72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"/>
            <p:cNvSpPr/>
            <p:nvPr/>
          </p:nvSpPr>
          <p:spPr>
            <a:xfrm>
              <a:off x="3690975" y="1410975"/>
              <a:ext cx="29325" cy="21550"/>
            </a:xfrm>
            <a:custGeom>
              <a:avLst/>
              <a:gdLst/>
              <a:ahLst/>
              <a:cxnLst/>
              <a:rect l="l" t="t" r="r" b="b"/>
              <a:pathLst>
                <a:path w="1173" h="862" extrusionOk="0">
                  <a:moveTo>
                    <a:pt x="547" y="1"/>
                  </a:moveTo>
                  <a:cubicBezTo>
                    <a:pt x="257" y="1"/>
                    <a:pt x="0" y="156"/>
                    <a:pt x="129" y="464"/>
                  </a:cubicBezTo>
                  <a:cubicBezTo>
                    <a:pt x="129" y="486"/>
                    <a:pt x="140" y="509"/>
                    <a:pt x="151" y="531"/>
                  </a:cubicBezTo>
                  <a:cubicBezTo>
                    <a:pt x="258" y="728"/>
                    <a:pt x="531" y="861"/>
                    <a:pt x="767" y="861"/>
                  </a:cubicBezTo>
                  <a:cubicBezTo>
                    <a:pt x="979" y="861"/>
                    <a:pt x="1162" y="753"/>
                    <a:pt x="1167" y="486"/>
                  </a:cubicBezTo>
                  <a:cubicBezTo>
                    <a:pt x="1173" y="162"/>
                    <a:pt x="842" y="1"/>
                    <a:pt x="547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"/>
            <p:cNvSpPr/>
            <p:nvPr/>
          </p:nvSpPr>
          <p:spPr>
            <a:xfrm>
              <a:off x="3600250" y="1310750"/>
              <a:ext cx="31125" cy="26650"/>
            </a:xfrm>
            <a:custGeom>
              <a:avLst/>
              <a:gdLst/>
              <a:ahLst/>
              <a:cxnLst/>
              <a:rect l="l" t="t" r="r" b="b"/>
              <a:pathLst>
                <a:path w="1245" h="1066" extrusionOk="0">
                  <a:moveTo>
                    <a:pt x="770" y="1"/>
                  </a:moveTo>
                  <a:cubicBezTo>
                    <a:pt x="728" y="1"/>
                    <a:pt x="682" y="9"/>
                    <a:pt x="632" y="27"/>
                  </a:cubicBezTo>
                  <a:cubicBezTo>
                    <a:pt x="610" y="38"/>
                    <a:pt x="587" y="49"/>
                    <a:pt x="564" y="61"/>
                  </a:cubicBezTo>
                  <a:cubicBezTo>
                    <a:pt x="192" y="241"/>
                    <a:pt x="0" y="1031"/>
                    <a:pt x="564" y="1065"/>
                  </a:cubicBezTo>
                  <a:cubicBezTo>
                    <a:pt x="576" y="1066"/>
                    <a:pt x="586" y="1066"/>
                    <a:pt x="597" y="1066"/>
                  </a:cubicBezTo>
                  <a:cubicBezTo>
                    <a:pt x="1170" y="1066"/>
                    <a:pt x="1244" y="1"/>
                    <a:pt x="770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"/>
            <p:cNvSpPr/>
            <p:nvPr/>
          </p:nvSpPr>
          <p:spPr>
            <a:xfrm>
              <a:off x="3623525" y="1092000"/>
              <a:ext cx="29725" cy="21400"/>
            </a:xfrm>
            <a:custGeom>
              <a:avLst/>
              <a:gdLst/>
              <a:ahLst/>
              <a:cxnLst/>
              <a:rect l="l" t="t" r="r" b="b"/>
              <a:pathLst>
                <a:path w="1189" h="856" extrusionOk="0">
                  <a:moveTo>
                    <a:pt x="419" y="0"/>
                  </a:moveTo>
                  <a:cubicBezTo>
                    <a:pt x="196" y="0"/>
                    <a:pt x="0" y="114"/>
                    <a:pt x="6" y="393"/>
                  </a:cubicBezTo>
                  <a:cubicBezTo>
                    <a:pt x="11" y="706"/>
                    <a:pt x="324" y="856"/>
                    <a:pt x="611" y="856"/>
                  </a:cubicBezTo>
                  <a:cubicBezTo>
                    <a:pt x="914" y="856"/>
                    <a:pt x="1189" y="689"/>
                    <a:pt x="1044" y="370"/>
                  </a:cubicBezTo>
                  <a:cubicBezTo>
                    <a:pt x="1033" y="347"/>
                    <a:pt x="1021" y="325"/>
                    <a:pt x="1010" y="302"/>
                  </a:cubicBezTo>
                  <a:cubicBezTo>
                    <a:pt x="907" y="120"/>
                    <a:pt x="648" y="0"/>
                    <a:pt x="419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"/>
            <p:cNvSpPr/>
            <p:nvPr/>
          </p:nvSpPr>
          <p:spPr>
            <a:xfrm>
              <a:off x="3622850" y="1314175"/>
              <a:ext cx="31525" cy="20875"/>
            </a:xfrm>
            <a:custGeom>
              <a:avLst/>
              <a:gdLst/>
              <a:ahLst/>
              <a:cxnLst/>
              <a:rect l="l" t="t" r="r" b="b"/>
              <a:pathLst>
                <a:path w="1261" h="835" extrusionOk="0">
                  <a:moveTo>
                    <a:pt x="664" y="1"/>
                  </a:moveTo>
                  <a:cubicBezTo>
                    <a:pt x="329" y="1"/>
                    <a:pt x="0" y="202"/>
                    <a:pt x="191" y="533"/>
                  </a:cubicBezTo>
                  <a:cubicBezTo>
                    <a:pt x="202" y="555"/>
                    <a:pt x="213" y="578"/>
                    <a:pt x="236" y="589"/>
                  </a:cubicBezTo>
                  <a:cubicBezTo>
                    <a:pt x="349" y="744"/>
                    <a:pt x="579" y="835"/>
                    <a:pt x="789" y="835"/>
                  </a:cubicBezTo>
                  <a:cubicBezTo>
                    <a:pt x="1039" y="835"/>
                    <a:pt x="1261" y="705"/>
                    <a:pt x="1218" y="397"/>
                  </a:cubicBezTo>
                  <a:cubicBezTo>
                    <a:pt x="1188" y="122"/>
                    <a:pt x="924" y="1"/>
                    <a:pt x="664" y="1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"/>
            <p:cNvSpPr/>
            <p:nvPr/>
          </p:nvSpPr>
          <p:spPr>
            <a:xfrm>
              <a:off x="3708025" y="1441650"/>
              <a:ext cx="31550" cy="21100"/>
            </a:xfrm>
            <a:custGeom>
              <a:avLst/>
              <a:gdLst/>
              <a:ahLst/>
              <a:cxnLst/>
              <a:rect l="l" t="t" r="r" b="b"/>
              <a:pathLst>
                <a:path w="1262" h="844" extrusionOk="0">
                  <a:moveTo>
                    <a:pt x="666" y="0"/>
                  </a:moveTo>
                  <a:cubicBezTo>
                    <a:pt x="330" y="0"/>
                    <a:pt x="1" y="208"/>
                    <a:pt x="192" y="546"/>
                  </a:cubicBezTo>
                  <a:cubicBezTo>
                    <a:pt x="203" y="557"/>
                    <a:pt x="214" y="579"/>
                    <a:pt x="225" y="602"/>
                  </a:cubicBezTo>
                  <a:cubicBezTo>
                    <a:pt x="338" y="755"/>
                    <a:pt x="567" y="843"/>
                    <a:pt x="778" y="843"/>
                  </a:cubicBezTo>
                  <a:cubicBezTo>
                    <a:pt x="1034" y="843"/>
                    <a:pt x="1262" y="713"/>
                    <a:pt x="1218" y="410"/>
                  </a:cubicBezTo>
                  <a:cubicBezTo>
                    <a:pt x="1189" y="125"/>
                    <a:pt x="925" y="0"/>
                    <a:pt x="666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"/>
            <p:cNvSpPr/>
            <p:nvPr/>
          </p:nvSpPr>
          <p:spPr>
            <a:xfrm>
              <a:off x="3734250" y="1437150"/>
              <a:ext cx="29725" cy="27825"/>
            </a:xfrm>
            <a:custGeom>
              <a:avLst/>
              <a:gdLst/>
              <a:ahLst/>
              <a:cxnLst/>
              <a:rect l="l" t="t" r="r" b="b"/>
              <a:pathLst>
                <a:path w="1189" h="1113" extrusionOk="0">
                  <a:moveTo>
                    <a:pt x="666" y="1"/>
                  </a:moveTo>
                  <a:cubicBezTo>
                    <a:pt x="608" y="1"/>
                    <a:pt x="543" y="15"/>
                    <a:pt x="474" y="49"/>
                  </a:cubicBezTo>
                  <a:cubicBezTo>
                    <a:pt x="0" y="290"/>
                    <a:pt x="330" y="1113"/>
                    <a:pt x="706" y="1113"/>
                  </a:cubicBezTo>
                  <a:cubicBezTo>
                    <a:pt x="787" y="1113"/>
                    <a:pt x="870" y="1075"/>
                    <a:pt x="948" y="985"/>
                  </a:cubicBezTo>
                  <a:cubicBezTo>
                    <a:pt x="959" y="963"/>
                    <a:pt x="971" y="940"/>
                    <a:pt x="993" y="929"/>
                  </a:cubicBezTo>
                  <a:cubicBezTo>
                    <a:pt x="1189" y="626"/>
                    <a:pt x="1045" y="1"/>
                    <a:pt x="666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"/>
            <p:cNvSpPr/>
            <p:nvPr/>
          </p:nvSpPr>
          <p:spPr>
            <a:xfrm>
              <a:off x="3744325" y="1409375"/>
              <a:ext cx="29675" cy="27775"/>
            </a:xfrm>
            <a:custGeom>
              <a:avLst/>
              <a:gdLst/>
              <a:ahLst/>
              <a:cxnLst/>
              <a:rect l="l" t="t" r="r" b="b"/>
              <a:pathLst>
                <a:path w="1187" h="1111" extrusionOk="0">
                  <a:moveTo>
                    <a:pt x="486" y="0"/>
                  </a:moveTo>
                  <a:cubicBezTo>
                    <a:pt x="404" y="0"/>
                    <a:pt x="320" y="39"/>
                    <a:pt x="240" y="133"/>
                  </a:cubicBezTo>
                  <a:cubicBezTo>
                    <a:pt x="229" y="144"/>
                    <a:pt x="207" y="167"/>
                    <a:pt x="195" y="189"/>
                  </a:cubicBezTo>
                  <a:cubicBezTo>
                    <a:pt x="1" y="490"/>
                    <a:pt x="150" y="1110"/>
                    <a:pt x="519" y="1110"/>
                  </a:cubicBezTo>
                  <a:cubicBezTo>
                    <a:pt x="579" y="1110"/>
                    <a:pt x="644" y="1094"/>
                    <a:pt x="714" y="1058"/>
                  </a:cubicBezTo>
                  <a:cubicBezTo>
                    <a:pt x="1186" y="817"/>
                    <a:pt x="861" y="0"/>
                    <a:pt x="486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"/>
            <p:cNvSpPr/>
            <p:nvPr/>
          </p:nvSpPr>
          <p:spPr>
            <a:xfrm>
              <a:off x="3670825" y="1481025"/>
              <a:ext cx="31550" cy="21000"/>
            </a:xfrm>
            <a:custGeom>
              <a:avLst/>
              <a:gdLst/>
              <a:ahLst/>
              <a:cxnLst/>
              <a:rect l="l" t="t" r="r" b="b"/>
              <a:pathLst>
                <a:path w="1262" h="840" extrusionOk="0">
                  <a:moveTo>
                    <a:pt x="472" y="1"/>
                  </a:moveTo>
                  <a:cubicBezTo>
                    <a:pt x="222" y="1"/>
                    <a:pt x="0" y="130"/>
                    <a:pt x="43" y="438"/>
                  </a:cubicBezTo>
                  <a:cubicBezTo>
                    <a:pt x="73" y="717"/>
                    <a:pt x="335" y="839"/>
                    <a:pt x="594" y="839"/>
                  </a:cubicBezTo>
                  <a:cubicBezTo>
                    <a:pt x="930" y="839"/>
                    <a:pt x="1262" y="634"/>
                    <a:pt x="1070" y="302"/>
                  </a:cubicBezTo>
                  <a:cubicBezTo>
                    <a:pt x="1048" y="280"/>
                    <a:pt x="1036" y="268"/>
                    <a:pt x="1025" y="246"/>
                  </a:cubicBezTo>
                  <a:cubicBezTo>
                    <a:pt x="912" y="91"/>
                    <a:pt x="682" y="1"/>
                    <a:pt x="47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"/>
            <p:cNvSpPr/>
            <p:nvPr/>
          </p:nvSpPr>
          <p:spPr>
            <a:xfrm>
              <a:off x="3758175" y="1452725"/>
              <a:ext cx="29400" cy="27650"/>
            </a:xfrm>
            <a:custGeom>
              <a:avLst/>
              <a:gdLst/>
              <a:ahLst/>
              <a:cxnLst/>
              <a:rect l="l" t="t" r="r" b="b"/>
              <a:pathLst>
                <a:path w="1176" h="1106" extrusionOk="0">
                  <a:moveTo>
                    <a:pt x="500" y="0"/>
                  </a:moveTo>
                  <a:cubicBezTo>
                    <a:pt x="422" y="0"/>
                    <a:pt x="340" y="37"/>
                    <a:pt x="262" y="125"/>
                  </a:cubicBezTo>
                  <a:cubicBezTo>
                    <a:pt x="239" y="136"/>
                    <a:pt x="228" y="159"/>
                    <a:pt x="217" y="170"/>
                  </a:cubicBezTo>
                  <a:cubicBezTo>
                    <a:pt x="0" y="466"/>
                    <a:pt x="136" y="1105"/>
                    <a:pt x="512" y="1105"/>
                  </a:cubicBezTo>
                  <a:cubicBezTo>
                    <a:pt x="566" y="1105"/>
                    <a:pt x="626" y="1092"/>
                    <a:pt x="691" y="1062"/>
                  </a:cubicBezTo>
                  <a:cubicBezTo>
                    <a:pt x="1176" y="847"/>
                    <a:pt x="874" y="0"/>
                    <a:pt x="500" y="0"/>
                  </a:cubicBezTo>
                  <a:close/>
                </a:path>
              </a:pathLst>
            </a:custGeom>
            <a:solidFill>
              <a:srgbClr val="9F4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"/>
            <p:cNvSpPr/>
            <p:nvPr/>
          </p:nvSpPr>
          <p:spPr>
            <a:xfrm>
              <a:off x="3772800" y="1376775"/>
              <a:ext cx="28325" cy="24900"/>
            </a:xfrm>
            <a:custGeom>
              <a:avLst/>
              <a:gdLst/>
              <a:ahLst/>
              <a:cxnLst/>
              <a:rect l="l" t="t" r="r" b="b"/>
              <a:pathLst>
                <a:path w="1133" h="996" extrusionOk="0">
                  <a:moveTo>
                    <a:pt x="525" y="1"/>
                  </a:moveTo>
                  <a:cubicBezTo>
                    <a:pt x="402" y="1"/>
                    <a:pt x="286" y="63"/>
                    <a:pt x="207" y="218"/>
                  </a:cubicBezTo>
                  <a:cubicBezTo>
                    <a:pt x="0" y="602"/>
                    <a:pt x="476" y="996"/>
                    <a:pt x="820" y="996"/>
                  </a:cubicBezTo>
                  <a:cubicBezTo>
                    <a:pt x="982" y="996"/>
                    <a:pt x="1115" y="909"/>
                    <a:pt x="1133" y="692"/>
                  </a:cubicBezTo>
                  <a:lnTo>
                    <a:pt x="1133" y="624"/>
                  </a:lnTo>
                  <a:cubicBezTo>
                    <a:pt x="1125" y="326"/>
                    <a:pt x="806" y="1"/>
                    <a:pt x="525" y="1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"/>
            <p:cNvSpPr/>
            <p:nvPr/>
          </p:nvSpPr>
          <p:spPr>
            <a:xfrm>
              <a:off x="3431600" y="1056050"/>
              <a:ext cx="39100" cy="21775"/>
            </a:xfrm>
            <a:custGeom>
              <a:avLst/>
              <a:gdLst/>
              <a:ahLst/>
              <a:cxnLst/>
              <a:rect l="l" t="t" r="r" b="b"/>
              <a:pathLst>
                <a:path w="1564" h="871" extrusionOk="0">
                  <a:moveTo>
                    <a:pt x="830" y="0"/>
                  </a:moveTo>
                  <a:cubicBezTo>
                    <a:pt x="453" y="0"/>
                    <a:pt x="1" y="311"/>
                    <a:pt x="269" y="691"/>
                  </a:cubicBezTo>
                  <a:cubicBezTo>
                    <a:pt x="359" y="819"/>
                    <a:pt x="488" y="870"/>
                    <a:pt x="625" y="870"/>
                  </a:cubicBezTo>
                  <a:cubicBezTo>
                    <a:pt x="1057" y="870"/>
                    <a:pt x="1564" y="356"/>
                    <a:pt x="1127" y="82"/>
                  </a:cubicBezTo>
                  <a:cubicBezTo>
                    <a:pt x="1104" y="70"/>
                    <a:pt x="1082" y="59"/>
                    <a:pt x="1059" y="48"/>
                  </a:cubicBezTo>
                  <a:cubicBezTo>
                    <a:pt x="992" y="15"/>
                    <a:pt x="913" y="0"/>
                    <a:pt x="830" y="0"/>
                  </a:cubicBezTo>
                  <a:close/>
                </a:path>
              </a:pathLst>
            </a:custGeom>
            <a:solidFill>
              <a:srgbClr val="834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"/>
            <p:cNvSpPr/>
            <p:nvPr/>
          </p:nvSpPr>
          <p:spPr>
            <a:xfrm>
              <a:off x="3689675" y="1528925"/>
              <a:ext cx="28325" cy="25000"/>
            </a:xfrm>
            <a:custGeom>
              <a:avLst/>
              <a:gdLst/>
              <a:ahLst/>
              <a:cxnLst/>
              <a:rect l="l" t="t" r="r" b="b"/>
              <a:pathLst>
                <a:path w="1133" h="1000" extrusionOk="0">
                  <a:moveTo>
                    <a:pt x="312" y="1"/>
                  </a:moveTo>
                  <a:cubicBezTo>
                    <a:pt x="150" y="1"/>
                    <a:pt x="18" y="88"/>
                    <a:pt x="0" y="304"/>
                  </a:cubicBezTo>
                  <a:lnTo>
                    <a:pt x="0" y="372"/>
                  </a:lnTo>
                  <a:cubicBezTo>
                    <a:pt x="8" y="672"/>
                    <a:pt x="331" y="999"/>
                    <a:pt x="613" y="999"/>
                  </a:cubicBezTo>
                  <a:cubicBezTo>
                    <a:pt x="734" y="999"/>
                    <a:pt x="848" y="939"/>
                    <a:pt x="926" y="790"/>
                  </a:cubicBezTo>
                  <a:cubicBezTo>
                    <a:pt x="1133" y="398"/>
                    <a:pt x="655" y="1"/>
                    <a:pt x="312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"/>
            <p:cNvSpPr/>
            <p:nvPr/>
          </p:nvSpPr>
          <p:spPr>
            <a:xfrm>
              <a:off x="3075800" y="898675"/>
              <a:ext cx="937750" cy="920825"/>
            </a:xfrm>
            <a:custGeom>
              <a:avLst/>
              <a:gdLst/>
              <a:ahLst/>
              <a:cxnLst/>
              <a:rect l="l" t="t" r="r" b="b"/>
              <a:pathLst>
                <a:path w="37510" h="36833" extrusionOk="0">
                  <a:moveTo>
                    <a:pt x="28584" y="1"/>
                  </a:moveTo>
                  <a:lnTo>
                    <a:pt x="28888" y="283"/>
                  </a:lnTo>
                  <a:cubicBezTo>
                    <a:pt x="29453" y="813"/>
                    <a:pt x="29994" y="1366"/>
                    <a:pt x="30547" y="1908"/>
                  </a:cubicBezTo>
                  <a:cubicBezTo>
                    <a:pt x="31100" y="2450"/>
                    <a:pt x="31585" y="3048"/>
                    <a:pt x="32104" y="3623"/>
                  </a:cubicBezTo>
                  <a:cubicBezTo>
                    <a:pt x="32578" y="4221"/>
                    <a:pt x="33097" y="4819"/>
                    <a:pt x="33492" y="5474"/>
                  </a:cubicBezTo>
                  <a:cubicBezTo>
                    <a:pt x="34350" y="6749"/>
                    <a:pt x="35038" y="8126"/>
                    <a:pt x="35557" y="9581"/>
                  </a:cubicBezTo>
                  <a:cubicBezTo>
                    <a:pt x="36065" y="11037"/>
                    <a:pt x="36438" y="12526"/>
                    <a:pt x="36663" y="14061"/>
                  </a:cubicBezTo>
                  <a:cubicBezTo>
                    <a:pt x="36889" y="15584"/>
                    <a:pt x="37024" y="17130"/>
                    <a:pt x="37047" y="18665"/>
                  </a:cubicBezTo>
                  <a:cubicBezTo>
                    <a:pt x="37092" y="20222"/>
                    <a:pt x="37081" y="21768"/>
                    <a:pt x="37047" y="23314"/>
                  </a:cubicBezTo>
                  <a:cubicBezTo>
                    <a:pt x="37047" y="23698"/>
                    <a:pt x="37047" y="24104"/>
                    <a:pt x="37024" y="24465"/>
                  </a:cubicBezTo>
                  <a:lnTo>
                    <a:pt x="36990" y="25052"/>
                  </a:lnTo>
                  <a:lnTo>
                    <a:pt x="36900" y="25605"/>
                  </a:lnTo>
                  <a:cubicBezTo>
                    <a:pt x="36754" y="26338"/>
                    <a:pt x="36505" y="27060"/>
                    <a:pt x="36178" y="27749"/>
                  </a:cubicBezTo>
                  <a:cubicBezTo>
                    <a:pt x="35862" y="28437"/>
                    <a:pt x="35456" y="29080"/>
                    <a:pt x="34971" y="29667"/>
                  </a:cubicBezTo>
                  <a:cubicBezTo>
                    <a:pt x="34497" y="30254"/>
                    <a:pt x="33944" y="30773"/>
                    <a:pt x="33323" y="31213"/>
                  </a:cubicBezTo>
                  <a:cubicBezTo>
                    <a:pt x="32714" y="31653"/>
                    <a:pt x="32037" y="31980"/>
                    <a:pt x="31315" y="32183"/>
                  </a:cubicBezTo>
                  <a:cubicBezTo>
                    <a:pt x="30798" y="32315"/>
                    <a:pt x="30263" y="32380"/>
                    <a:pt x="29727" y="32380"/>
                  </a:cubicBezTo>
                  <a:cubicBezTo>
                    <a:pt x="29526" y="32380"/>
                    <a:pt x="29325" y="32371"/>
                    <a:pt x="29125" y="32353"/>
                  </a:cubicBezTo>
                  <a:lnTo>
                    <a:pt x="28651" y="32127"/>
                  </a:lnTo>
                  <a:lnTo>
                    <a:pt x="28336" y="31980"/>
                  </a:lnTo>
                  <a:lnTo>
                    <a:pt x="28324" y="32341"/>
                  </a:lnTo>
                  <a:cubicBezTo>
                    <a:pt x="28302" y="32669"/>
                    <a:pt x="28200" y="32985"/>
                    <a:pt x="28031" y="33255"/>
                  </a:cubicBezTo>
                  <a:cubicBezTo>
                    <a:pt x="27839" y="33549"/>
                    <a:pt x="27613" y="33808"/>
                    <a:pt x="27354" y="34034"/>
                  </a:cubicBezTo>
                  <a:cubicBezTo>
                    <a:pt x="26823" y="34508"/>
                    <a:pt x="26225" y="34892"/>
                    <a:pt x="25582" y="35208"/>
                  </a:cubicBezTo>
                  <a:cubicBezTo>
                    <a:pt x="24939" y="35524"/>
                    <a:pt x="24262" y="35772"/>
                    <a:pt x="23574" y="35975"/>
                  </a:cubicBezTo>
                  <a:cubicBezTo>
                    <a:pt x="23235" y="36065"/>
                    <a:pt x="22874" y="36122"/>
                    <a:pt x="22513" y="36178"/>
                  </a:cubicBezTo>
                  <a:cubicBezTo>
                    <a:pt x="22152" y="36246"/>
                    <a:pt x="21791" y="36302"/>
                    <a:pt x="21441" y="36336"/>
                  </a:cubicBezTo>
                  <a:cubicBezTo>
                    <a:pt x="21147" y="36382"/>
                    <a:pt x="20855" y="36404"/>
                    <a:pt x="20565" y="36404"/>
                  </a:cubicBezTo>
                  <a:cubicBezTo>
                    <a:pt x="19437" y="36404"/>
                    <a:pt x="18336" y="36078"/>
                    <a:pt x="17277" y="35602"/>
                  </a:cubicBezTo>
                  <a:lnTo>
                    <a:pt x="16295" y="35140"/>
                  </a:lnTo>
                  <a:lnTo>
                    <a:pt x="15325" y="34621"/>
                  </a:lnTo>
                  <a:cubicBezTo>
                    <a:pt x="14704" y="34248"/>
                    <a:pt x="14117" y="33842"/>
                    <a:pt x="13553" y="33380"/>
                  </a:cubicBezTo>
                  <a:cubicBezTo>
                    <a:pt x="12978" y="32951"/>
                    <a:pt x="12470" y="32420"/>
                    <a:pt x="11940" y="31935"/>
                  </a:cubicBezTo>
                  <a:cubicBezTo>
                    <a:pt x="11466" y="31382"/>
                    <a:pt x="10935" y="30874"/>
                    <a:pt x="10495" y="30299"/>
                  </a:cubicBezTo>
                  <a:lnTo>
                    <a:pt x="9818" y="29453"/>
                  </a:lnTo>
                  <a:lnTo>
                    <a:pt x="9186" y="28561"/>
                  </a:lnTo>
                  <a:cubicBezTo>
                    <a:pt x="8746" y="27974"/>
                    <a:pt x="8362" y="27354"/>
                    <a:pt x="7979" y="26733"/>
                  </a:cubicBezTo>
                  <a:cubicBezTo>
                    <a:pt x="7595" y="26113"/>
                    <a:pt x="7223" y="25492"/>
                    <a:pt x="6850" y="24849"/>
                  </a:cubicBezTo>
                  <a:lnTo>
                    <a:pt x="5745" y="22953"/>
                  </a:lnTo>
                  <a:lnTo>
                    <a:pt x="3555" y="19139"/>
                  </a:lnTo>
                  <a:cubicBezTo>
                    <a:pt x="3183" y="18507"/>
                    <a:pt x="2822" y="17875"/>
                    <a:pt x="2517" y="17221"/>
                  </a:cubicBezTo>
                  <a:cubicBezTo>
                    <a:pt x="2213" y="16566"/>
                    <a:pt x="1930" y="15889"/>
                    <a:pt x="1682" y="15201"/>
                  </a:cubicBezTo>
                  <a:cubicBezTo>
                    <a:pt x="1208" y="13824"/>
                    <a:pt x="847" y="12414"/>
                    <a:pt x="610" y="10980"/>
                  </a:cubicBezTo>
                  <a:cubicBezTo>
                    <a:pt x="351" y="9536"/>
                    <a:pt x="260" y="8080"/>
                    <a:pt x="351" y="6625"/>
                  </a:cubicBezTo>
                  <a:cubicBezTo>
                    <a:pt x="407" y="5169"/>
                    <a:pt x="858" y="3770"/>
                    <a:pt x="1095" y="2314"/>
                  </a:cubicBezTo>
                  <a:cubicBezTo>
                    <a:pt x="1231" y="1547"/>
                    <a:pt x="1344" y="780"/>
                    <a:pt x="1445" y="12"/>
                  </a:cubicBezTo>
                  <a:lnTo>
                    <a:pt x="1253" y="12"/>
                  </a:lnTo>
                  <a:cubicBezTo>
                    <a:pt x="1141" y="768"/>
                    <a:pt x="1016" y="1524"/>
                    <a:pt x="870" y="2269"/>
                  </a:cubicBezTo>
                  <a:cubicBezTo>
                    <a:pt x="746" y="2991"/>
                    <a:pt x="565" y="3702"/>
                    <a:pt x="418" y="4424"/>
                  </a:cubicBezTo>
                  <a:cubicBezTo>
                    <a:pt x="249" y="5135"/>
                    <a:pt x="136" y="5869"/>
                    <a:pt x="80" y="6602"/>
                  </a:cubicBezTo>
                  <a:cubicBezTo>
                    <a:pt x="1" y="8080"/>
                    <a:pt x="80" y="9559"/>
                    <a:pt x="328" y="11014"/>
                  </a:cubicBezTo>
                  <a:cubicBezTo>
                    <a:pt x="565" y="12470"/>
                    <a:pt x="926" y="13903"/>
                    <a:pt x="1411" y="15291"/>
                  </a:cubicBezTo>
                  <a:cubicBezTo>
                    <a:pt x="1660" y="15991"/>
                    <a:pt x="1942" y="16668"/>
                    <a:pt x="2246" y="17345"/>
                  </a:cubicBezTo>
                  <a:cubicBezTo>
                    <a:pt x="2551" y="18010"/>
                    <a:pt x="2923" y="18654"/>
                    <a:pt x="3285" y="19286"/>
                  </a:cubicBezTo>
                  <a:lnTo>
                    <a:pt x="5474" y="23111"/>
                  </a:lnTo>
                  <a:lnTo>
                    <a:pt x="6557" y="25018"/>
                  </a:lnTo>
                  <a:cubicBezTo>
                    <a:pt x="6929" y="25650"/>
                    <a:pt x="7290" y="26293"/>
                    <a:pt x="7685" y="26914"/>
                  </a:cubicBezTo>
                  <a:cubicBezTo>
                    <a:pt x="8092" y="27534"/>
                    <a:pt x="8464" y="28166"/>
                    <a:pt x="8893" y="28753"/>
                  </a:cubicBezTo>
                  <a:lnTo>
                    <a:pt x="9536" y="29656"/>
                  </a:lnTo>
                  <a:lnTo>
                    <a:pt x="10224" y="30525"/>
                  </a:lnTo>
                  <a:cubicBezTo>
                    <a:pt x="10664" y="31123"/>
                    <a:pt x="11195" y="31642"/>
                    <a:pt x="11680" y="32195"/>
                  </a:cubicBezTo>
                  <a:cubicBezTo>
                    <a:pt x="12222" y="32702"/>
                    <a:pt x="12729" y="33244"/>
                    <a:pt x="13328" y="33684"/>
                  </a:cubicBezTo>
                  <a:cubicBezTo>
                    <a:pt x="13903" y="34158"/>
                    <a:pt x="14512" y="34587"/>
                    <a:pt x="15144" y="34971"/>
                  </a:cubicBezTo>
                  <a:lnTo>
                    <a:pt x="16115" y="35501"/>
                  </a:lnTo>
                  <a:lnTo>
                    <a:pt x="17119" y="35975"/>
                  </a:lnTo>
                  <a:cubicBezTo>
                    <a:pt x="17807" y="36257"/>
                    <a:pt x="18496" y="36550"/>
                    <a:pt x="19240" y="36686"/>
                  </a:cubicBezTo>
                  <a:cubicBezTo>
                    <a:pt x="19613" y="36765"/>
                    <a:pt x="19985" y="36810"/>
                    <a:pt x="20369" y="36832"/>
                  </a:cubicBezTo>
                  <a:cubicBezTo>
                    <a:pt x="20741" y="36810"/>
                    <a:pt x="21125" y="36832"/>
                    <a:pt x="21497" y="36776"/>
                  </a:cubicBezTo>
                  <a:cubicBezTo>
                    <a:pt x="21870" y="36708"/>
                    <a:pt x="22242" y="36686"/>
                    <a:pt x="22592" y="36618"/>
                  </a:cubicBezTo>
                  <a:cubicBezTo>
                    <a:pt x="22953" y="36550"/>
                    <a:pt x="23325" y="36494"/>
                    <a:pt x="23686" y="36392"/>
                  </a:cubicBezTo>
                  <a:cubicBezTo>
                    <a:pt x="24409" y="36201"/>
                    <a:pt x="25108" y="35941"/>
                    <a:pt x="25785" y="35614"/>
                  </a:cubicBezTo>
                  <a:cubicBezTo>
                    <a:pt x="26462" y="35287"/>
                    <a:pt x="27106" y="34869"/>
                    <a:pt x="27670" y="34384"/>
                  </a:cubicBezTo>
                  <a:cubicBezTo>
                    <a:pt x="27963" y="34124"/>
                    <a:pt x="28223" y="33831"/>
                    <a:pt x="28437" y="33504"/>
                  </a:cubicBezTo>
                  <a:cubicBezTo>
                    <a:pt x="28584" y="33255"/>
                    <a:pt x="28697" y="32985"/>
                    <a:pt x="28753" y="32691"/>
                  </a:cubicBezTo>
                  <a:lnTo>
                    <a:pt x="28979" y="32804"/>
                  </a:lnTo>
                  <a:lnTo>
                    <a:pt x="29013" y="32815"/>
                  </a:lnTo>
                  <a:lnTo>
                    <a:pt x="29046" y="32815"/>
                  </a:lnTo>
                  <a:cubicBezTo>
                    <a:pt x="29310" y="32838"/>
                    <a:pt x="29575" y="32851"/>
                    <a:pt x="29841" y="32851"/>
                  </a:cubicBezTo>
                  <a:cubicBezTo>
                    <a:pt x="30384" y="32851"/>
                    <a:pt x="30927" y="32794"/>
                    <a:pt x="31450" y="32635"/>
                  </a:cubicBezTo>
                  <a:cubicBezTo>
                    <a:pt x="32217" y="32420"/>
                    <a:pt x="32951" y="32071"/>
                    <a:pt x="33605" y="31597"/>
                  </a:cubicBezTo>
                  <a:cubicBezTo>
                    <a:pt x="34260" y="31134"/>
                    <a:pt x="34835" y="30581"/>
                    <a:pt x="35332" y="29949"/>
                  </a:cubicBezTo>
                  <a:cubicBezTo>
                    <a:pt x="35828" y="29340"/>
                    <a:pt x="36257" y="28663"/>
                    <a:pt x="36584" y="27941"/>
                  </a:cubicBezTo>
                  <a:cubicBezTo>
                    <a:pt x="36934" y="27218"/>
                    <a:pt x="37182" y="26462"/>
                    <a:pt x="37329" y="25684"/>
                  </a:cubicBezTo>
                  <a:lnTo>
                    <a:pt x="37419" y="25086"/>
                  </a:lnTo>
                  <a:lnTo>
                    <a:pt x="37453" y="24499"/>
                  </a:lnTo>
                  <a:cubicBezTo>
                    <a:pt x="37476" y="24093"/>
                    <a:pt x="37464" y="23720"/>
                    <a:pt x="37476" y="23325"/>
                  </a:cubicBezTo>
                  <a:cubicBezTo>
                    <a:pt x="37498" y="21768"/>
                    <a:pt x="37510" y="20222"/>
                    <a:pt x="37453" y="18654"/>
                  </a:cubicBezTo>
                  <a:cubicBezTo>
                    <a:pt x="37419" y="17096"/>
                    <a:pt x="37273" y="15539"/>
                    <a:pt x="37047" y="13993"/>
                  </a:cubicBezTo>
                  <a:cubicBezTo>
                    <a:pt x="36810" y="12447"/>
                    <a:pt x="36426" y="10924"/>
                    <a:pt x="35896" y="9457"/>
                  </a:cubicBezTo>
                  <a:cubicBezTo>
                    <a:pt x="35366" y="7979"/>
                    <a:pt x="34655" y="6568"/>
                    <a:pt x="33763" y="5271"/>
                  </a:cubicBezTo>
                  <a:cubicBezTo>
                    <a:pt x="33346" y="4605"/>
                    <a:pt x="32849" y="4029"/>
                    <a:pt x="32353" y="3409"/>
                  </a:cubicBezTo>
                  <a:cubicBezTo>
                    <a:pt x="31834" y="2833"/>
                    <a:pt x="31315" y="2247"/>
                    <a:pt x="30773" y="1682"/>
                  </a:cubicBezTo>
                  <a:cubicBezTo>
                    <a:pt x="30231" y="1129"/>
                    <a:pt x="29678" y="588"/>
                    <a:pt x="29103" y="57"/>
                  </a:cubicBezTo>
                  <a:lnTo>
                    <a:pt x="290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"/>
            <p:cNvSpPr/>
            <p:nvPr/>
          </p:nvSpPr>
          <p:spPr>
            <a:xfrm>
              <a:off x="3103450" y="898675"/>
              <a:ext cx="882175" cy="891100"/>
            </a:xfrm>
            <a:custGeom>
              <a:avLst/>
              <a:gdLst/>
              <a:ahLst/>
              <a:cxnLst/>
              <a:rect l="l" t="t" r="r" b="b"/>
              <a:pathLst>
                <a:path w="35287" h="35644" extrusionOk="0">
                  <a:moveTo>
                    <a:pt x="1219" y="1"/>
                  </a:moveTo>
                  <a:cubicBezTo>
                    <a:pt x="1005" y="1603"/>
                    <a:pt x="712" y="3183"/>
                    <a:pt x="351" y="4752"/>
                  </a:cubicBezTo>
                  <a:cubicBezTo>
                    <a:pt x="136" y="5654"/>
                    <a:pt x="35" y="6568"/>
                    <a:pt x="35" y="7482"/>
                  </a:cubicBezTo>
                  <a:cubicBezTo>
                    <a:pt x="1" y="10969"/>
                    <a:pt x="1129" y="15257"/>
                    <a:pt x="2844" y="18168"/>
                  </a:cubicBezTo>
                  <a:cubicBezTo>
                    <a:pt x="3995" y="20132"/>
                    <a:pt x="4469" y="20990"/>
                    <a:pt x="4943" y="21836"/>
                  </a:cubicBezTo>
                  <a:cubicBezTo>
                    <a:pt x="5428" y="22727"/>
                    <a:pt x="5891" y="23562"/>
                    <a:pt x="7132" y="25650"/>
                  </a:cubicBezTo>
                  <a:cubicBezTo>
                    <a:pt x="9795" y="30141"/>
                    <a:pt x="12549" y="33030"/>
                    <a:pt x="15550" y="34474"/>
                  </a:cubicBezTo>
                  <a:cubicBezTo>
                    <a:pt x="16892" y="35120"/>
                    <a:pt x="18164" y="35644"/>
                    <a:pt x="19620" y="35644"/>
                  </a:cubicBezTo>
                  <a:cubicBezTo>
                    <a:pt x="19817" y="35644"/>
                    <a:pt x="20017" y="35634"/>
                    <a:pt x="20222" y="35614"/>
                  </a:cubicBezTo>
                  <a:cubicBezTo>
                    <a:pt x="21080" y="35524"/>
                    <a:pt x="21926" y="35298"/>
                    <a:pt x="22716" y="34959"/>
                  </a:cubicBezTo>
                  <a:cubicBezTo>
                    <a:pt x="23585" y="34609"/>
                    <a:pt x="24487" y="34621"/>
                    <a:pt x="25187" y="33966"/>
                  </a:cubicBezTo>
                  <a:cubicBezTo>
                    <a:pt x="26282" y="32962"/>
                    <a:pt x="26485" y="32319"/>
                    <a:pt x="26507" y="30841"/>
                  </a:cubicBezTo>
                  <a:cubicBezTo>
                    <a:pt x="27498" y="31094"/>
                    <a:pt x="28450" y="31312"/>
                    <a:pt x="29366" y="31312"/>
                  </a:cubicBezTo>
                  <a:cubicBezTo>
                    <a:pt x="30410" y="31312"/>
                    <a:pt x="31408" y="31028"/>
                    <a:pt x="32364" y="30186"/>
                  </a:cubicBezTo>
                  <a:cubicBezTo>
                    <a:pt x="34034" y="28730"/>
                    <a:pt x="35162" y="26372"/>
                    <a:pt x="35185" y="24307"/>
                  </a:cubicBezTo>
                  <a:lnTo>
                    <a:pt x="35219" y="22332"/>
                  </a:lnTo>
                  <a:cubicBezTo>
                    <a:pt x="35286" y="15810"/>
                    <a:pt x="34970" y="9514"/>
                    <a:pt x="30468" y="4221"/>
                  </a:cubicBezTo>
                  <a:cubicBezTo>
                    <a:pt x="29159" y="2720"/>
                    <a:pt x="27771" y="1321"/>
                    <a:pt x="26304" y="1"/>
                  </a:cubicBezTo>
                  <a:lnTo>
                    <a:pt x="18800" y="1"/>
                  </a:lnTo>
                  <a:cubicBezTo>
                    <a:pt x="19387" y="802"/>
                    <a:pt x="19974" y="1603"/>
                    <a:pt x="20583" y="2393"/>
                  </a:cubicBezTo>
                  <a:cubicBezTo>
                    <a:pt x="22242" y="4526"/>
                    <a:pt x="24341" y="6365"/>
                    <a:pt x="25774" y="8667"/>
                  </a:cubicBezTo>
                  <a:cubicBezTo>
                    <a:pt x="26710" y="10191"/>
                    <a:pt x="27015" y="12007"/>
                    <a:pt x="27579" y="13677"/>
                  </a:cubicBezTo>
                  <a:cubicBezTo>
                    <a:pt x="28617" y="16690"/>
                    <a:pt x="28945" y="20753"/>
                    <a:pt x="28223" y="23867"/>
                  </a:cubicBezTo>
                  <a:cubicBezTo>
                    <a:pt x="27974" y="24950"/>
                    <a:pt x="27466" y="26214"/>
                    <a:pt x="26383" y="26722"/>
                  </a:cubicBezTo>
                  <a:cubicBezTo>
                    <a:pt x="26045" y="26879"/>
                    <a:pt x="25698" y="26937"/>
                    <a:pt x="25347" y="26937"/>
                  </a:cubicBezTo>
                  <a:cubicBezTo>
                    <a:pt x="24377" y="26937"/>
                    <a:pt x="23376" y="26496"/>
                    <a:pt x="22453" y="26496"/>
                  </a:cubicBezTo>
                  <a:cubicBezTo>
                    <a:pt x="22127" y="26496"/>
                    <a:pt x="21810" y="26551"/>
                    <a:pt x="21508" y="26699"/>
                  </a:cubicBezTo>
                  <a:cubicBezTo>
                    <a:pt x="21091" y="26902"/>
                    <a:pt x="20696" y="27523"/>
                    <a:pt x="20312" y="27805"/>
                  </a:cubicBezTo>
                  <a:cubicBezTo>
                    <a:pt x="19850" y="28132"/>
                    <a:pt x="19398" y="28572"/>
                    <a:pt x="18879" y="28809"/>
                  </a:cubicBezTo>
                  <a:cubicBezTo>
                    <a:pt x="18575" y="28944"/>
                    <a:pt x="18225" y="29002"/>
                    <a:pt x="17867" y="29002"/>
                  </a:cubicBezTo>
                  <a:cubicBezTo>
                    <a:pt x="17322" y="29002"/>
                    <a:pt x="16760" y="28867"/>
                    <a:pt x="16318" y="28663"/>
                  </a:cubicBezTo>
                  <a:cubicBezTo>
                    <a:pt x="14727" y="27929"/>
                    <a:pt x="13937" y="26688"/>
                    <a:pt x="13474" y="25018"/>
                  </a:cubicBezTo>
                  <a:cubicBezTo>
                    <a:pt x="13215" y="24115"/>
                    <a:pt x="12876" y="23246"/>
                    <a:pt x="12458" y="22411"/>
                  </a:cubicBezTo>
                  <a:cubicBezTo>
                    <a:pt x="12086" y="21633"/>
                    <a:pt x="11443" y="20820"/>
                    <a:pt x="11228" y="19997"/>
                  </a:cubicBezTo>
                  <a:cubicBezTo>
                    <a:pt x="11003" y="19139"/>
                    <a:pt x="10969" y="18428"/>
                    <a:pt x="10518" y="17616"/>
                  </a:cubicBezTo>
                  <a:cubicBezTo>
                    <a:pt x="10089" y="16837"/>
                    <a:pt x="9536" y="16126"/>
                    <a:pt x="9084" y="15347"/>
                  </a:cubicBezTo>
                  <a:cubicBezTo>
                    <a:pt x="8633" y="14546"/>
                    <a:pt x="8351" y="13632"/>
                    <a:pt x="7990" y="12775"/>
                  </a:cubicBezTo>
                  <a:cubicBezTo>
                    <a:pt x="7369" y="11274"/>
                    <a:pt x="7595" y="9604"/>
                    <a:pt x="6986" y="8114"/>
                  </a:cubicBezTo>
                  <a:cubicBezTo>
                    <a:pt x="6602" y="7166"/>
                    <a:pt x="5835" y="6444"/>
                    <a:pt x="5598" y="5440"/>
                  </a:cubicBezTo>
                  <a:cubicBezTo>
                    <a:pt x="5248" y="3996"/>
                    <a:pt x="5406" y="2653"/>
                    <a:pt x="5586" y="1231"/>
                  </a:cubicBezTo>
                  <a:cubicBezTo>
                    <a:pt x="5632" y="825"/>
                    <a:pt x="5711" y="407"/>
                    <a:pt x="57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"/>
            <p:cNvSpPr/>
            <p:nvPr/>
          </p:nvSpPr>
          <p:spPr>
            <a:xfrm>
              <a:off x="5531525" y="896425"/>
              <a:ext cx="875" cy="1150"/>
            </a:xfrm>
            <a:custGeom>
              <a:avLst/>
              <a:gdLst/>
              <a:ahLst/>
              <a:cxnLst/>
              <a:rect l="l" t="t" r="r" b="b"/>
              <a:pathLst>
                <a:path w="35" h="46" extrusionOk="0">
                  <a:moveTo>
                    <a:pt x="1" y="1"/>
                  </a:moveTo>
                  <a:lnTo>
                    <a:pt x="1" y="46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"/>
            <p:cNvSpPr/>
            <p:nvPr/>
          </p:nvSpPr>
          <p:spPr>
            <a:xfrm>
              <a:off x="5691500" y="896425"/>
              <a:ext cx="44025" cy="70000"/>
            </a:xfrm>
            <a:custGeom>
              <a:avLst/>
              <a:gdLst/>
              <a:ahLst/>
              <a:cxnLst/>
              <a:rect l="l" t="t" r="r" b="b"/>
              <a:pathLst>
                <a:path w="1761" h="2800" extrusionOk="0">
                  <a:moveTo>
                    <a:pt x="271" y="1"/>
                  </a:moveTo>
                  <a:cubicBezTo>
                    <a:pt x="68" y="926"/>
                    <a:pt x="0" y="1863"/>
                    <a:pt x="56" y="2799"/>
                  </a:cubicBezTo>
                  <a:cubicBezTo>
                    <a:pt x="587" y="1851"/>
                    <a:pt x="1162" y="915"/>
                    <a:pt x="1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"/>
            <p:cNvSpPr/>
            <p:nvPr/>
          </p:nvSpPr>
          <p:spPr>
            <a:xfrm>
              <a:off x="5912950" y="896425"/>
              <a:ext cx="82100" cy="172400"/>
            </a:xfrm>
            <a:custGeom>
              <a:avLst/>
              <a:gdLst/>
              <a:ahLst/>
              <a:cxnLst/>
              <a:rect l="l" t="t" r="r" b="b"/>
              <a:pathLst>
                <a:path w="3284" h="6896" extrusionOk="0">
                  <a:moveTo>
                    <a:pt x="688" y="1"/>
                  </a:moveTo>
                  <a:cubicBezTo>
                    <a:pt x="305" y="2280"/>
                    <a:pt x="68" y="4582"/>
                    <a:pt x="0" y="6895"/>
                  </a:cubicBezTo>
                  <a:cubicBezTo>
                    <a:pt x="1061" y="4526"/>
                    <a:pt x="2246" y="2314"/>
                    <a:pt x="3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"/>
            <p:cNvSpPr/>
            <p:nvPr/>
          </p:nvSpPr>
          <p:spPr>
            <a:xfrm>
              <a:off x="6099125" y="896425"/>
              <a:ext cx="66600" cy="126425"/>
            </a:xfrm>
            <a:custGeom>
              <a:avLst/>
              <a:gdLst/>
              <a:ahLst/>
              <a:cxnLst/>
              <a:rect l="l" t="t" r="r" b="b"/>
              <a:pathLst>
                <a:path w="2664" h="5057" extrusionOk="0">
                  <a:moveTo>
                    <a:pt x="1" y="1"/>
                  </a:moveTo>
                  <a:cubicBezTo>
                    <a:pt x="215" y="1953"/>
                    <a:pt x="712" y="3736"/>
                    <a:pt x="1603" y="5056"/>
                  </a:cubicBezTo>
                  <a:cubicBezTo>
                    <a:pt x="1942" y="3454"/>
                    <a:pt x="2348" y="1750"/>
                    <a:pt x="26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4" name="Google Shape;1414;p2"/>
            <p:cNvGrpSpPr/>
            <p:nvPr/>
          </p:nvGrpSpPr>
          <p:grpSpPr>
            <a:xfrm>
              <a:off x="1071450" y="3263575"/>
              <a:ext cx="464650" cy="436850"/>
              <a:chOff x="1071450" y="3263575"/>
              <a:chExt cx="464650" cy="436850"/>
            </a:xfrm>
          </p:grpSpPr>
          <p:sp>
            <p:nvSpPr>
              <p:cNvPr id="1415" name="Google Shape;1415;p2"/>
              <p:cNvSpPr/>
              <p:nvPr/>
            </p:nvSpPr>
            <p:spPr>
              <a:xfrm>
                <a:off x="1071450" y="3263575"/>
                <a:ext cx="464650" cy="436850"/>
              </a:xfrm>
              <a:custGeom>
                <a:avLst/>
                <a:gdLst/>
                <a:ahLst/>
                <a:cxnLst/>
                <a:rect l="l" t="t" r="r" b="b"/>
                <a:pathLst>
                  <a:path w="18586" h="17474" extrusionOk="0">
                    <a:moveTo>
                      <a:pt x="9634" y="0"/>
                    </a:moveTo>
                    <a:cubicBezTo>
                      <a:pt x="9157" y="0"/>
                      <a:pt x="8682" y="58"/>
                      <a:pt x="8215" y="181"/>
                    </a:cubicBezTo>
                    <a:cubicBezTo>
                      <a:pt x="3826" y="1309"/>
                      <a:pt x="1" y="4164"/>
                      <a:pt x="644" y="9355"/>
                    </a:cubicBezTo>
                    <a:cubicBezTo>
                      <a:pt x="971" y="12040"/>
                      <a:pt x="2630" y="14399"/>
                      <a:pt x="4774" y="15933"/>
                    </a:cubicBezTo>
                    <a:cubicBezTo>
                      <a:pt x="5744" y="16610"/>
                      <a:pt x="6839" y="17073"/>
                      <a:pt x="8001" y="17299"/>
                    </a:cubicBezTo>
                    <a:cubicBezTo>
                      <a:pt x="8560" y="17414"/>
                      <a:pt x="9133" y="17474"/>
                      <a:pt x="9703" y="17474"/>
                    </a:cubicBezTo>
                    <a:cubicBezTo>
                      <a:pt x="10812" y="17474"/>
                      <a:pt x="11906" y="17245"/>
                      <a:pt x="12853" y="16746"/>
                    </a:cubicBezTo>
                    <a:cubicBezTo>
                      <a:pt x="14083" y="16080"/>
                      <a:pt x="15482" y="15177"/>
                      <a:pt x="16306" y="14015"/>
                    </a:cubicBezTo>
                    <a:cubicBezTo>
                      <a:pt x="18337" y="11386"/>
                      <a:pt x="18586" y="7594"/>
                      <a:pt x="17051" y="4706"/>
                    </a:cubicBezTo>
                    <a:cubicBezTo>
                      <a:pt x="15679" y="2244"/>
                      <a:pt x="12621" y="0"/>
                      <a:pt x="9634" y="0"/>
                    </a:cubicBezTo>
                    <a:close/>
                  </a:path>
                </a:pathLst>
              </a:custGeom>
              <a:solidFill>
                <a:srgbClr val="7FB6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"/>
              <p:cNvSpPr/>
              <p:nvPr/>
            </p:nvSpPr>
            <p:spPr>
              <a:xfrm>
                <a:off x="1086675" y="3286200"/>
                <a:ext cx="42545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7018" h="15665" extrusionOk="0">
                    <a:moveTo>
                      <a:pt x="8782" y="1"/>
                    </a:moveTo>
                    <a:cubicBezTo>
                      <a:pt x="8168" y="1"/>
                      <a:pt x="7563" y="99"/>
                      <a:pt x="6986" y="314"/>
                    </a:cubicBezTo>
                    <a:cubicBezTo>
                      <a:pt x="3160" y="1713"/>
                      <a:pt x="1" y="4613"/>
                      <a:pt x="1028" y="9194"/>
                    </a:cubicBezTo>
                    <a:cubicBezTo>
                      <a:pt x="1569" y="11553"/>
                      <a:pt x="3262" y="13505"/>
                      <a:pt x="5316" y="14690"/>
                    </a:cubicBezTo>
                    <a:cubicBezTo>
                      <a:pt x="6241" y="15209"/>
                      <a:pt x="7257" y="15525"/>
                      <a:pt x="8306" y="15626"/>
                    </a:cubicBezTo>
                    <a:cubicBezTo>
                      <a:pt x="8565" y="15651"/>
                      <a:pt x="8825" y="15664"/>
                      <a:pt x="9085" y="15664"/>
                    </a:cubicBezTo>
                    <a:cubicBezTo>
                      <a:pt x="10342" y="15664"/>
                      <a:pt x="11584" y="15363"/>
                      <a:pt x="12594" y="14690"/>
                    </a:cubicBezTo>
                    <a:cubicBezTo>
                      <a:pt x="13644" y="14001"/>
                      <a:pt x="14806" y="13065"/>
                      <a:pt x="15438" y="11948"/>
                    </a:cubicBezTo>
                    <a:cubicBezTo>
                      <a:pt x="17017" y="9420"/>
                      <a:pt x="16893" y="6012"/>
                      <a:pt x="15268" y="3575"/>
                    </a:cubicBezTo>
                    <a:cubicBezTo>
                      <a:pt x="13927" y="1635"/>
                      <a:pt x="11289" y="1"/>
                      <a:pt x="8782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"/>
              <p:cNvSpPr/>
              <p:nvPr/>
            </p:nvSpPr>
            <p:spPr>
              <a:xfrm>
                <a:off x="1118000" y="3314325"/>
                <a:ext cx="364775" cy="335800"/>
              </a:xfrm>
              <a:custGeom>
                <a:avLst/>
                <a:gdLst/>
                <a:ahLst/>
                <a:cxnLst/>
                <a:rect l="l" t="t" r="r" b="b"/>
                <a:pathLst>
                  <a:path w="14591" h="13432" extrusionOk="0">
                    <a:moveTo>
                      <a:pt x="7534" y="1"/>
                    </a:moveTo>
                    <a:cubicBezTo>
                      <a:pt x="7007" y="1"/>
                      <a:pt x="6488" y="85"/>
                      <a:pt x="5992" y="272"/>
                    </a:cubicBezTo>
                    <a:cubicBezTo>
                      <a:pt x="2709" y="1468"/>
                      <a:pt x="0" y="3951"/>
                      <a:pt x="892" y="7878"/>
                    </a:cubicBezTo>
                    <a:cubicBezTo>
                      <a:pt x="1343" y="9909"/>
                      <a:pt x="2788" y="11590"/>
                      <a:pt x="4559" y="12606"/>
                    </a:cubicBezTo>
                    <a:cubicBezTo>
                      <a:pt x="5349" y="13046"/>
                      <a:pt x="6218" y="13316"/>
                      <a:pt x="7121" y="13395"/>
                    </a:cubicBezTo>
                    <a:cubicBezTo>
                      <a:pt x="7352" y="13420"/>
                      <a:pt x="7584" y="13432"/>
                      <a:pt x="7816" y="13432"/>
                    </a:cubicBezTo>
                    <a:cubicBezTo>
                      <a:pt x="8887" y="13432"/>
                      <a:pt x="9946" y="13169"/>
                      <a:pt x="10799" y="12594"/>
                    </a:cubicBezTo>
                    <a:cubicBezTo>
                      <a:pt x="11691" y="11996"/>
                      <a:pt x="12695" y="11195"/>
                      <a:pt x="13237" y="10247"/>
                    </a:cubicBezTo>
                    <a:cubicBezTo>
                      <a:pt x="14591" y="8081"/>
                      <a:pt x="14489" y="5158"/>
                      <a:pt x="13101" y="3070"/>
                    </a:cubicBezTo>
                    <a:cubicBezTo>
                      <a:pt x="11941" y="1412"/>
                      <a:pt x="9682" y="1"/>
                      <a:pt x="7534" y="1"/>
                    </a:cubicBezTo>
                    <a:close/>
                  </a:path>
                </a:pathLst>
              </a:custGeom>
              <a:solidFill>
                <a:srgbClr val="C3D6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"/>
              <p:cNvSpPr/>
              <p:nvPr/>
            </p:nvSpPr>
            <p:spPr>
              <a:xfrm>
                <a:off x="1241850" y="3308425"/>
                <a:ext cx="106100" cy="3470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13880" extrusionOk="0">
                    <a:moveTo>
                      <a:pt x="4243" y="0"/>
                    </a:moveTo>
                    <a:cubicBezTo>
                      <a:pt x="4243" y="0"/>
                      <a:pt x="4164" y="215"/>
                      <a:pt x="4074" y="598"/>
                    </a:cubicBezTo>
                    <a:cubicBezTo>
                      <a:pt x="3984" y="982"/>
                      <a:pt x="3769" y="1524"/>
                      <a:pt x="3589" y="2167"/>
                    </a:cubicBezTo>
                    <a:cubicBezTo>
                      <a:pt x="3498" y="2494"/>
                      <a:pt x="3374" y="2833"/>
                      <a:pt x="3239" y="3205"/>
                    </a:cubicBezTo>
                    <a:lnTo>
                      <a:pt x="2810" y="4356"/>
                    </a:lnTo>
                    <a:cubicBezTo>
                      <a:pt x="2663" y="4751"/>
                      <a:pt x="2505" y="5168"/>
                      <a:pt x="2359" y="5586"/>
                    </a:cubicBezTo>
                    <a:cubicBezTo>
                      <a:pt x="2201" y="6003"/>
                      <a:pt x="2065" y="6443"/>
                      <a:pt x="1919" y="6872"/>
                    </a:cubicBezTo>
                    <a:cubicBezTo>
                      <a:pt x="1659" y="7741"/>
                      <a:pt x="1366" y="8587"/>
                      <a:pt x="1095" y="9400"/>
                    </a:cubicBezTo>
                    <a:cubicBezTo>
                      <a:pt x="824" y="10212"/>
                      <a:pt x="598" y="10968"/>
                      <a:pt x="406" y="11634"/>
                    </a:cubicBezTo>
                    <a:cubicBezTo>
                      <a:pt x="248" y="12165"/>
                      <a:pt x="136" y="12706"/>
                      <a:pt x="45" y="13248"/>
                    </a:cubicBezTo>
                    <a:cubicBezTo>
                      <a:pt x="11" y="13406"/>
                      <a:pt x="0" y="13564"/>
                      <a:pt x="0" y="13710"/>
                    </a:cubicBezTo>
                    <a:cubicBezTo>
                      <a:pt x="12" y="13767"/>
                      <a:pt x="17" y="13809"/>
                      <a:pt x="20" y="13838"/>
                    </a:cubicBezTo>
                    <a:lnTo>
                      <a:pt x="20" y="13838"/>
                    </a:lnTo>
                    <a:cubicBezTo>
                      <a:pt x="20" y="13808"/>
                      <a:pt x="22" y="13764"/>
                      <a:pt x="34" y="13710"/>
                    </a:cubicBezTo>
                    <a:cubicBezTo>
                      <a:pt x="57" y="13598"/>
                      <a:pt x="79" y="13451"/>
                      <a:pt x="136" y="13259"/>
                    </a:cubicBezTo>
                    <a:cubicBezTo>
                      <a:pt x="237" y="12875"/>
                      <a:pt x="429" y="12356"/>
                      <a:pt x="666" y="11713"/>
                    </a:cubicBezTo>
                    <a:cubicBezTo>
                      <a:pt x="892" y="11070"/>
                      <a:pt x="1185" y="10325"/>
                      <a:pt x="1490" y="9535"/>
                    </a:cubicBezTo>
                    <a:cubicBezTo>
                      <a:pt x="1794" y="8745"/>
                      <a:pt x="2099" y="7877"/>
                      <a:pt x="2381" y="7019"/>
                    </a:cubicBezTo>
                    <a:cubicBezTo>
                      <a:pt x="2517" y="6590"/>
                      <a:pt x="2652" y="6150"/>
                      <a:pt x="2799" y="5733"/>
                    </a:cubicBezTo>
                    <a:lnTo>
                      <a:pt x="3216" y="4491"/>
                    </a:lnTo>
                    <a:cubicBezTo>
                      <a:pt x="3352" y="4085"/>
                      <a:pt x="3464" y="3690"/>
                      <a:pt x="3566" y="3306"/>
                    </a:cubicBezTo>
                    <a:cubicBezTo>
                      <a:pt x="3679" y="2934"/>
                      <a:pt x="3792" y="2584"/>
                      <a:pt x="3848" y="2246"/>
                    </a:cubicBezTo>
                    <a:cubicBezTo>
                      <a:pt x="3995" y="1569"/>
                      <a:pt x="4108" y="1016"/>
                      <a:pt x="4164" y="621"/>
                    </a:cubicBezTo>
                    <a:cubicBezTo>
                      <a:pt x="4209" y="226"/>
                      <a:pt x="4243" y="0"/>
                      <a:pt x="4243" y="0"/>
                    </a:cubicBezTo>
                    <a:close/>
                    <a:moveTo>
                      <a:pt x="20" y="13838"/>
                    </a:moveTo>
                    <a:cubicBezTo>
                      <a:pt x="20" y="13864"/>
                      <a:pt x="23" y="13880"/>
                      <a:pt x="23" y="13880"/>
                    </a:cubicBezTo>
                    <a:cubicBezTo>
                      <a:pt x="23" y="13880"/>
                      <a:pt x="23" y="13866"/>
                      <a:pt x="20" y="13838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"/>
              <p:cNvSpPr/>
              <p:nvPr/>
            </p:nvSpPr>
            <p:spPr>
              <a:xfrm>
                <a:off x="1144525" y="3386000"/>
                <a:ext cx="306100" cy="212450"/>
              </a:xfrm>
              <a:custGeom>
                <a:avLst/>
                <a:gdLst/>
                <a:ahLst/>
                <a:cxnLst/>
                <a:rect l="l" t="t" r="r" b="b"/>
                <a:pathLst>
                  <a:path w="12244" h="8498" extrusionOk="0">
                    <a:moveTo>
                      <a:pt x="0" y="0"/>
                    </a:moveTo>
                    <a:lnTo>
                      <a:pt x="305" y="316"/>
                    </a:lnTo>
                    <a:cubicBezTo>
                      <a:pt x="406" y="407"/>
                      <a:pt x="531" y="497"/>
                      <a:pt x="643" y="587"/>
                    </a:cubicBezTo>
                    <a:cubicBezTo>
                      <a:pt x="869" y="756"/>
                      <a:pt x="1106" y="914"/>
                      <a:pt x="1332" y="1084"/>
                    </a:cubicBezTo>
                    <a:lnTo>
                      <a:pt x="2720" y="2065"/>
                    </a:lnTo>
                    <a:lnTo>
                      <a:pt x="5484" y="4063"/>
                    </a:lnTo>
                    <a:cubicBezTo>
                      <a:pt x="6410" y="4728"/>
                      <a:pt x="7324" y="5383"/>
                      <a:pt x="8271" y="6015"/>
                    </a:cubicBezTo>
                    <a:cubicBezTo>
                      <a:pt x="8745" y="6342"/>
                      <a:pt x="9231" y="6647"/>
                      <a:pt x="9716" y="6951"/>
                    </a:cubicBezTo>
                    <a:cubicBezTo>
                      <a:pt x="10190" y="7256"/>
                      <a:pt x="10664" y="7561"/>
                      <a:pt x="11160" y="7854"/>
                    </a:cubicBezTo>
                    <a:cubicBezTo>
                      <a:pt x="11341" y="7944"/>
                      <a:pt x="11533" y="8035"/>
                      <a:pt x="11724" y="8136"/>
                    </a:cubicBezTo>
                    <a:lnTo>
                      <a:pt x="12007" y="8294"/>
                    </a:lnTo>
                    <a:cubicBezTo>
                      <a:pt x="12052" y="8317"/>
                      <a:pt x="12097" y="8351"/>
                      <a:pt x="12142" y="8384"/>
                    </a:cubicBezTo>
                    <a:cubicBezTo>
                      <a:pt x="12165" y="8396"/>
                      <a:pt x="12176" y="8418"/>
                      <a:pt x="12198" y="8430"/>
                    </a:cubicBezTo>
                    <a:cubicBezTo>
                      <a:pt x="12210" y="8452"/>
                      <a:pt x="12243" y="8475"/>
                      <a:pt x="12221" y="8497"/>
                    </a:cubicBezTo>
                    <a:lnTo>
                      <a:pt x="12221" y="8497"/>
                    </a:lnTo>
                    <a:cubicBezTo>
                      <a:pt x="12243" y="8475"/>
                      <a:pt x="12221" y="8441"/>
                      <a:pt x="12210" y="8418"/>
                    </a:cubicBezTo>
                    <a:cubicBezTo>
                      <a:pt x="12187" y="8407"/>
                      <a:pt x="12176" y="8384"/>
                      <a:pt x="12153" y="8362"/>
                    </a:cubicBezTo>
                    <a:cubicBezTo>
                      <a:pt x="12119" y="8328"/>
                      <a:pt x="12074" y="8294"/>
                      <a:pt x="12029" y="8249"/>
                    </a:cubicBezTo>
                    <a:cubicBezTo>
                      <a:pt x="11950" y="8181"/>
                      <a:pt x="11860" y="8125"/>
                      <a:pt x="11770" y="8057"/>
                    </a:cubicBezTo>
                    <a:cubicBezTo>
                      <a:pt x="11600" y="7933"/>
                      <a:pt x="11420" y="7820"/>
                      <a:pt x="11239" y="7707"/>
                    </a:cubicBezTo>
                    <a:cubicBezTo>
                      <a:pt x="10799" y="7346"/>
                      <a:pt x="10336" y="7008"/>
                      <a:pt x="9885" y="6669"/>
                    </a:cubicBezTo>
                    <a:cubicBezTo>
                      <a:pt x="9422" y="6342"/>
                      <a:pt x="8971" y="5992"/>
                      <a:pt x="8508" y="5665"/>
                    </a:cubicBezTo>
                    <a:cubicBezTo>
                      <a:pt x="7594" y="4999"/>
                      <a:pt x="6680" y="4322"/>
                      <a:pt x="5744" y="3668"/>
                    </a:cubicBezTo>
                    <a:cubicBezTo>
                      <a:pt x="5281" y="3340"/>
                      <a:pt x="4807" y="3013"/>
                      <a:pt x="4333" y="2697"/>
                    </a:cubicBezTo>
                    <a:cubicBezTo>
                      <a:pt x="3859" y="2381"/>
                      <a:pt x="3397" y="2065"/>
                      <a:pt x="2900" y="1772"/>
                    </a:cubicBezTo>
                    <a:lnTo>
                      <a:pt x="2178" y="1321"/>
                    </a:lnTo>
                    <a:cubicBezTo>
                      <a:pt x="1930" y="1185"/>
                      <a:pt x="1693" y="1016"/>
                      <a:pt x="1445" y="881"/>
                    </a:cubicBezTo>
                    <a:cubicBezTo>
                      <a:pt x="1196" y="756"/>
                      <a:pt x="948" y="610"/>
                      <a:pt x="700" y="474"/>
                    </a:cubicBezTo>
                    <a:cubicBezTo>
                      <a:pt x="452" y="328"/>
                      <a:pt x="215" y="170"/>
                      <a:pt x="0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"/>
              <p:cNvSpPr/>
              <p:nvPr/>
            </p:nvSpPr>
            <p:spPr>
              <a:xfrm>
                <a:off x="1230550" y="3317450"/>
                <a:ext cx="128950" cy="341650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13666" extrusionOk="0">
                    <a:moveTo>
                      <a:pt x="1" y="0"/>
                    </a:moveTo>
                    <a:lnTo>
                      <a:pt x="80" y="136"/>
                    </a:lnTo>
                    <a:cubicBezTo>
                      <a:pt x="148" y="271"/>
                      <a:pt x="215" y="418"/>
                      <a:pt x="272" y="565"/>
                    </a:cubicBezTo>
                    <a:cubicBezTo>
                      <a:pt x="430" y="926"/>
                      <a:pt x="576" y="1479"/>
                      <a:pt x="779" y="2133"/>
                    </a:cubicBezTo>
                    <a:cubicBezTo>
                      <a:pt x="983" y="2788"/>
                      <a:pt x="1208" y="3555"/>
                      <a:pt x="1468" y="4367"/>
                    </a:cubicBezTo>
                    <a:cubicBezTo>
                      <a:pt x="1727" y="5180"/>
                      <a:pt x="2009" y="6060"/>
                      <a:pt x="2292" y="6929"/>
                    </a:cubicBezTo>
                    <a:cubicBezTo>
                      <a:pt x="2438" y="7358"/>
                      <a:pt x="2585" y="7786"/>
                      <a:pt x="2720" y="8215"/>
                    </a:cubicBezTo>
                    <a:cubicBezTo>
                      <a:pt x="2856" y="8644"/>
                      <a:pt x="3048" y="9061"/>
                      <a:pt x="3206" y="9456"/>
                    </a:cubicBezTo>
                    <a:cubicBezTo>
                      <a:pt x="3533" y="10246"/>
                      <a:pt x="3849" y="10991"/>
                      <a:pt x="4142" y="11612"/>
                    </a:cubicBezTo>
                    <a:cubicBezTo>
                      <a:pt x="4424" y="12232"/>
                      <a:pt x="4684" y="12740"/>
                      <a:pt x="4864" y="13101"/>
                    </a:cubicBezTo>
                    <a:cubicBezTo>
                      <a:pt x="5056" y="13462"/>
                      <a:pt x="5158" y="13665"/>
                      <a:pt x="5158" y="13665"/>
                    </a:cubicBezTo>
                    <a:lnTo>
                      <a:pt x="4943" y="13067"/>
                    </a:lnTo>
                    <a:cubicBezTo>
                      <a:pt x="4819" y="12695"/>
                      <a:pt x="4639" y="12153"/>
                      <a:pt x="4379" y="11510"/>
                    </a:cubicBezTo>
                    <a:cubicBezTo>
                      <a:pt x="4131" y="10878"/>
                      <a:pt x="3894" y="10111"/>
                      <a:pt x="3601" y="9310"/>
                    </a:cubicBezTo>
                    <a:cubicBezTo>
                      <a:pt x="3454" y="8904"/>
                      <a:pt x="3296" y="8509"/>
                      <a:pt x="3160" y="8080"/>
                    </a:cubicBezTo>
                    <a:cubicBezTo>
                      <a:pt x="3025" y="7651"/>
                      <a:pt x="2890" y="7211"/>
                      <a:pt x="2743" y="6771"/>
                    </a:cubicBezTo>
                    <a:cubicBezTo>
                      <a:pt x="2596" y="6342"/>
                      <a:pt x="2450" y="5913"/>
                      <a:pt x="2314" y="5484"/>
                    </a:cubicBezTo>
                    <a:cubicBezTo>
                      <a:pt x="2179" y="5056"/>
                      <a:pt x="2009" y="4638"/>
                      <a:pt x="1874" y="4232"/>
                    </a:cubicBezTo>
                    <a:cubicBezTo>
                      <a:pt x="1581" y="3431"/>
                      <a:pt x="1276" y="2686"/>
                      <a:pt x="1028" y="2043"/>
                    </a:cubicBezTo>
                    <a:cubicBezTo>
                      <a:pt x="847" y="1524"/>
                      <a:pt x="610" y="1016"/>
                      <a:pt x="351" y="519"/>
                    </a:cubicBezTo>
                    <a:cubicBezTo>
                      <a:pt x="283" y="384"/>
                      <a:pt x="193" y="249"/>
                      <a:pt x="102" y="12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"/>
              <p:cNvSpPr/>
              <p:nvPr/>
            </p:nvSpPr>
            <p:spPr>
              <a:xfrm>
                <a:off x="1163700" y="3358075"/>
                <a:ext cx="273100" cy="239800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592" extrusionOk="0">
                    <a:moveTo>
                      <a:pt x="10924" y="0"/>
                    </a:moveTo>
                    <a:cubicBezTo>
                      <a:pt x="10867" y="113"/>
                      <a:pt x="10799" y="203"/>
                      <a:pt x="10709" y="282"/>
                    </a:cubicBezTo>
                    <a:cubicBezTo>
                      <a:pt x="10619" y="361"/>
                      <a:pt x="10529" y="429"/>
                      <a:pt x="10438" y="497"/>
                    </a:cubicBezTo>
                    <a:cubicBezTo>
                      <a:pt x="10247" y="643"/>
                      <a:pt x="10043" y="756"/>
                      <a:pt x="9852" y="926"/>
                    </a:cubicBezTo>
                    <a:cubicBezTo>
                      <a:pt x="9423" y="1264"/>
                      <a:pt x="9005" y="1614"/>
                      <a:pt x="8588" y="1975"/>
                    </a:cubicBezTo>
                    <a:cubicBezTo>
                      <a:pt x="8170" y="2336"/>
                      <a:pt x="7741" y="2675"/>
                      <a:pt x="7335" y="3036"/>
                    </a:cubicBezTo>
                    <a:cubicBezTo>
                      <a:pt x="6500" y="3758"/>
                      <a:pt x="5710" y="4503"/>
                      <a:pt x="4909" y="5259"/>
                    </a:cubicBezTo>
                    <a:lnTo>
                      <a:pt x="4311" y="5823"/>
                    </a:lnTo>
                    <a:lnTo>
                      <a:pt x="3713" y="6342"/>
                    </a:lnTo>
                    <a:cubicBezTo>
                      <a:pt x="3284" y="6669"/>
                      <a:pt x="2833" y="6996"/>
                      <a:pt x="2404" y="7346"/>
                    </a:cubicBezTo>
                    <a:cubicBezTo>
                      <a:pt x="2201" y="7527"/>
                      <a:pt x="1975" y="7685"/>
                      <a:pt x="1783" y="7877"/>
                    </a:cubicBezTo>
                    <a:cubicBezTo>
                      <a:pt x="1580" y="8080"/>
                      <a:pt x="1377" y="8260"/>
                      <a:pt x="1197" y="8475"/>
                    </a:cubicBezTo>
                    <a:cubicBezTo>
                      <a:pt x="1005" y="8678"/>
                      <a:pt x="824" y="8870"/>
                      <a:pt x="632" y="9061"/>
                    </a:cubicBezTo>
                    <a:cubicBezTo>
                      <a:pt x="542" y="9163"/>
                      <a:pt x="441" y="9253"/>
                      <a:pt x="328" y="9332"/>
                    </a:cubicBezTo>
                    <a:lnTo>
                      <a:pt x="0" y="9592"/>
                    </a:lnTo>
                    <a:cubicBezTo>
                      <a:pt x="249" y="9468"/>
                      <a:pt x="486" y="9321"/>
                      <a:pt x="700" y="9163"/>
                    </a:cubicBezTo>
                    <a:cubicBezTo>
                      <a:pt x="915" y="8982"/>
                      <a:pt x="1140" y="8813"/>
                      <a:pt x="1343" y="8633"/>
                    </a:cubicBezTo>
                    <a:cubicBezTo>
                      <a:pt x="1546" y="8441"/>
                      <a:pt x="1750" y="8272"/>
                      <a:pt x="1964" y="8102"/>
                    </a:cubicBezTo>
                    <a:cubicBezTo>
                      <a:pt x="2167" y="7933"/>
                      <a:pt x="2393" y="7775"/>
                      <a:pt x="2618" y="7617"/>
                    </a:cubicBezTo>
                    <a:cubicBezTo>
                      <a:pt x="2844" y="7459"/>
                      <a:pt x="3070" y="7312"/>
                      <a:pt x="3295" y="7166"/>
                    </a:cubicBezTo>
                    <a:lnTo>
                      <a:pt x="3973" y="6692"/>
                    </a:lnTo>
                    <a:lnTo>
                      <a:pt x="4627" y="6161"/>
                    </a:lnTo>
                    <a:lnTo>
                      <a:pt x="5225" y="5597"/>
                    </a:lnTo>
                    <a:cubicBezTo>
                      <a:pt x="6038" y="4852"/>
                      <a:pt x="6827" y="4096"/>
                      <a:pt x="7617" y="3340"/>
                    </a:cubicBezTo>
                    <a:cubicBezTo>
                      <a:pt x="8024" y="2979"/>
                      <a:pt x="8407" y="2596"/>
                      <a:pt x="8802" y="2212"/>
                    </a:cubicBezTo>
                    <a:cubicBezTo>
                      <a:pt x="9186" y="1828"/>
                      <a:pt x="9592" y="1456"/>
                      <a:pt x="9976" y="1061"/>
                    </a:cubicBezTo>
                    <a:cubicBezTo>
                      <a:pt x="10122" y="903"/>
                      <a:pt x="10314" y="756"/>
                      <a:pt x="10495" y="598"/>
                    </a:cubicBezTo>
                    <a:cubicBezTo>
                      <a:pt x="10574" y="508"/>
                      <a:pt x="10664" y="429"/>
                      <a:pt x="10743" y="339"/>
                    </a:cubicBezTo>
                    <a:cubicBezTo>
                      <a:pt x="10822" y="237"/>
                      <a:pt x="10878" y="124"/>
                      <a:pt x="10924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"/>
              <p:cNvSpPr/>
              <p:nvPr/>
            </p:nvSpPr>
            <p:spPr>
              <a:xfrm>
                <a:off x="1115450" y="3480500"/>
                <a:ext cx="3744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4976" h="659" extrusionOk="0">
                    <a:moveTo>
                      <a:pt x="10236" y="1"/>
                    </a:moveTo>
                    <a:cubicBezTo>
                      <a:pt x="9344" y="1"/>
                      <a:pt x="8396" y="12"/>
                      <a:pt x="7471" y="57"/>
                    </a:cubicBezTo>
                    <a:lnTo>
                      <a:pt x="6072" y="136"/>
                    </a:lnTo>
                    <a:cubicBezTo>
                      <a:pt x="5609" y="159"/>
                      <a:pt x="5169" y="226"/>
                      <a:pt x="4729" y="226"/>
                    </a:cubicBezTo>
                    <a:cubicBezTo>
                      <a:pt x="4289" y="238"/>
                      <a:pt x="3860" y="260"/>
                      <a:pt x="3454" y="271"/>
                    </a:cubicBezTo>
                    <a:lnTo>
                      <a:pt x="3172" y="271"/>
                    </a:lnTo>
                    <a:lnTo>
                      <a:pt x="2890" y="249"/>
                    </a:lnTo>
                    <a:lnTo>
                      <a:pt x="2348" y="192"/>
                    </a:lnTo>
                    <a:cubicBezTo>
                      <a:pt x="1648" y="113"/>
                      <a:pt x="1062" y="102"/>
                      <a:pt x="655" y="68"/>
                    </a:cubicBezTo>
                    <a:lnTo>
                      <a:pt x="1" y="46"/>
                    </a:lnTo>
                    <a:lnTo>
                      <a:pt x="622" y="181"/>
                    </a:lnTo>
                    <a:lnTo>
                      <a:pt x="2303" y="474"/>
                    </a:lnTo>
                    <a:lnTo>
                      <a:pt x="2856" y="565"/>
                    </a:lnTo>
                    <a:lnTo>
                      <a:pt x="3138" y="610"/>
                    </a:lnTo>
                    <a:cubicBezTo>
                      <a:pt x="3262" y="632"/>
                      <a:pt x="3341" y="632"/>
                      <a:pt x="3443" y="632"/>
                    </a:cubicBezTo>
                    <a:cubicBezTo>
                      <a:pt x="3771" y="642"/>
                      <a:pt x="4115" y="658"/>
                      <a:pt x="4467" y="658"/>
                    </a:cubicBezTo>
                    <a:cubicBezTo>
                      <a:pt x="4550" y="658"/>
                      <a:pt x="4634" y="657"/>
                      <a:pt x="4718" y="655"/>
                    </a:cubicBezTo>
                    <a:cubicBezTo>
                      <a:pt x="5158" y="655"/>
                      <a:pt x="5609" y="632"/>
                      <a:pt x="6083" y="610"/>
                    </a:cubicBezTo>
                    <a:lnTo>
                      <a:pt x="7482" y="553"/>
                    </a:lnTo>
                    <a:cubicBezTo>
                      <a:pt x="7945" y="520"/>
                      <a:pt x="8419" y="497"/>
                      <a:pt x="8882" y="486"/>
                    </a:cubicBezTo>
                    <a:cubicBezTo>
                      <a:pt x="9333" y="474"/>
                      <a:pt x="9784" y="429"/>
                      <a:pt x="10224" y="429"/>
                    </a:cubicBezTo>
                    <a:cubicBezTo>
                      <a:pt x="10676" y="429"/>
                      <a:pt x="11093" y="429"/>
                      <a:pt x="11499" y="396"/>
                    </a:cubicBezTo>
                    <a:cubicBezTo>
                      <a:pt x="11631" y="388"/>
                      <a:pt x="11760" y="385"/>
                      <a:pt x="11887" y="385"/>
                    </a:cubicBezTo>
                    <a:cubicBezTo>
                      <a:pt x="12141" y="385"/>
                      <a:pt x="12387" y="396"/>
                      <a:pt x="12628" y="396"/>
                    </a:cubicBezTo>
                    <a:cubicBezTo>
                      <a:pt x="12861" y="396"/>
                      <a:pt x="13079" y="401"/>
                      <a:pt x="13289" y="401"/>
                    </a:cubicBezTo>
                    <a:cubicBezTo>
                      <a:pt x="13394" y="401"/>
                      <a:pt x="13497" y="399"/>
                      <a:pt x="13598" y="396"/>
                    </a:cubicBezTo>
                    <a:lnTo>
                      <a:pt x="14332" y="339"/>
                    </a:lnTo>
                    <a:cubicBezTo>
                      <a:pt x="14490" y="328"/>
                      <a:pt x="14648" y="328"/>
                      <a:pt x="14806" y="328"/>
                    </a:cubicBezTo>
                    <a:lnTo>
                      <a:pt x="14975" y="328"/>
                    </a:lnTo>
                    <a:lnTo>
                      <a:pt x="14806" y="294"/>
                    </a:lnTo>
                    <a:cubicBezTo>
                      <a:pt x="14648" y="260"/>
                      <a:pt x="14490" y="249"/>
                      <a:pt x="14332" y="249"/>
                    </a:cubicBezTo>
                    <a:lnTo>
                      <a:pt x="13598" y="215"/>
                    </a:lnTo>
                    <a:lnTo>
                      <a:pt x="12639" y="125"/>
                    </a:lnTo>
                    <a:cubicBezTo>
                      <a:pt x="12289" y="102"/>
                      <a:pt x="11894" y="57"/>
                      <a:pt x="11499" y="46"/>
                    </a:cubicBezTo>
                    <a:cubicBezTo>
                      <a:pt x="11105" y="23"/>
                      <a:pt x="10676" y="12"/>
                      <a:pt x="10236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3" name="Google Shape;1423;p2"/>
            <p:cNvGrpSpPr/>
            <p:nvPr/>
          </p:nvGrpSpPr>
          <p:grpSpPr>
            <a:xfrm>
              <a:off x="503300" y="1736038"/>
              <a:ext cx="464650" cy="436850"/>
              <a:chOff x="1071450" y="3263575"/>
              <a:chExt cx="464650" cy="436850"/>
            </a:xfrm>
          </p:grpSpPr>
          <p:sp>
            <p:nvSpPr>
              <p:cNvPr id="1424" name="Google Shape;1424;p2"/>
              <p:cNvSpPr/>
              <p:nvPr/>
            </p:nvSpPr>
            <p:spPr>
              <a:xfrm>
                <a:off x="1071450" y="3263575"/>
                <a:ext cx="464650" cy="436850"/>
              </a:xfrm>
              <a:custGeom>
                <a:avLst/>
                <a:gdLst/>
                <a:ahLst/>
                <a:cxnLst/>
                <a:rect l="l" t="t" r="r" b="b"/>
                <a:pathLst>
                  <a:path w="18586" h="17474" extrusionOk="0">
                    <a:moveTo>
                      <a:pt x="9634" y="0"/>
                    </a:moveTo>
                    <a:cubicBezTo>
                      <a:pt x="9157" y="0"/>
                      <a:pt x="8682" y="58"/>
                      <a:pt x="8215" y="181"/>
                    </a:cubicBezTo>
                    <a:cubicBezTo>
                      <a:pt x="3826" y="1309"/>
                      <a:pt x="1" y="4164"/>
                      <a:pt x="644" y="9355"/>
                    </a:cubicBezTo>
                    <a:cubicBezTo>
                      <a:pt x="971" y="12040"/>
                      <a:pt x="2630" y="14399"/>
                      <a:pt x="4774" y="15933"/>
                    </a:cubicBezTo>
                    <a:cubicBezTo>
                      <a:pt x="5744" y="16610"/>
                      <a:pt x="6839" y="17073"/>
                      <a:pt x="8001" y="17299"/>
                    </a:cubicBezTo>
                    <a:cubicBezTo>
                      <a:pt x="8560" y="17414"/>
                      <a:pt x="9133" y="17474"/>
                      <a:pt x="9703" y="17474"/>
                    </a:cubicBezTo>
                    <a:cubicBezTo>
                      <a:pt x="10812" y="17474"/>
                      <a:pt x="11906" y="17245"/>
                      <a:pt x="12853" y="16746"/>
                    </a:cubicBezTo>
                    <a:cubicBezTo>
                      <a:pt x="14083" y="16080"/>
                      <a:pt x="15482" y="15177"/>
                      <a:pt x="16306" y="14015"/>
                    </a:cubicBezTo>
                    <a:cubicBezTo>
                      <a:pt x="18337" y="11386"/>
                      <a:pt x="18586" y="7594"/>
                      <a:pt x="17051" y="4706"/>
                    </a:cubicBezTo>
                    <a:cubicBezTo>
                      <a:pt x="15679" y="2244"/>
                      <a:pt x="12621" y="0"/>
                      <a:pt x="9634" y="0"/>
                    </a:cubicBezTo>
                    <a:close/>
                  </a:path>
                </a:pathLst>
              </a:custGeom>
              <a:solidFill>
                <a:srgbClr val="7FB6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"/>
              <p:cNvSpPr/>
              <p:nvPr/>
            </p:nvSpPr>
            <p:spPr>
              <a:xfrm>
                <a:off x="1086675" y="3286200"/>
                <a:ext cx="42545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7018" h="15665" extrusionOk="0">
                    <a:moveTo>
                      <a:pt x="8782" y="1"/>
                    </a:moveTo>
                    <a:cubicBezTo>
                      <a:pt x="8168" y="1"/>
                      <a:pt x="7563" y="99"/>
                      <a:pt x="6986" y="314"/>
                    </a:cubicBezTo>
                    <a:cubicBezTo>
                      <a:pt x="3160" y="1713"/>
                      <a:pt x="1" y="4613"/>
                      <a:pt x="1028" y="9194"/>
                    </a:cubicBezTo>
                    <a:cubicBezTo>
                      <a:pt x="1569" y="11553"/>
                      <a:pt x="3262" y="13505"/>
                      <a:pt x="5316" y="14690"/>
                    </a:cubicBezTo>
                    <a:cubicBezTo>
                      <a:pt x="6241" y="15209"/>
                      <a:pt x="7257" y="15525"/>
                      <a:pt x="8306" y="15626"/>
                    </a:cubicBezTo>
                    <a:cubicBezTo>
                      <a:pt x="8565" y="15651"/>
                      <a:pt x="8825" y="15664"/>
                      <a:pt x="9085" y="15664"/>
                    </a:cubicBezTo>
                    <a:cubicBezTo>
                      <a:pt x="10342" y="15664"/>
                      <a:pt x="11584" y="15363"/>
                      <a:pt x="12594" y="14690"/>
                    </a:cubicBezTo>
                    <a:cubicBezTo>
                      <a:pt x="13644" y="14001"/>
                      <a:pt x="14806" y="13065"/>
                      <a:pt x="15438" y="11948"/>
                    </a:cubicBezTo>
                    <a:cubicBezTo>
                      <a:pt x="17017" y="9420"/>
                      <a:pt x="16893" y="6012"/>
                      <a:pt x="15268" y="3575"/>
                    </a:cubicBezTo>
                    <a:cubicBezTo>
                      <a:pt x="13927" y="1635"/>
                      <a:pt x="11289" y="1"/>
                      <a:pt x="8782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"/>
              <p:cNvSpPr/>
              <p:nvPr/>
            </p:nvSpPr>
            <p:spPr>
              <a:xfrm>
                <a:off x="1118000" y="3314325"/>
                <a:ext cx="364775" cy="335800"/>
              </a:xfrm>
              <a:custGeom>
                <a:avLst/>
                <a:gdLst/>
                <a:ahLst/>
                <a:cxnLst/>
                <a:rect l="l" t="t" r="r" b="b"/>
                <a:pathLst>
                  <a:path w="14591" h="13432" extrusionOk="0">
                    <a:moveTo>
                      <a:pt x="7534" y="1"/>
                    </a:moveTo>
                    <a:cubicBezTo>
                      <a:pt x="7007" y="1"/>
                      <a:pt x="6488" y="85"/>
                      <a:pt x="5992" y="272"/>
                    </a:cubicBezTo>
                    <a:cubicBezTo>
                      <a:pt x="2709" y="1468"/>
                      <a:pt x="0" y="3951"/>
                      <a:pt x="892" y="7878"/>
                    </a:cubicBezTo>
                    <a:cubicBezTo>
                      <a:pt x="1343" y="9909"/>
                      <a:pt x="2788" y="11590"/>
                      <a:pt x="4559" y="12606"/>
                    </a:cubicBezTo>
                    <a:cubicBezTo>
                      <a:pt x="5349" y="13046"/>
                      <a:pt x="6218" y="13316"/>
                      <a:pt x="7121" y="13395"/>
                    </a:cubicBezTo>
                    <a:cubicBezTo>
                      <a:pt x="7352" y="13420"/>
                      <a:pt x="7584" y="13432"/>
                      <a:pt x="7816" y="13432"/>
                    </a:cubicBezTo>
                    <a:cubicBezTo>
                      <a:pt x="8887" y="13432"/>
                      <a:pt x="9946" y="13169"/>
                      <a:pt x="10799" y="12594"/>
                    </a:cubicBezTo>
                    <a:cubicBezTo>
                      <a:pt x="11691" y="11996"/>
                      <a:pt x="12695" y="11195"/>
                      <a:pt x="13237" y="10247"/>
                    </a:cubicBezTo>
                    <a:cubicBezTo>
                      <a:pt x="14591" y="8081"/>
                      <a:pt x="14489" y="5158"/>
                      <a:pt x="13101" y="3070"/>
                    </a:cubicBezTo>
                    <a:cubicBezTo>
                      <a:pt x="11941" y="1412"/>
                      <a:pt x="9682" y="1"/>
                      <a:pt x="7534" y="1"/>
                    </a:cubicBezTo>
                    <a:close/>
                  </a:path>
                </a:pathLst>
              </a:custGeom>
              <a:solidFill>
                <a:srgbClr val="C3D6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"/>
              <p:cNvSpPr/>
              <p:nvPr/>
            </p:nvSpPr>
            <p:spPr>
              <a:xfrm>
                <a:off x="1241850" y="3308425"/>
                <a:ext cx="106100" cy="3470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13880" extrusionOk="0">
                    <a:moveTo>
                      <a:pt x="4243" y="0"/>
                    </a:moveTo>
                    <a:cubicBezTo>
                      <a:pt x="4243" y="0"/>
                      <a:pt x="4164" y="215"/>
                      <a:pt x="4074" y="598"/>
                    </a:cubicBezTo>
                    <a:cubicBezTo>
                      <a:pt x="3984" y="982"/>
                      <a:pt x="3769" y="1524"/>
                      <a:pt x="3589" y="2167"/>
                    </a:cubicBezTo>
                    <a:cubicBezTo>
                      <a:pt x="3498" y="2494"/>
                      <a:pt x="3374" y="2833"/>
                      <a:pt x="3239" y="3205"/>
                    </a:cubicBezTo>
                    <a:lnTo>
                      <a:pt x="2810" y="4356"/>
                    </a:lnTo>
                    <a:cubicBezTo>
                      <a:pt x="2663" y="4751"/>
                      <a:pt x="2505" y="5168"/>
                      <a:pt x="2359" y="5586"/>
                    </a:cubicBezTo>
                    <a:cubicBezTo>
                      <a:pt x="2201" y="6003"/>
                      <a:pt x="2065" y="6443"/>
                      <a:pt x="1919" y="6872"/>
                    </a:cubicBezTo>
                    <a:cubicBezTo>
                      <a:pt x="1659" y="7741"/>
                      <a:pt x="1366" y="8587"/>
                      <a:pt x="1095" y="9400"/>
                    </a:cubicBezTo>
                    <a:cubicBezTo>
                      <a:pt x="824" y="10212"/>
                      <a:pt x="598" y="10968"/>
                      <a:pt x="406" y="11634"/>
                    </a:cubicBezTo>
                    <a:cubicBezTo>
                      <a:pt x="248" y="12165"/>
                      <a:pt x="136" y="12706"/>
                      <a:pt x="45" y="13248"/>
                    </a:cubicBezTo>
                    <a:cubicBezTo>
                      <a:pt x="11" y="13406"/>
                      <a:pt x="0" y="13564"/>
                      <a:pt x="0" y="13710"/>
                    </a:cubicBezTo>
                    <a:cubicBezTo>
                      <a:pt x="12" y="13767"/>
                      <a:pt x="17" y="13809"/>
                      <a:pt x="20" y="13838"/>
                    </a:cubicBezTo>
                    <a:lnTo>
                      <a:pt x="20" y="13838"/>
                    </a:lnTo>
                    <a:cubicBezTo>
                      <a:pt x="20" y="13808"/>
                      <a:pt x="22" y="13764"/>
                      <a:pt x="34" y="13710"/>
                    </a:cubicBezTo>
                    <a:cubicBezTo>
                      <a:pt x="57" y="13598"/>
                      <a:pt x="79" y="13451"/>
                      <a:pt x="136" y="13259"/>
                    </a:cubicBezTo>
                    <a:cubicBezTo>
                      <a:pt x="237" y="12875"/>
                      <a:pt x="429" y="12356"/>
                      <a:pt x="666" y="11713"/>
                    </a:cubicBezTo>
                    <a:cubicBezTo>
                      <a:pt x="892" y="11070"/>
                      <a:pt x="1185" y="10325"/>
                      <a:pt x="1490" y="9535"/>
                    </a:cubicBezTo>
                    <a:cubicBezTo>
                      <a:pt x="1794" y="8745"/>
                      <a:pt x="2099" y="7877"/>
                      <a:pt x="2381" y="7019"/>
                    </a:cubicBezTo>
                    <a:cubicBezTo>
                      <a:pt x="2517" y="6590"/>
                      <a:pt x="2652" y="6150"/>
                      <a:pt x="2799" y="5733"/>
                    </a:cubicBezTo>
                    <a:lnTo>
                      <a:pt x="3216" y="4491"/>
                    </a:lnTo>
                    <a:cubicBezTo>
                      <a:pt x="3352" y="4085"/>
                      <a:pt x="3464" y="3690"/>
                      <a:pt x="3566" y="3306"/>
                    </a:cubicBezTo>
                    <a:cubicBezTo>
                      <a:pt x="3679" y="2934"/>
                      <a:pt x="3792" y="2584"/>
                      <a:pt x="3848" y="2246"/>
                    </a:cubicBezTo>
                    <a:cubicBezTo>
                      <a:pt x="3995" y="1569"/>
                      <a:pt x="4108" y="1016"/>
                      <a:pt x="4164" y="621"/>
                    </a:cubicBezTo>
                    <a:cubicBezTo>
                      <a:pt x="4209" y="226"/>
                      <a:pt x="4243" y="0"/>
                      <a:pt x="4243" y="0"/>
                    </a:cubicBezTo>
                    <a:close/>
                    <a:moveTo>
                      <a:pt x="20" y="13838"/>
                    </a:moveTo>
                    <a:cubicBezTo>
                      <a:pt x="20" y="13864"/>
                      <a:pt x="23" y="13880"/>
                      <a:pt x="23" y="13880"/>
                    </a:cubicBezTo>
                    <a:cubicBezTo>
                      <a:pt x="23" y="13880"/>
                      <a:pt x="23" y="13866"/>
                      <a:pt x="20" y="13838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"/>
              <p:cNvSpPr/>
              <p:nvPr/>
            </p:nvSpPr>
            <p:spPr>
              <a:xfrm>
                <a:off x="1144525" y="3386000"/>
                <a:ext cx="306100" cy="212450"/>
              </a:xfrm>
              <a:custGeom>
                <a:avLst/>
                <a:gdLst/>
                <a:ahLst/>
                <a:cxnLst/>
                <a:rect l="l" t="t" r="r" b="b"/>
                <a:pathLst>
                  <a:path w="12244" h="8498" extrusionOk="0">
                    <a:moveTo>
                      <a:pt x="0" y="0"/>
                    </a:moveTo>
                    <a:lnTo>
                      <a:pt x="305" y="316"/>
                    </a:lnTo>
                    <a:cubicBezTo>
                      <a:pt x="406" y="407"/>
                      <a:pt x="531" y="497"/>
                      <a:pt x="643" y="587"/>
                    </a:cubicBezTo>
                    <a:cubicBezTo>
                      <a:pt x="869" y="756"/>
                      <a:pt x="1106" y="914"/>
                      <a:pt x="1332" y="1084"/>
                    </a:cubicBezTo>
                    <a:lnTo>
                      <a:pt x="2720" y="2065"/>
                    </a:lnTo>
                    <a:lnTo>
                      <a:pt x="5484" y="4063"/>
                    </a:lnTo>
                    <a:cubicBezTo>
                      <a:pt x="6410" y="4728"/>
                      <a:pt x="7324" y="5383"/>
                      <a:pt x="8271" y="6015"/>
                    </a:cubicBezTo>
                    <a:cubicBezTo>
                      <a:pt x="8745" y="6342"/>
                      <a:pt x="9231" y="6647"/>
                      <a:pt x="9716" y="6951"/>
                    </a:cubicBezTo>
                    <a:cubicBezTo>
                      <a:pt x="10190" y="7256"/>
                      <a:pt x="10664" y="7561"/>
                      <a:pt x="11160" y="7854"/>
                    </a:cubicBezTo>
                    <a:cubicBezTo>
                      <a:pt x="11341" y="7944"/>
                      <a:pt x="11533" y="8035"/>
                      <a:pt x="11724" y="8136"/>
                    </a:cubicBezTo>
                    <a:lnTo>
                      <a:pt x="12007" y="8294"/>
                    </a:lnTo>
                    <a:cubicBezTo>
                      <a:pt x="12052" y="8317"/>
                      <a:pt x="12097" y="8351"/>
                      <a:pt x="12142" y="8384"/>
                    </a:cubicBezTo>
                    <a:cubicBezTo>
                      <a:pt x="12165" y="8396"/>
                      <a:pt x="12176" y="8418"/>
                      <a:pt x="12198" y="8430"/>
                    </a:cubicBezTo>
                    <a:cubicBezTo>
                      <a:pt x="12210" y="8452"/>
                      <a:pt x="12243" y="8475"/>
                      <a:pt x="12221" y="8497"/>
                    </a:cubicBezTo>
                    <a:lnTo>
                      <a:pt x="12221" y="8497"/>
                    </a:lnTo>
                    <a:cubicBezTo>
                      <a:pt x="12243" y="8475"/>
                      <a:pt x="12221" y="8441"/>
                      <a:pt x="12210" y="8418"/>
                    </a:cubicBezTo>
                    <a:cubicBezTo>
                      <a:pt x="12187" y="8407"/>
                      <a:pt x="12176" y="8384"/>
                      <a:pt x="12153" y="8362"/>
                    </a:cubicBezTo>
                    <a:cubicBezTo>
                      <a:pt x="12119" y="8328"/>
                      <a:pt x="12074" y="8294"/>
                      <a:pt x="12029" y="8249"/>
                    </a:cubicBezTo>
                    <a:cubicBezTo>
                      <a:pt x="11950" y="8181"/>
                      <a:pt x="11860" y="8125"/>
                      <a:pt x="11770" y="8057"/>
                    </a:cubicBezTo>
                    <a:cubicBezTo>
                      <a:pt x="11600" y="7933"/>
                      <a:pt x="11420" y="7820"/>
                      <a:pt x="11239" y="7707"/>
                    </a:cubicBezTo>
                    <a:cubicBezTo>
                      <a:pt x="10799" y="7346"/>
                      <a:pt x="10336" y="7008"/>
                      <a:pt x="9885" y="6669"/>
                    </a:cubicBezTo>
                    <a:cubicBezTo>
                      <a:pt x="9422" y="6342"/>
                      <a:pt x="8971" y="5992"/>
                      <a:pt x="8508" y="5665"/>
                    </a:cubicBezTo>
                    <a:cubicBezTo>
                      <a:pt x="7594" y="4999"/>
                      <a:pt x="6680" y="4322"/>
                      <a:pt x="5744" y="3668"/>
                    </a:cubicBezTo>
                    <a:cubicBezTo>
                      <a:pt x="5281" y="3340"/>
                      <a:pt x="4807" y="3013"/>
                      <a:pt x="4333" y="2697"/>
                    </a:cubicBezTo>
                    <a:cubicBezTo>
                      <a:pt x="3859" y="2381"/>
                      <a:pt x="3397" y="2065"/>
                      <a:pt x="2900" y="1772"/>
                    </a:cubicBezTo>
                    <a:lnTo>
                      <a:pt x="2178" y="1321"/>
                    </a:lnTo>
                    <a:cubicBezTo>
                      <a:pt x="1930" y="1185"/>
                      <a:pt x="1693" y="1016"/>
                      <a:pt x="1445" y="881"/>
                    </a:cubicBezTo>
                    <a:cubicBezTo>
                      <a:pt x="1196" y="756"/>
                      <a:pt x="948" y="610"/>
                      <a:pt x="700" y="474"/>
                    </a:cubicBezTo>
                    <a:cubicBezTo>
                      <a:pt x="452" y="328"/>
                      <a:pt x="215" y="170"/>
                      <a:pt x="0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"/>
              <p:cNvSpPr/>
              <p:nvPr/>
            </p:nvSpPr>
            <p:spPr>
              <a:xfrm>
                <a:off x="1230550" y="3317450"/>
                <a:ext cx="128950" cy="341650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13666" extrusionOk="0">
                    <a:moveTo>
                      <a:pt x="1" y="0"/>
                    </a:moveTo>
                    <a:lnTo>
                      <a:pt x="80" y="136"/>
                    </a:lnTo>
                    <a:cubicBezTo>
                      <a:pt x="148" y="271"/>
                      <a:pt x="215" y="418"/>
                      <a:pt x="272" y="565"/>
                    </a:cubicBezTo>
                    <a:cubicBezTo>
                      <a:pt x="430" y="926"/>
                      <a:pt x="576" y="1479"/>
                      <a:pt x="779" y="2133"/>
                    </a:cubicBezTo>
                    <a:cubicBezTo>
                      <a:pt x="983" y="2788"/>
                      <a:pt x="1208" y="3555"/>
                      <a:pt x="1468" y="4367"/>
                    </a:cubicBezTo>
                    <a:cubicBezTo>
                      <a:pt x="1727" y="5180"/>
                      <a:pt x="2009" y="6060"/>
                      <a:pt x="2292" y="6929"/>
                    </a:cubicBezTo>
                    <a:cubicBezTo>
                      <a:pt x="2438" y="7358"/>
                      <a:pt x="2585" y="7786"/>
                      <a:pt x="2720" y="8215"/>
                    </a:cubicBezTo>
                    <a:cubicBezTo>
                      <a:pt x="2856" y="8644"/>
                      <a:pt x="3048" y="9061"/>
                      <a:pt x="3206" y="9456"/>
                    </a:cubicBezTo>
                    <a:cubicBezTo>
                      <a:pt x="3533" y="10246"/>
                      <a:pt x="3849" y="10991"/>
                      <a:pt x="4142" y="11612"/>
                    </a:cubicBezTo>
                    <a:cubicBezTo>
                      <a:pt x="4424" y="12232"/>
                      <a:pt x="4684" y="12740"/>
                      <a:pt x="4864" y="13101"/>
                    </a:cubicBezTo>
                    <a:cubicBezTo>
                      <a:pt x="5056" y="13462"/>
                      <a:pt x="5158" y="13665"/>
                      <a:pt x="5158" y="13665"/>
                    </a:cubicBezTo>
                    <a:lnTo>
                      <a:pt x="4943" y="13067"/>
                    </a:lnTo>
                    <a:cubicBezTo>
                      <a:pt x="4819" y="12695"/>
                      <a:pt x="4639" y="12153"/>
                      <a:pt x="4379" y="11510"/>
                    </a:cubicBezTo>
                    <a:cubicBezTo>
                      <a:pt x="4131" y="10878"/>
                      <a:pt x="3894" y="10111"/>
                      <a:pt x="3601" y="9310"/>
                    </a:cubicBezTo>
                    <a:cubicBezTo>
                      <a:pt x="3454" y="8904"/>
                      <a:pt x="3296" y="8509"/>
                      <a:pt x="3160" y="8080"/>
                    </a:cubicBezTo>
                    <a:cubicBezTo>
                      <a:pt x="3025" y="7651"/>
                      <a:pt x="2890" y="7211"/>
                      <a:pt x="2743" y="6771"/>
                    </a:cubicBezTo>
                    <a:cubicBezTo>
                      <a:pt x="2596" y="6342"/>
                      <a:pt x="2450" y="5913"/>
                      <a:pt x="2314" y="5484"/>
                    </a:cubicBezTo>
                    <a:cubicBezTo>
                      <a:pt x="2179" y="5056"/>
                      <a:pt x="2009" y="4638"/>
                      <a:pt x="1874" y="4232"/>
                    </a:cubicBezTo>
                    <a:cubicBezTo>
                      <a:pt x="1581" y="3431"/>
                      <a:pt x="1276" y="2686"/>
                      <a:pt x="1028" y="2043"/>
                    </a:cubicBezTo>
                    <a:cubicBezTo>
                      <a:pt x="847" y="1524"/>
                      <a:pt x="610" y="1016"/>
                      <a:pt x="351" y="519"/>
                    </a:cubicBezTo>
                    <a:cubicBezTo>
                      <a:pt x="283" y="384"/>
                      <a:pt x="193" y="249"/>
                      <a:pt x="102" y="12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"/>
              <p:cNvSpPr/>
              <p:nvPr/>
            </p:nvSpPr>
            <p:spPr>
              <a:xfrm>
                <a:off x="1163700" y="3358075"/>
                <a:ext cx="273100" cy="239800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592" extrusionOk="0">
                    <a:moveTo>
                      <a:pt x="10924" y="0"/>
                    </a:moveTo>
                    <a:cubicBezTo>
                      <a:pt x="10867" y="113"/>
                      <a:pt x="10799" y="203"/>
                      <a:pt x="10709" y="282"/>
                    </a:cubicBezTo>
                    <a:cubicBezTo>
                      <a:pt x="10619" y="361"/>
                      <a:pt x="10529" y="429"/>
                      <a:pt x="10438" y="497"/>
                    </a:cubicBezTo>
                    <a:cubicBezTo>
                      <a:pt x="10247" y="643"/>
                      <a:pt x="10043" y="756"/>
                      <a:pt x="9852" y="926"/>
                    </a:cubicBezTo>
                    <a:cubicBezTo>
                      <a:pt x="9423" y="1264"/>
                      <a:pt x="9005" y="1614"/>
                      <a:pt x="8588" y="1975"/>
                    </a:cubicBezTo>
                    <a:cubicBezTo>
                      <a:pt x="8170" y="2336"/>
                      <a:pt x="7741" y="2675"/>
                      <a:pt x="7335" y="3036"/>
                    </a:cubicBezTo>
                    <a:cubicBezTo>
                      <a:pt x="6500" y="3758"/>
                      <a:pt x="5710" y="4503"/>
                      <a:pt x="4909" y="5259"/>
                    </a:cubicBezTo>
                    <a:lnTo>
                      <a:pt x="4311" y="5823"/>
                    </a:lnTo>
                    <a:lnTo>
                      <a:pt x="3713" y="6342"/>
                    </a:lnTo>
                    <a:cubicBezTo>
                      <a:pt x="3284" y="6669"/>
                      <a:pt x="2833" y="6996"/>
                      <a:pt x="2404" y="7346"/>
                    </a:cubicBezTo>
                    <a:cubicBezTo>
                      <a:pt x="2201" y="7527"/>
                      <a:pt x="1975" y="7685"/>
                      <a:pt x="1783" y="7877"/>
                    </a:cubicBezTo>
                    <a:cubicBezTo>
                      <a:pt x="1580" y="8080"/>
                      <a:pt x="1377" y="8260"/>
                      <a:pt x="1197" y="8475"/>
                    </a:cubicBezTo>
                    <a:cubicBezTo>
                      <a:pt x="1005" y="8678"/>
                      <a:pt x="824" y="8870"/>
                      <a:pt x="632" y="9061"/>
                    </a:cubicBezTo>
                    <a:cubicBezTo>
                      <a:pt x="542" y="9163"/>
                      <a:pt x="441" y="9253"/>
                      <a:pt x="328" y="9332"/>
                    </a:cubicBezTo>
                    <a:lnTo>
                      <a:pt x="0" y="9592"/>
                    </a:lnTo>
                    <a:cubicBezTo>
                      <a:pt x="249" y="9468"/>
                      <a:pt x="486" y="9321"/>
                      <a:pt x="700" y="9163"/>
                    </a:cubicBezTo>
                    <a:cubicBezTo>
                      <a:pt x="915" y="8982"/>
                      <a:pt x="1140" y="8813"/>
                      <a:pt x="1343" y="8633"/>
                    </a:cubicBezTo>
                    <a:cubicBezTo>
                      <a:pt x="1546" y="8441"/>
                      <a:pt x="1750" y="8272"/>
                      <a:pt x="1964" y="8102"/>
                    </a:cubicBezTo>
                    <a:cubicBezTo>
                      <a:pt x="2167" y="7933"/>
                      <a:pt x="2393" y="7775"/>
                      <a:pt x="2618" y="7617"/>
                    </a:cubicBezTo>
                    <a:cubicBezTo>
                      <a:pt x="2844" y="7459"/>
                      <a:pt x="3070" y="7312"/>
                      <a:pt x="3295" y="7166"/>
                    </a:cubicBezTo>
                    <a:lnTo>
                      <a:pt x="3973" y="6692"/>
                    </a:lnTo>
                    <a:lnTo>
                      <a:pt x="4627" y="6161"/>
                    </a:lnTo>
                    <a:lnTo>
                      <a:pt x="5225" y="5597"/>
                    </a:lnTo>
                    <a:cubicBezTo>
                      <a:pt x="6038" y="4852"/>
                      <a:pt x="6827" y="4096"/>
                      <a:pt x="7617" y="3340"/>
                    </a:cubicBezTo>
                    <a:cubicBezTo>
                      <a:pt x="8024" y="2979"/>
                      <a:pt x="8407" y="2596"/>
                      <a:pt x="8802" y="2212"/>
                    </a:cubicBezTo>
                    <a:cubicBezTo>
                      <a:pt x="9186" y="1828"/>
                      <a:pt x="9592" y="1456"/>
                      <a:pt x="9976" y="1061"/>
                    </a:cubicBezTo>
                    <a:cubicBezTo>
                      <a:pt x="10122" y="903"/>
                      <a:pt x="10314" y="756"/>
                      <a:pt x="10495" y="598"/>
                    </a:cubicBezTo>
                    <a:cubicBezTo>
                      <a:pt x="10574" y="508"/>
                      <a:pt x="10664" y="429"/>
                      <a:pt x="10743" y="339"/>
                    </a:cubicBezTo>
                    <a:cubicBezTo>
                      <a:pt x="10822" y="237"/>
                      <a:pt x="10878" y="124"/>
                      <a:pt x="10924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"/>
              <p:cNvSpPr/>
              <p:nvPr/>
            </p:nvSpPr>
            <p:spPr>
              <a:xfrm>
                <a:off x="1115450" y="3480500"/>
                <a:ext cx="3744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4976" h="659" extrusionOk="0">
                    <a:moveTo>
                      <a:pt x="10236" y="1"/>
                    </a:moveTo>
                    <a:cubicBezTo>
                      <a:pt x="9344" y="1"/>
                      <a:pt x="8396" y="12"/>
                      <a:pt x="7471" y="57"/>
                    </a:cubicBezTo>
                    <a:lnTo>
                      <a:pt x="6072" y="136"/>
                    </a:lnTo>
                    <a:cubicBezTo>
                      <a:pt x="5609" y="159"/>
                      <a:pt x="5169" y="226"/>
                      <a:pt x="4729" y="226"/>
                    </a:cubicBezTo>
                    <a:cubicBezTo>
                      <a:pt x="4289" y="238"/>
                      <a:pt x="3860" y="260"/>
                      <a:pt x="3454" y="271"/>
                    </a:cubicBezTo>
                    <a:lnTo>
                      <a:pt x="3172" y="271"/>
                    </a:lnTo>
                    <a:lnTo>
                      <a:pt x="2890" y="249"/>
                    </a:lnTo>
                    <a:lnTo>
                      <a:pt x="2348" y="192"/>
                    </a:lnTo>
                    <a:cubicBezTo>
                      <a:pt x="1648" y="113"/>
                      <a:pt x="1062" y="102"/>
                      <a:pt x="655" y="68"/>
                    </a:cubicBezTo>
                    <a:lnTo>
                      <a:pt x="1" y="46"/>
                    </a:lnTo>
                    <a:lnTo>
                      <a:pt x="622" y="181"/>
                    </a:lnTo>
                    <a:lnTo>
                      <a:pt x="2303" y="474"/>
                    </a:lnTo>
                    <a:lnTo>
                      <a:pt x="2856" y="565"/>
                    </a:lnTo>
                    <a:lnTo>
                      <a:pt x="3138" y="610"/>
                    </a:lnTo>
                    <a:cubicBezTo>
                      <a:pt x="3262" y="632"/>
                      <a:pt x="3341" y="632"/>
                      <a:pt x="3443" y="632"/>
                    </a:cubicBezTo>
                    <a:cubicBezTo>
                      <a:pt x="3771" y="642"/>
                      <a:pt x="4115" y="658"/>
                      <a:pt x="4467" y="658"/>
                    </a:cubicBezTo>
                    <a:cubicBezTo>
                      <a:pt x="4550" y="658"/>
                      <a:pt x="4634" y="657"/>
                      <a:pt x="4718" y="655"/>
                    </a:cubicBezTo>
                    <a:cubicBezTo>
                      <a:pt x="5158" y="655"/>
                      <a:pt x="5609" y="632"/>
                      <a:pt x="6083" y="610"/>
                    </a:cubicBezTo>
                    <a:lnTo>
                      <a:pt x="7482" y="553"/>
                    </a:lnTo>
                    <a:cubicBezTo>
                      <a:pt x="7945" y="520"/>
                      <a:pt x="8419" y="497"/>
                      <a:pt x="8882" y="486"/>
                    </a:cubicBezTo>
                    <a:cubicBezTo>
                      <a:pt x="9333" y="474"/>
                      <a:pt x="9784" y="429"/>
                      <a:pt x="10224" y="429"/>
                    </a:cubicBezTo>
                    <a:cubicBezTo>
                      <a:pt x="10676" y="429"/>
                      <a:pt x="11093" y="429"/>
                      <a:pt x="11499" y="396"/>
                    </a:cubicBezTo>
                    <a:cubicBezTo>
                      <a:pt x="11631" y="388"/>
                      <a:pt x="11760" y="385"/>
                      <a:pt x="11887" y="385"/>
                    </a:cubicBezTo>
                    <a:cubicBezTo>
                      <a:pt x="12141" y="385"/>
                      <a:pt x="12387" y="396"/>
                      <a:pt x="12628" y="396"/>
                    </a:cubicBezTo>
                    <a:cubicBezTo>
                      <a:pt x="12861" y="396"/>
                      <a:pt x="13079" y="401"/>
                      <a:pt x="13289" y="401"/>
                    </a:cubicBezTo>
                    <a:cubicBezTo>
                      <a:pt x="13394" y="401"/>
                      <a:pt x="13497" y="399"/>
                      <a:pt x="13598" y="396"/>
                    </a:cubicBezTo>
                    <a:lnTo>
                      <a:pt x="14332" y="339"/>
                    </a:lnTo>
                    <a:cubicBezTo>
                      <a:pt x="14490" y="328"/>
                      <a:pt x="14648" y="328"/>
                      <a:pt x="14806" y="328"/>
                    </a:cubicBezTo>
                    <a:lnTo>
                      <a:pt x="14975" y="328"/>
                    </a:lnTo>
                    <a:lnTo>
                      <a:pt x="14806" y="294"/>
                    </a:lnTo>
                    <a:cubicBezTo>
                      <a:pt x="14648" y="260"/>
                      <a:pt x="14490" y="249"/>
                      <a:pt x="14332" y="249"/>
                    </a:cubicBezTo>
                    <a:lnTo>
                      <a:pt x="13598" y="215"/>
                    </a:lnTo>
                    <a:lnTo>
                      <a:pt x="12639" y="125"/>
                    </a:lnTo>
                    <a:cubicBezTo>
                      <a:pt x="12289" y="102"/>
                      <a:pt x="11894" y="57"/>
                      <a:pt x="11499" y="46"/>
                    </a:cubicBezTo>
                    <a:cubicBezTo>
                      <a:pt x="11105" y="23"/>
                      <a:pt x="10676" y="12"/>
                      <a:pt x="10236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2" name="Google Shape;1432;p2"/>
            <p:cNvGrpSpPr/>
            <p:nvPr/>
          </p:nvGrpSpPr>
          <p:grpSpPr>
            <a:xfrm>
              <a:off x="2938314" y="1970450"/>
              <a:ext cx="464650" cy="436850"/>
              <a:chOff x="1071450" y="3263575"/>
              <a:chExt cx="464650" cy="436850"/>
            </a:xfrm>
          </p:grpSpPr>
          <p:sp>
            <p:nvSpPr>
              <p:cNvPr id="1433" name="Google Shape;1433;p2"/>
              <p:cNvSpPr/>
              <p:nvPr/>
            </p:nvSpPr>
            <p:spPr>
              <a:xfrm>
                <a:off x="1071450" y="3263575"/>
                <a:ext cx="464650" cy="436850"/>
              </a:xfrm>
              <a:custGeom>
                <a:avLst/>
                <a:gdLst/>
                <a:ahLst/>
                <a:cxnLst/>
                <a:rect l="l" t="t" r="r" b="b"/>
                <a:pathLst>
                  <a:path w="18586" h="17474" extrusionOk="0">
                    <a:moveTo>
                      <a:pt x="9634" y="0"/>
                    </a:moveTo>
                    <a:cubicBezTo>
                      <a:pt x="9157" y="0"/>
                      <a:pt x="8682" y="58"/>
                      <a:pt x="8215" y="181"/>
                    </a:cubicBezTo>
                    <a:cubicBezTo>
                      <a:pt x="3826" y="1309"/>
                      <a:pt x="1" y="4164"/>
                      <a:pt x="644" y="9355"/>
                    </a:cubicBezTo>
                    <a:cubicBezTo>
                      <a:pt x="971" y="12040"/>
                      <a:pt x="2630" y="14399"/>
                      <a:pt x="4774" y="15933"/>
                    </a:cubicBezTo>
                    <a:cubicBezTo>
                      <a:pt x="5744" y="16610"/>
                      <a:pt x="6839" y="17073"/>
                      <a:pt x="8001" y="17299"/>
                    </a:cubicBezTo>
                    <a:cubicBezTo>
                      <a:pt x="8560" y="17414"/>
                      <a:pt x="9133" y="17474"/>
                      <a:pt x="9703" y="17474"/>
                    </a:cubicBezTo>
                    <a:cubicBezTo>
                      <a:pt x="10812" y="17474"/>
                      <a:pt x="11906" y="17245"/>
                      <a:pt x="12853" y="16746"/>
                    </a:cubicBezTo>
                    <a:cubicBezTo>
                      <a:pt x="14083" y="16080"/>
                      <a:pt x="15482" y="15177"/>
                      <a:pt x="16306" y="14015"/>
                    </a:cubicBezTo>
                    <a:cubicBezTo>
                      <a:pt x="18337" y="11386"/>
                      <a:pt x="18586" y="7594"/>
                      <a:pt x="17051" y="4706"/>
                    </a:cubicBezTo>
                    <a:cubicBezTo>
                      <a:pt x="15679" y="2244"/>
                      <a:pt x="12621" y="0"/>
                      <a:pt x="9634" y="0"/>
                    </a:cubicBezTo>
                    <a:close/>
                  </a:path>
                </a:pathLst>
              </a:custGeom>
              <a:solidFill>
                <a:srgbClr val="7FB6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"/>
              <p:cNvSpPr/>
              <p:nvPr/>
            </p:nvSpPr>
            <p:spPr>
              <a:xfrm>
                <a:off x="1086675" y="3286200"/>
                <a:ext cx="42545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7018" h="15665" extrusionOk="0">
                    <a:moveTo>
                      <a:pt x="8782" y="1"/>
                    </a:moveTo>
                    <a:cubicBezTo>
                      <a:pt x="8168" y="1"/>
                      <a:pt x="7563" y="99"/>
                      <a:pt x="6986" y="314"/>
                    </a:cubicBezTo>
                    <a:cubicBezTo>
                      <a:pt x="3160" y="1713"/>
                      <a:pt x="1" y="4613"/>
                      <a:pt x="1028" y="9194"/>
                    </a:cubicBezTo>
                    <a:cubicBezTo>
                      <a:pt x="1569" y="11553"/>
                      <a:pt x="3262" y="13505"/>
                      <a:pt x="5316" y="14690"/>
                    </a:cubicBezTo>
                    <a:cubicBezTo>
                      <a:pt x="6241" y="15209"/>
                      <a:pt x="7257" y="15525"/>
                      <a:pt x="8306" y="15626"/>
                    </a:cubicBezTo>
                    <a:cubicBezTo>
                      <a:pt x="8565" y="15651"/>
                      <a:pt x="8825" y="15664"/>
                      <a:pt x="9085" y="15664"/>
                    </a:cubicBezTo>
                    <a:cubicBezTo>
                      <a:pt x="10342" y="15664"/>
                      <a:pt x="11584" y="15363"/>
                      <a:pt x="12594" y="14690"/>
                    </a:cubicBezTo>
                    <a:cubicBezTo>
                      <a:pt x="13644" y="14001"/>
                      <a:pt x="14806" y="13065"/>
                      <a:pt x="15438" y="11948"/>
                    </a:cubicBezTo>
                    <a:cubicBezTo>
                      <a:pt x="17017" y="9420"/>
                      <a:pt x="16893" y="6012"/>
                      <a:pt x="15268" y="3575"/>
                    </a:cubicBezTo>
                    <a:cubicBezTo>
                      <a:pt x="13927" y="1635"/>
                      <a:pt x="11289" y="1"/>
                      <a:pt x="8782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"/>
              <p:cNvSpPr/>
              <p:nvPr/>
            </p:nvSpPr>
            <p:spPr>
              <a:xfrm>
                <a:off x="1118000" y="3314325"/>
                <a:ext cx="364775" cy="335800"/>
              </a:xfrm>
              <a:custGeom>
                <a:avLst/>
                <a:gdLst/>
                <a:ahLst/>
                <a:cxnLst/>
                <a:rect l="l" t="t" r="r" b="b"/>
                <a:pathLst>
                  <a:path w="14591" h="13432" extrusionOk="0">
                    <a:moveTo>
                      <a:pt x="7534" y="1"/>
                    </a:moveTo>
                    <a:cubicBezTo>
                      <a:pt x="7007" y="1"/>
                      <a:pt x="6488" y="85"/>
                      <a:pt x="5992" y="272"/>
                    </a:cubicBezTo>
                    <a:cubicBezTo>
                      <a:pt x="2709" y="1468"/>
                      <a:pt x="0" y="3951"/>
                      <a:pt x="892" y="7878"/>
                    </a:cubicBezTo>
                    <a:cubicBezTo>
                      <a:pt x="1343" y="9909"/>
                      <a:pt x="2788" y="11590"/>
                      <a:pt x="4559" y="12606"/>
                    </a:cubicBezTo>
                    <a:cubicBezTo>
                      <a:pt x="5349" y="13046"/>
                      <a:pt x="6218" y="13316"/>
                      <a:pt x="7121" y="13395"/>
                    </a:cubicBezTo>
                    <a:cubicBezTo>
                      <a:pt x="7352" y="13420"/>
                      <a:pt x="7584" y="13432"/>
                      <a:pt x="7816" y="13432"/>
                    </a:cubicBezTo>
                    <a:cubicBezTo>
                      <a:pt x="8887" y="13432"/>
                      <a:pt x="9946" y="13169"/>
                      <a:pt x="10799" y="12594"/>
                    </a:cubicBezTo>
                    <a:cubicBezTo>
                      <a:pt x="11691" y="11996"/>
                      <a:pt x="12695" y="11195"/>
                      <a:pt x="13237" y="10247"/>
                    </a:cubicBezTo>
                    <a:cubicBezTo>
                      <a:pt x="14591" y="8081"/>
                      <a:pt x="14489" y="5158"/>
                      <a:pt x="13101" y="3070"/>
                    </a:cubicBezTo>
                    <a:cubicBezTo>
                      <a:pt x="11941" y="1412"/>
                      <a:pt x="9682" y="1"/>
                      <a:pt x="7534" y="1"/>
                    </a:cubicBezTo>
                    <a:close/>
                  </a:path>
                </a:pathLst>
              </a:custGeom>
              <a:solidFill>
                <a:srgbClr val="C3D6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"/>
              <p:cNvSpPr/>
              <p:nvPr/>
            </p:nvSpPr>
            <p:spPr>
              <a:xfrm>
                <a:off x="1241850" y="3308425"/>
                <a:ext cx="106100" cy="3470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13880" extrusionOk="0">
                    <a:moveTo>
                      <a:pt x="4243" y="0"/>
                    </a:moveTo>
                    <a:cubicBezTo>
                      <a:pt x="4243" y="0"/>
                      <a:pt x="4164" y="215"/>
                      <a:pt x="4074" y="598"/>
                    </a:cubicBezTo>
                    <a:cubicBezTo>
                      <a:pt x="3984" y="982"/>
                      <a:pt x="3769" y="1524"/>
                      <a:pt x="3589" y="2167"/>
                    </a:cubicBezTo>
                    <a:cubicBezTo>
                      <a:pt x="3498" y="2494"/>
                      <a:pt x="3374" y="2833"/>
                      <a:pt x="3239" y="3205"/>
                    </a:cubicBezTo>
                    <a:lnTo>
                      <a:pt x="2810" y="4356"/>
                    </a:lnTo>
                    <a:cubicBezTo>
                      <a:pt x="2663" y="4751"/>
                      <a:pt x="2505" y="5168"/>
                      <a:pt x="2359" y="5586"/>
                    </a:cubicBezTo>
                    <a:cubicBezTo>
                      <a:pt x="2201" y="6003"/>
                      <a:pt x="2065" y="6443"/>
                      <a:pt x="1919" y="6872"/>
                    </a:cubicBezTo>
                    <a:cubicBezTo>
                      <a:pt x="1659" y="7741"/>
                      <a:pt x="1366" y="8587"/>
                      <a:pt x="1095" y="9400"/>
                    </a:cubicBezTo>
                    <a:cubicBezTo>
                      <a:pt x="824" y="10212"/>
                      <a:pt x="598" y="10968"/>
                      <a:pt x="406" y="11634"/>
                    </a:cubicBezTo>
                    <a:cubicBezTo>
                      <a:pt x="248" y="12165"/>
                      <a:pt x="136" y="12706"/>
                      <a:pt x="45" y="13248"/>
                    </a:cubicBezTo>
                    <a:cubicBezTo>
                      <a:pt x="11" y="13406"/>
                      <a:pt x="0" y="13564"/>
                      <a:pt x="0" y="13710"/>
                    </a:cubicBezTo>
                    <a:cubicBezTo>
                      <a:pt x="12" y="13767"/>
                      <a:pt x="17" y="13809"/>
                      <a:pt x="20" y="13838"/>
                    </a:cubicBezTo>
                    <a:lnTo>
                      <a:pt x="20" y="13838"/>
                    </a:lnTo>
                    <a:cubicBezTo>
                      <a:pt x="20" y="13808"/>
                      <a:pt x="22" y="13764"/>
                      <a:pt x="34" y="13710"/>
                    </a:cubicBezTo>
                    <a:cubicBezTo>
                      <a:pt x="57" y="13598"/>
                      <a:pt x="79" y="13451"/>
                      <a:pt x="136" y="13259"/>
                    </a:cubicBezTo>
                    <a:cubicBezTo>
                      <a:pt x="237" y="12875"/>
                      <a:pt x="429" y="12356"/>
                      <a:pt x="666" y="11713"/>
                    </a:cubicBezTo>
                    <a:cubicBezTo>
                      <a:pt x="892" y="11070"/>
                      <a:pt x="1185" y="10325"/>
                      <a:pt x="1490" y="9535"/>
                    </a:cubicBezTo>
                    <a:cubicBezTo>
                      <a:pt x="1794" y="8745"/>
                      <a:pt x="2099" y="7877"/>
                      <a:pt x="2381" y="7019"/>
                    </a:cubicBezTo>
                    <a:cubicBezTo>
                      <a:pt x="2517" y="6590"/>
                      <a:pt x="2652" y="6150"/>
                      <a:pt x="2799" y="5733"/>
                    </a:cubicBezTo>
                    <a:lnTo>
                      <a:pt x="3216" y="4491"/>
                    </a:lnTo>
                    <a:cubicBezTo>
                      <a:pt x="3352" y="4085"/>
                      <a:pt x="3464" y="3690"/>
                      <a:pt x="3566" y="3306"/>
                    </a:cubicBezTo>
                    <a:cubicBezTo>
                      <a:pt x="3679" y="2934"/>
                      <a:pt x="3792" y="2584"/>
                      <a:pt x="3848" y="2246"/>
                    </a:cubicBezTo>
                    <a:cubicBezTo>
                      <a:pt x="3995" y="1569"/>
                      <a:pt x="4108" y="1016"/>
                      <a:pt x="4164" y="621"/>
                    </a:cubicBezTo>
                    <a:cubicBezTo>
                      <a:pt x="4209" y="226"/>
                      <a:pt x="4243" y="0"/>
                      <a:pt x="4243" y="0"/>
                    </a:cubicBezTo>
                    <a:close/>
                    <a:moveTo>
                      <a:pt x="20" y="13838"/>
                    </a:moveTo>
                    <a:cubicBezTo>
                      <a:pt x="20" y="13864"/>
                      <a:pt x="23" y="13880"/>
                      <a:pt x="23" y="13880"/>
                    </a:cubicBezTo>
                    <a:cubicBezTo>
                      <a:pt x="23" y="13880"/>
                      <a:pt x="23" y="13866"/>
                      <a:pt x="20" y="13838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"/>
              <p:cNvSpPr/>
              <p:nvPr/>
            </p:nvSpPr>
            <p:spPr>
              <a:xfrm>
                <a:off x="1144525" y="3386000"/>
                <a:ext cx="306100" cy="212450"/>
              </a:xfrm>
              <a:custGeom>
                <a:avLst/>
                <a:gdLst/>
                <a:ahLst/>
                <a:cxnLst/>
                <a:rect l="l" t="t" r="r" b="b"/>
                <a:pathLst>
                  <a:path w="12244" h="8498" extrusionOk="0">
                    <a:moveTo>
                      <a:pt x="0" y="0"/>
                    </a:moveTo>
                    <a:lnTo>
                      <a:pt x="305" y="316"/>
                    </a:lnTo>
                    <a:cubicBezTo>
                      <a:pt x="406" y="407"/>
                      <a:pt x="531" y="497"/>
                      <a:pt x="643" y="587"/>
                    </a:cubicBezTo>
                    <a:cubicBezTo>
                      <a:pt x="869" y="756"/>
                      <a:pt x="1106" y="914"/>
                      <a:pt x="1332" y="1084"/>
                    </a:cubicBezTo>
                    <a:lnTo>
                      <a:pt x="2720" y="2065"/>
                    </a:lnTo>
                    <a:lnTo>
                      <a:pt x="5484" y="4063"/>
                    </a:lnTo>
                    <a:cubicBezTo>
                      <a:pt x="6410" y="4728"/>
                      <a:pt x="7324" y="5383"/>
                      <a:pt x="8271" y="6015"/>
                    </a:cubicBezTo>
                    <a:cubicBezTo>
                      <a:pt x="8745" y="6342"/>
                      <a:pt x="9231" y="6647"/>
                      <a:pt x="9716" y="6951"/>
                    </a:cubicBezTo>
                    <a:cubicBezTo>
                      <a:pt x="10190" y="7256"/>
                      <a:pt x="10664" y="7561"/>
                      <a:pt x="11160" y="7854"/>
                    </a:cubicBezTo>
                    <a:cubicBezTo>
                      <a:pt x="11341" y="7944"/>
                      <a:pt x="11533" y="8035"/>
                      <a:pt x="11724" y="8136"/>
                    </a:cubicBezTo>
                    <a:lnTo>
                      <a:pt x="12007" y="8294"/>
                    </a:lnTo>
                    <a:cubicBezTo>
                      <a:pt x="12052" y="8317"/>
                      <a:pt x="12097" y="8351"/>
                      <a:pt x="12142" y="8384"/>
                    </a:cubicBezTo>
                    <a:cubicBezTo>
                      <a:pt x="12165" y="8396"/>
                      <a:pt x="12176" y="8418"/>
                      <a:pt x="12198" y="8430"/>
                    </a:cubicBezTo>
                    <a:cubicBezTo>
                      <a:pt x="12210" y="8452"/>
                      <a:pt x="12243" y="8475"/>
                      <a:pt x="12221" y="8497"/>
                    </a:cubicBezTo>
                    <a:lnTo>
                      <a:pt x="12221" y="8497"/>
                    </a:lnTo>
                    <a:cubicBezTo>
                      <a:pt x="12243" y="8475"/>
                      <a:pt x="12221" y="8441"/>
                      <a:pt x="12210" y="8418"/>
                    </a:cubicBezTo>
                    <a:cubicBezTo>
                      <a:pt x="12187" y="8407"/>
                      <a:pt x="12176" y="8384"/>
                      <a:pt x="12153" y="8362"/>
                    </a:cubicBezTo>
                    <a:cubicBezTo>
                      <a:pt x="12119" y="8328"/>
                      <a:pt x="12074" y="8294"/>
                      <a:pt x="12029" y="8249"/>
                    </a:cubicBezTo>
                    <a:cubicBezTo>
                      <a:pt x="11950" y="8181"/>
                      <a:pt x="11860" y="8125"/>
                      <a:pt x="11770" y="8057"/>
                    </a:cubicBezTo>
                    <a:cubicBezTo>
                      <a:pt x="11600" y="7933"/>
                      <a:pt x="11420" y="7820"/>
                      <a:pt x="11239" y="7707"/>
                    </a:cubicBezTo>
                    <a:cubicBezTo>
                      <a:pt x="10799" y="7346"/>
                      <a:pt x="10336" y="7008"/>
                      <a:pt x="9885" y="6669"/>
                    </a:cubicBezTo>
                    <a:cubicBezTo>
                      <a:pt x="9422" y="6342"/>
                      <a:pt x="8971" y="5992"/>
                      <a:pt x="8508" y="5665"/>
                    </a:cubicBezTo>
                    <a:cubicBezTo>
                      <a:pt x="7594" y="4999"/>
                      <a:pt x="6680" y="4322"/>
                      <a:pt x="5744" y="3668"/>
                    </a:cubicBezTo>
                    <a:cubicBezTo>
                      <a:pt x="5281" y="3340"/>
                      <a:pt x="4807" y="3013"/>
                      <a:pt x="4333" y="2697"/>
                    </a:cubicBezTo>
                    <a:cubicBezTo>
                      <a:pt x="3859" y="2381"/>
                      <a:pt x="3397" y="2065"/>
                      <a:pt x="2900" y="1772"/>
                    </a:cubicBezTo>
                    <a:lnTo>
                      <a:pt x="2178" y="1321"/>
                    </a:lnTo>
                    <a:cubicBezTo>
                      <a:pt x="1930" y="1185"/>
                      <a:pt x="1693" y="1016"/>
                      <a:pt x="1445" y="881"/>
                    </a:cubicBezTo>
                    <a:cubicBezTo>
                      <a:pt x="1196" y="756"/>
                      <a:pt x="948" y="610"/>
                      <a:pt x="700" y="474"/>
                    </a:cubicBezTo>
                    <a:cubicBezTo>
                      <a:pt x="452" y="328"/>
                      <a:pt x="215" y="170"/>
                      <a:pt x="0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"/>
              <p:cNvSpPr/>
              <p:nvPr/>
            </p:nvSpPr>
            <p:spPr>
              <a:xfrm>
                <a:off x="1230550" y="3317450"/>
                <a:ext cx="128950" cy="341650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13666" extrusionOk="0">
                    <a:moveTo>
                      <a:pt x="1" y="0"/>
                    </a:moveTo>
                    <a:lnTo>
                      <a:pt x="80" y="136"/>
                    </a:lnTo>
                    <a:cubicBezTo>
                      <a:pt x="148" y="271"/>
                      <a:pt x="215" y="418"/>
                      <a:pt x="272" y="565"/>
                    </a:cubicBezTo>
                    <a:cubicBezTo>
                      <a:pt x="430" y="926"/>
                      <a:pt x="576" y="1479"/>
                      <a:pt x="779" y="2133"/>
                    </a:cubicBezTo>
                    <a:cubicBezTo>
                      <a:pt x="983" y="2788"/>
                      <a:pt x="1208" y="3555"/>
                      <a:pt x="1468" y="4367"/>
                    </a:cubicBezTo>
                    <a:cubicBezTo>
                      <a:pt x="1727" y="5180"/>
                      <a:pt x="2009" y="6060"/>
                      <a:pt x="2292" y="6929"/>
                    </a:cubicBezTo>
                    <a:cubicBezTo>
                      <a:pt x="2438" y="7358"/>
                      <a:pt x="2585" y="7786"/>
                      <a:pt x="2720" y="8215"/>
                    </a:cubicBezTo>
                    <a:cubicBezTo>
                      <a:pt x="2856" y="8644"/>
                      <a:pt x="3048" y="9061"/>
                      <a:pt x="3206" y="9456"/>
                    </a:cubicBezTo>
                    <a:cubicBezTo>
                      <a:pt x="3533" y="10246"/>
                      <a:pt x="3849" y="10991"/>
                      <a:pt x="4142" y="11612"/>
                    </a:cubicBezTo>
                    <a:cubicBezTo>
                      <a:pt x="4424" y="12232"/>
                      <a:pt x="4684" y="12740"/>
                      <a:pt x="4864" y="13101"/>
                    </a:cubicBezTo>
                    <a:cubicBezTo>
                      <a:pt x="5056" y="13462"/>
                      <a:pt x="5158" y="13665"/>
                      <a:pt x="5158" y="13665"/>
                    </a:cubicBezTo>
                    <a:lnTo>
                      <a:pt x="4943" y="13067"/>
                    </a:lnTo>
                    <a:cubicBezTo>
                      <a:pt x="4819" y="12695"/>
                      <a:pt x="4639" y="12153"/>
                      <a:pt x="4379" y="11510"/>
                    </a:cubicBezTo>
                    <a:cubicBezTo>
                      <a:pt x="4131" y="10878"/>
                      <a:pt x="3894" y="10111"/>
                      <a:pt x="3601" y="9310"/>
                    </a:cubicBezTo>
                    <a:cubicBezTo>
                      <a:pt x="3454" y="8904"/>
                      <a:pt x="3296" y="8509"/>
                      <a:pt x="3160" y="8080"/>
                    </a:cubicBezTo>
                    <a:cubicBezTo>
                      <a:pt x="3025" y="7651"/>
                      <a:pt x="2890" y="7211"/>
                      <a:pt x="2743" y="6771"/>
                    </a:cubicBezTo>
                    <a:cubicBezTo>
                      <a:pt x="2596" y="6342"/>
                      <a:pt x="2450" y="5913"/>
                      <a:pt x="2314" y="5484"/>
                    </a:cubicBezTo>
                    <a:cubicBezTo>
                      <a:pt x="2179" y="5056"/>
                      <a:pt x="2009" y="4638"/>
                      <a:pt x="1874" y="4232"/>
                    </a:cubicBezTo>
                    <a:cubicBezTo>
                      <a:pt x="1581" y="3431"/>
                      <a:pt x="1276" y="2686"/>
                      <a:pt x="1028" y="2043"/>
                    </a:cubicBezTo>
                    <a:cubicBezTo>
                      <a:pt x="847" y="1524"/>
                      <a:pt x="610" y="1016"/>
                      <a:pt x="351" y="519"/>
                    </a:cubicBezTo>
                    <a:cubicBezTo>
                      <a:pt x="283" y="384"/>
                      <a:pt x="193" y="249"/>
                      <a:pt x="102" y="12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"/>
              <p:cNvSpPr/>
              <p:nvPr/>
            </p:nvSpPr>
            <p:spPr>
              <a:xfrm>
                <a:off x="1163700" y="3358075"/>
                <a:ext cx="273100" cy="239800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592" extrusionOk="0">
                    <a:moveTo>
                      <a:pt x="10924" y="0"/>
                    </a:moveTo>
                    <a:cubicBezTo>
                      <a:pt x="10867" y="113"/>
                      <a:pt x="10799" y="203"/>
                      <a:pt x="10709" y="282"/>
                    </a:cubicBezTo>
                    <a:cubicBezTo>
                      <a:pt x="10619" y="361"/>
                      <a:pt x="10529" y="429"/>
                      <a:pt x="10438" y="497"/>
                    </a:cubicBezTo>
                    <a:cubicBezTo>
                      <a:pt x="10247" y="643"/>
                      <a:pt x="10043" y="756"/>
                      <a:pt x="9852" y="926"/>
                    </a:cubicBezTo>
                    <a:cubicBezTo>
                      <a:pt x="9423" y="1264"/>
                      <a:pt x="9005" y="1614"/>
                      <a:pt x="8588" y="1975"/>
                    </a:cubicBezTo>
                    <a:cubicBezTo>
                      <a:pt x="8170" y="2336"/>
                      <a:pt x="7741" y="2675"/>
                      <a:pt x="7335" y="3036"/>
                    </a:cubicBezTo>
                    <a:cubicBezTo>
                      <a:pt x="6500" y="3758"/>
                      <a:pt x="5710" y="4503"/>
                      <a:pt x="4909" y="5259"/>
                    </a:cubicBezTo>
                    <a:lnTo>
                      <a:pt x="4311" y="5823"/>
                    </a:lnTo>
                    <a:lnTo>
                      <a:pt x="3713" y="6342"/>
                    </a:lnTo>
                    <a:cubicBezTo>
                      <a:pt x="3284" y="6669"/>
                      <a:pt x="2833" y="6996"/>
                      <a:pt x="2404" y="7346"/>
                    </a:cubicBezTo>
                    <a:cubicBezTo>
                      <a:pt x="2201" y="7527"/>
                      <a:pt x="1975" y="7685"/>
                      <a:pt x="1783" y="7877"/>
                    </a:cubicBezTo>
                    <a:cubicBezTo>
                      <a:pt x="1580" y="8080"/>
                      <a:pt x="1377" y="8260"/>
                      <a:pt x="1197" y="8475"/>
                    </a:cubicBezTo>
                    <a:cubicBezTo>
                      <a:pt x="1005" y="8678"/>
                      <a:pt x="824" y="8870"/>
                      <a:pt x="632" y="9061"/>
                    </a:cubicBezTo>
                    <a:cubicBezTo>
                      <a:pt x="542" y="9163"/>
                      <a:pt x="441" y="9253"/>
                      <a:pt x="328" y="9332"/>
                    </a:cubicBezTo>
                    <a:lnTo>
                      <a:pt x="0" y="9592"/>
                    </a:lnTo>
                    <a:cubicBezTo>
                      <a:pt x="249" y="9468"/>
                      <a:pt x="486" y="9321"/>
                      <a:pt x="700" y="9163"/>
                    </a:cubicBezTo>
                    <a:cubicBezTo>
                      <a:pt x="915" y="8982"/>
                      <a:pt x="1140" y="8813"/>
                      <a:pt x="1343" y="8633"/>
                    </a:cubicBezTo>
                    <a:cubicBezTo>
                      <a:pt x="1546" y="8441"/>
                      <a:pt x="1750" y="8272"/>
                      <a:pt x="1964" y="8102"/>
                    </a:cubicBezTo>
                    <a:cubicBezTo>
                      <a:pt x="2167" y="7933"/>
                      <a:pt x="2393" y="7775"/>
                      <a:pt x="2618" y="7617"/>
                    </a:cubicBezTo>
                    <a:cubicBezTo>
                      <a:pt x="2844" y="7459"/>
                      <a:pt x="3070" y="7312"/>
                      <a:pt x="3295" y="7166"/>
                    </a:cubicBezTo>
                    <a:lnTo>
                      <a:pt x="3973" y="6692"/>
                    </a:lnTo>
                    <a:lnTo>
                      <a:pt x="4627" y="6161"/>
                    </a:lnTo>
                    <a:lnTo>
                      <a:pt x="5225" y="5597"/>
                    </a:lnTo>
                    <a:cubicBezTo>
                      <a:pt x="6038" y="4852"/>
                      <a:pt x="6827" y="4096"/>
                      <a:pt x="7617" y="3340"/>
                    </a:cubicBezTo>
                    <a:cubicBezTo>
                      <a:pt x="8024" y="2979"/>
                      <a:pt x="8407" y="2596"/>
                      <a:pt x="8802" y="2212"/>
                    </a:cubicBezTo>
                    <a:cubicBezTo>
                      <a:pt x="9186" y="1828"/>
                      <a:pt x="9592" y="1456"/>
                      <a:pt x="9976" y="1061"/>
                    </a:cubicBezTo>
                    <a:cubicBezTo>
                      <a:pt x="10122" y="903"/>
                      <a:pt x="10314" y="756"/>
                      <a:pt x="10495" y="598"/>
                    </a:cubicBezTo>
                    <a:cubicBezTo>
                      <a:pt x="10574" y="508"/>
                      <a:pt x="10664" y="429"/>
                      <a:pt x="10743" y="339"/>
                    </a:cubicBezTo>
                    <a:cubicBezTo>
                      <a:pt x="10822" y="237"/>
                      <a:pt x="10878" y="124"/>
                      <a:pt x="10924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"/>
              <p:cNvSpPr/>
              <p:nvPr/>
            </p:nvSpPr>
            <p:spPr>
              <a:xfrm>
                <a:off x="1115450" y="3480500"/>
                <a:ext cx="3744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4976" h="659" extrusionOk="0">
                    <a:moveTo>
                      <a:pt x="10236" y="1"/>
                    </a:moveTo>
                    <a:cubicBezTo>
                      <a:pt x="9344" y="1"/>
                      <a:pt x="8396" y="12"/>
                      <a:pt x="7471" y="57"/>
                    </a:cubicBezTo>
                    <a:lnTo>
                      <a:pt x="6072" y="136"/>
                    </a:lnTo>
                    <a:cubicBezTo>
                      <a:pt x="5609" y="159"/>
                      <a:pt x="5169" y="226"/>
                      <a:pt x="4729" y="226"/>
                    </a:cubicBezTo>
                    <a:cubicBezTo>
                      <a:pt x="4289" y="238"/>
                      <a:pt x="3860" y="260"/>
                      <a:pt x="3454" y="271"/>
                    </a:cubicBezTo>
                    <a:lnTo>
                      <a:pt x="3172" y="271"/>
                    </a:lnTo>
                    <a:lnTo>
                      <a:pt x="2890" y="249"/>
                    </a:lnTo>
                    <a:lnTo>
                      <a:pt x="2348" y="192"/>
                    </a:lnTo>
                    <a:cubicBezTo>
                      <a:pt x="1648" y="113"/>
                      <a:pt x="1062" y="102"/>
                      <a:pt x="655" y="68"/>
                    </a:cubicBezTo>
                    <a:lnTo>
                      <a:pt x="1" y="46"/>
                    </a:lnTo>
                    <a:lnTo>
                      <a:pt x="622" y="181"/>
                    </a:lnTo>
                    <a:lnTo>
                      <a:pt x="2303" y="474"/>
                    </a:lnTo>
                    <a:lnTo>
                      <a:pt x="2856" y="565"/>
                    </a:lnTo>
                    <a:lnTo>
                      <a:pt x="3138" y="610"/>
                    </a:lnTo>
                    <a:cubicBezTo>
                      <a:pt x="3262" y="632"/>
                      <a:pt x="3341" y="632"/>
                      <a:pt x="3443" y="632"/>
                    </a:cubicBezTo>
                    <a:cubicBezTo>
                      <a:pt x="3771" y="642"/>
                      <a:pt x="4115" y="658"/>
                      <a:pt x="4467" y="658"/>
                    </a:cubicBezTo>
                    <a:cubicBezTo>
                      <a:pt x="4550" y="658"/>
                      <a:pt x="4634" y="657"/>
                      <a:pt x="4718" y="655"/>
                    </a:cubicBezTo>
                    <a:cubicBezTo>
                      <a:pt x="5158" y="655"/>
                      <a:pt x="5609" y="632"/>
                      <a:pt x="6083" y="610"/>
                    </a:cubicBezTo>
                    <a:lnTo>
                      <a:pt x="7482" y="553"/>
                    </a:lnTo>
                    <a:cubicBezTo>
                      <a:pt x="7945" y="520"/>
                      <a:pt x="8419" y="497"/>
                      <a:pt x="8882" y="486"/>
                    </a:cubicBezTo>
                    <a:cubicBezTo>
                      <a:pt x="9333" y="474"/>
                      <a:pt x="9784" y="429"/>
                      <a:pt x="10224" y="429"/>
                    </a:cubicBezTo>
                    <a:cubicBezTo>
                      <a:pt x="10676" y="429"/>
                      <a:pt x="11093" y="429"/>
                      <a:pt x="11499" y="396"/>
                    </a:cubicBezTo>
                    <a:cubicBezTo>
                      <a:pt x="11631" y="388"/>
                      <a:pt x="11760" y="385"/>
                      <a:pt x="11887" y="385"/>
                    </a:cubicBezTo>
                    <a:cubicBezTo>
                      <a:pt x="12141" y="385"/>
                      <a:pt x="12387" y="396"/>
                      <a:pt x="12628" y="396"/>
                    </a:cubicBezTo>
                    <a:cubicBezTo>
                      <a:pt x="12861" y="396"/>
                      <a:pt x="13079" y="401"/>
                      <a:pt x="13289" y="401"/>
                    </a:cubicBezTo>
                    <a:cubicBezTo>
                      <a:pt x="13394" y="401"/>
                      <a:pt x="13497" y="399"/>
                      <a:pt x="13598" y="396"/>
                    </a:cubicBezTo>
                    <a:lnTo>
                      <a:pt x="14332" y="339"/>
                    </a:lnTo>
                    <a:cubicBezTo>
                      <a:pt x="14490" y="328"/>
                      <a:pt x="14648" y="328"/>
                      <a:pt x="14806" y="328"/>
                    </a:cubicBezTo>
                    <a:lnTo>
                      <a:pt x="14975" y="328"/>
                    </a:lnTo>
                    <a:lnTo>
                      <a:pt x="14806" y="294"/>
                    </a:lnTo>
                    <a:cubicBezTo>
                      <a:pt x="14648" y="260"/>
                      <a:pt x="14490" y="249"/>
                      <a:pt x="14332" y="249"/>
                    </a:cubicBezTo>
                    <a:lnTo>
                      <a:pt x="13598" y="215"/>
                    </a:lnTo>
                    <a:lnTo>
                      <a:pt x="12639" y="125"/>
                    </a:lnTo>
                    <a:cubicBezTo>
                      <a:pt x="12289" y="102"/>
                      <a:pt x="11894" y="57"/>
                      <a:pt x="11499" y="46"/>
                    </a:cubicBezTo>
                    <a:cubicBezTo>
                      <a:pt x="11105" y="23"/>
                      <a:pt x="10676" y="12"/>
                      <a:pt x="10236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1" name="Google Shape;1441;p2"/>
            <p:cNvGrpSpPr/>
            <p:nvPr/>
          </p:nvGrpSpPr>
          <p:grpSpPr>
            <a:xfrm>
              <a:off x="4285601" y="1736050"/>
              <a:ext cx="464650" cy="436850"/>
              <a:chOff x="1071450" y="3263575"/>
              <a:chExt cx="464650" cy="436850"/>
            </a:xfrm>
          </p:grpSpPr>
          <p:sp>
            <p:nvSpPr>
              <p:cNvPr id="1442" name="Google Shape;1442;p2"/>
              <p:cNvSpPr/>
              <p:nvPr/>
            </p:nvSpPr>
            <p:spPr>
              <a:xfrm>
                <a:off x="1071450" y="3263575"/>
                <a:ext cx="464650" cy="436850"/>
              </a:xfrm>
              <a:custGeom>
                <a:avLst/>
                <a:gdLst/>
                <a:ahLst/>
                <a:cxnLst/>
                <a:rect l="l" t="t" r="r" b="b"/>
                <a:pathLst>
                  <a:path w="18586" h="17474" extrusionOk="0">
                    <a:moveTo>
                      <a:pt x="9634" y="0"/>
                    </a:moveTo>
                    <a:cubicBezTo>
                      <a:pt x="9157" y="0"/>
                      <a:pt x="8682" y="58"/>
                      <a:pt x="8215" y="181"/>
                    </a:cubicBezTo>
                    <a:cubicBezTo>
                      <a:pt x="3826" y="1309"/>
                      <a:pt x="1" y="4164"/>
                      <a:pt x="644" y="9355"/>
                    </a:cubicBezTo>
                    <a:cubicBezTo>
                      <a:pt x="971" y="12040"/>
                      <a:pt x="2630" y="14399"/>
                      <a:pt x="4774" y="15933"/>
                    </a:cubicBezTo>
                    <a:cubicBezTo>
                      <a:pt x="5744" y="16610"/>
                      <a:pt x="6839" y="17073"/>
                      <a:pt x="8001" y="17299"/>
                    </a:cubicBezTo>
                    <a:cubicBezTo>
                      <a:pt x="8560" y="17414"/>
                      <a:pt x="9133" y="17474"/>
                      <a:pt x="9703" y="17474"/>
                    </a:cubicBezTo>
                    <a:cubicBezTo>
                      <a:pt x="10812" y="17474"/>
                      <a:pt x="11906" y="17245"/>
                      <a:pt x="12853" y="16746"/>
                    </a:cubicBezTo>
                    <a:cubicBezTo>
                      <a:pt x="14083" y="16080"/>
                      <a:pt x="15482" y="15177"/>
                      <a:pt x="16306" y="14015"/>
                    </a:cubicBezTo>
                    <a:cubicBezTo>
                      <a:pt x="18337" y="11386"/>
                      <a:pt x="18586" y="7594"/>
                      <a:pt x="17051" y="4706"/>
                    </a:cubicBezTo>
                    <a:cubicBezTo>
                      <a:pt x="15679" y="2244"/>
                      <a:pt x="12621" y="0"/>
                      <a:pt x="9634" y="0"/>
                    </a:cubicBezTo>
                    <a:close/>
                  </a:path>
                </a:pathLst>
              </a:custGeom>
              <a:solidFill>
                <a:srgbClr val="7FB6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"/>
              <p:cNvSpPr/>
              <p:nvPr/>
            </p:nvSpPr>
            <p:spPr>
              <a:xfrm>
                <a:off x="1086675" y="3286200"/>
                <a:ext cx="42545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7018" h="15665" extrusionOk="0">
                    <a:moveTo>
                      <a:pt x="8782" y="1"/>
                    </a:moveTo>
                    <a:cubicBezTo>
                      <a:pt x="8168" y="1"/>
                      <a:pt x="7563" y="99"/>
                      <a:pt x="6986" y="314"/>
                    </a:cubicBezTo>
                    <a:cubicBezTo>
                      <a:pt x="3160" y="1713"/>
                      <a:pt x="1" y="4613"/>
                      <a:pt x="1028" y="9194"/>
                    </a:cubicBezTo>
                    <a:cubicBezTo>
                      <a:pt x="1569" y="11553"/>
                      <a:pt x="3262" y="13505"/>
                      <a:pt x="5316" y="14690"/>
                    </a:cubicBezTo>
                    <a:cubicBezTo>
                      <a:pt x="6241" y="15209"/>
                      <a:pt x="7257" y="15525"/>
                      <a:pt x="8306" y="15626"/>
                    </a:cubicBezTo>
                    <a:cubicBezTo>
                      <a:pt x="8565" y="15651"/>
                      <a:pt x="8825" y="15664"/>
                      <a:pt x="9085" y="15664"/>
                    </a:cubicBezTo>
                    <a:cubicBezTo>
                      <a:pt x="10342" y="15664"/>
                      <a:pt x="11584" y="15363"/>
                      <a:pt x="12594" y="14690"/>
                    </a:cubicBezTo>
                    <a:cubicBezTo>
                      <a:pt x="13644" y="14001"/>
                      <a:pt x="14806" y="13065"/>
                      <a:pt x="15438" y="11948"/>
                    </a:cubicBezTo>
                    <a:cubicBezTo>
                      <a:pt x="17017" y="9420"/>
                      <a:pt x="16893" y="6012"/>
                      <a:pt x="15268" y="3575"/>
                    </a:cubicBezTo>
                    <a:cubicBezTo>
                      <a:pt x="13927" y="1635"/>
                      <a:pt x="11289" y="1"/>
                      <a:pt x="8782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"/>
              <p:cNvSpPr/>
              <p:nvPr/>
            </p:nvSpPr>
            <p:spPr>
              <a:xfrm>
                <a:off x="1118000" y="3314325"/>
                <a:ext cx="364775" cy="335800"/>
              </a:xfrm>
              <a:custGeom>
                <a:avLst/>
                <a:gdLst/>
                <a:ahLst/>
                <a:cxnLst/>
                <a:rect l="l" t="t" r="r" b="b"/>
                <a:pathLst>
                  <a:path w="14591" h="13432" extrusionOk="0">
                    <a:moveTo>
                      <a:pt x="7534" y="1"/>
                    </a:moveTo>
                    <a:cubicBezTo>
                      <a:pt x="7007" y="1"/>
                      <a:pt x="6488" y="85"/>
                      <a:pt x="5992" y="272"/>
                    </a:cubicBezTo>
                    <a:cubicBezTo>
                      <a:pt x="2709" y="1468"/>
                      <a:pt x="0" y="3951"/>
                      <a:pt x="892" y="7878"/>
                    </a:cubicBezTo>
                    <a:cubicBezTo>
                      <a:pt x="1343" y="9909"/>
                      <a:pt x="2788" y="11590"/>
                      <a:pt x="4559" y="12606"/>
                    </a:cubicBezTo>
                    <a:cubicBezTo>
                      <a:pt x="5349" y="13046"/>
                      <a:pt x="6218" y="13316"/>
                      <a:pt x="7121" y="13395"/>
                    </a:cubicBezTo>
                    <a:cubicBezTo>
                      <a:pt x="7352" y="13420"/>
                      <a:pt x="7584" y="13432"/>
                      <a:pt x="7816" y="13432"/>
                    </a:cubicBezTo>
                    <a:cubicBezTo>
                      <a:pt x="8887" y="13432"/>
                      <a:pt x="9946" y="13169"/>
                      <a:pt x="10799" y="12594"/>
                    </a:cubicBezTo>
                    <a:cubicBezTo>
                      <a:pt x="11691" y="11996"/>
                      <a:pt x="12695" y="11195"/>
                      <a:pt x="13237" y="10247"/>
                    </a:cubicBezTo>
                    <a:cubicBezTo>
                      <a:pt x="14591" y="8081"/>
                      <a:pt x="14489" y="5158"/>
                      <a:pt x="13101" y="3070"/>
                    </a:cubicBezTo>
                    <a:cubicBezTo>
                      <a:pt x="11941" y="1412"/>
                      <a:pt x="9682" y="1"/>
                      <a:pt x="7534" y="1"/>
                    </a:cubicBezTo>
                    <a:close/>
                  </a:path>
                </a:pathLst>
              </a:custGeom>
              <a:solidFill>
                <a:srgbClr val="C3D6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"/>
              <p:cNvSpPr/>
              <p:nvPr/>
            </p:nvSpPr>
            <p:spPr>
              <a:xfrm>
                <a:off x="1241850" y="3308425"/>
                <a:ext cx="106100" cy="3470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13880" extrusionOk="0">
                    <a:moveTo>
                      <a:pt x="4243" y="0"/>
                    </a:moveTo>
                    <a:cubicBezTo>
                      <a:pt x="4243" y="0"/>
                      <a:pt x="4164" y="215"/>
                      <a:pt x="4074" y="598"/>
                    </a:cubicBezTo>
                    <a:cubicBezTo>
                      <a:pt x="3984" y="982"/>
                      <a:pt x="3769" y="1524"/>
                      <a:pt x="3589" y="2167"/>
                    </a:cubicBezTo>
                    <a:cubicBezTo>
                      <a:pt x="3498" y="2494"/>
                      <a:pt x="3374" y="2833"/>
                      <a:pt x="3239" y="3205"/>
                    </a:cubicBezTo>
                    <a:lnTo>
                      <a:pt x="2810" y="4356"/>
                    </a:lnTo>
                    <a:cubicBezTo>
                      <a:pt x="2663" y="4751"/>
                      <a:pt x="2505" y="5168"/>
                      <a:pt x="2359" y="5586"/>
                    </a:cubicBezTo>
                    <a:cubicBezTo>
                      <a:pt x="2201" y="6003"/>
                      <a:pt x="2065" y="6443"/>
                      <a:pt x="1919" y="6872"/>
                    </a:cubicBezTo>
                    <a:cubicBezTo>
                      <a:pt x="1659" y="7741"/>
                      <a:pt x="1366" y="8587"/>
                      <a:pt x="1095" y="9400"/>
                    </a:cubicBezTo>
                    <a:cubicBezTo>
                      <a:pt x="824" y="10212"/>
                      <a:pt x="598" y="10968"/>
                      <a:pt x="406" y="11634"/>
                    </a:cubicBezTo>
                    <a:cubicBezTo>
                      <a:pt x="248" y="12165"/>
                      <a:pt x="136" y="12706"/>
                      <a:pt x="45" y="13248"/>
                    </a:cubicBezTo>
                    <a:cubicBezTo>
                      <a:pt x="11" y="13406"/>
                      <a:pt x="0" y="13564"/>
                      <a:pt x="0" y="13710"/>
                    </a:cubicBezTo>
                    <a:cubicBezTo>
                      <a:pt x="12" y="13767"/>
                      <a:pt x="17" y="13809"/>
                      <a:pt x="20" y="13838"/>
                    </a:cubicBezTo>
                    <a:lnTo>
                      <a:pt x="20" y="13838"/>
                    </a:lnTo>
                    <a:cubicBezTo>
                      <a:pt x="20" y="13808"/>
                      <a:pt x="22" y="13764"/>
                      <a:pt x="34" y="13710"/>
                    </a:cubicBezTo>
                    <a:cubicBezTo>
                      <a:pt x="57" y="13598"/>
                      <a:pt x="79" y="13451"/>
                      <a:pt x="136" y="13259"/>
                    </a:cubicBezTo>
                    <a:cubicBezTo>
                      <a:pt x="237" y="12875"/>
                      <a:pt x="429" y="12356"/>
                      <a:pt x="666" y="11713"/>
                    </a:cubicBezTo>
                    <a:cubicBezTo>
                      <a:pt x="892" y="11070"/>
                      <a:pt x="1185" y="10325"/>
                      <a:pt x="1490" y="9535"/>
                    </a:cubicBezTo>
                    <a:cubicBezTo>
                      <a:pt x="1794" y="8745"/>
                      <a:pt x="2099" y="7877"/>
                      <a:pt x="2381" y="7019"/>
                    </a:cubicBezTo>
                    <a:cubicBezTo>
                      <a:pt x="2517" y="6590"/>
                      <a:pt x="2652" y="6150"/>
                      <a:pt x="2799" y="5733"/>
                    </a:cubicBezTo>
                    <a:lnTo>
                      <a:pt x="3216" y="4491"/>
                    </a:lnTo>
                    <a:cubicBezTo>
                      <a:pt x="3352" y="4085"/>
                      <a:pt x="3464" y="3690"/>
                      <a:pt x="3566" y="3306"/>
                    </a:cubicBezTo>
                    <a:cubicBezTo>
                      <a:pt x="3679" y="2934"/>
                      <a:pt x="3792" y="2584"/>
                      <a:pt x="3848" y="2246"/>
                    </a:cubicBezTo>
                    <a:cubicBezTo>
                      <a:pt x="3995" y="1569"/>
                      <a:pt x="4108" y="1016"/>
                      <a:pt x="4164" y="621"/>
                    </a:cubicBezTo>
                    <a:cubicBezTo>
                      <a:pt x="4209" y="226"/>
                      <a:pt x="4243" y="0"/>
                      <a:pt x="4243" y="0"/>
                    </a:cubicBezTo>
                    <a:close/>
                    <a:moveTo>
                      <a:pt x="20" y="13838"/>
                    </a:moveTo>
                    <a:cubicBezTo>
                      <a:pt x="20" y="13864"/>
                      <a:pt x="23" y="13880"/>
                      <a:pt x="23" y="13880"/>
                    </a:cubicBezTo>
                    <a:cubicBezTo>
                      <a:pt x="23" y="13880"/>
                      <a:pt x="23" y="13866"/>
                      <a:pt x="20" y="13838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"/>
              <p:cNvSpPr/>
              <p:nvPr/>
            </p:nvSpPr>
            <p:spPr>
              <a:xfrm>
                <a:off x="1144525" y="3386000"/>
                <a:ext cx="306100" cy="212450"/>
              </a:xfrm>
              <a:custGeom>
                <a:avLst/>
                <a:gdLst/>
                <a:ahLst/>
                <a:cxnLst/>
                <a:rect l="l" t="t" r="r" b="b"/>
                <a:pathLst>
                  <a:path w="12244" h="8498" extrusionOk="0">
                    <a:moveTo>
                      <a:pt x="0" y="0"/>
                    </a:moveTo>
                    <a:lnTo>
                      <a:pt x="305" y="316"/>
                    </a:lnTo>
                    <a:cubicBezTo>
                      <a:pt x="406" y="407"/>
                      <a:pt x="531" y="497"/>
                      <a:pt x="643" y="587"/>
                    </a:cubicBezTo>
                    <a:cubicBezTo>
                      <a:pt x="869" y="756"/>
                      <a:pt x="1106" y="914"/>
                      <a:pt x="1332" y="1084"/>
                    </a:cubicBezTo>
                    <a:lnTo>
                      <a:pt x="2720" y="2065"/>
                    </a:lnTo>
                    <a:lnTo>
                      <a:pt x="5484" y="4063"/>
                    </a:lnTo>
                    <a:cubicBezTo>
                      <a:pt x="6410" y="4728"/>
                      <a:pt x="7324" y="5383"/>
                      <a:pt x="8271" y="6015"/>
                    </a:cubicBezTo>
                    <a:cubicBezTo>
                      <a:pt x="8745" y="6342"/>
                      <a:pt x="9231" y="6647"/>
                      <a:pt x="9716" y="6951"/>
                    </a:cubicBezTo>
                    <a:cubicBezTo>
                      <a:pt x="10190" y="7256"/>
                      <a:pt x="10664" y="7561"/>
                      <a:pt x="11160" y="7854"/>
                    </a:cubicBezTo>
                    <a:cubicBezTo>
                      <a:pt x="11341" y="7944"/>
                      <a:pt x="11533" y="8035"/>
                      <a:pt x="11724" y="8136"/>
                    </a:cubicBezTo>
                    <a:lnTo>
                      <a:pt x="12007" y="8294"/>
                    </a:lnTo>
                    <a:cubicBezTo>
                      <a:pt x="12052" y="8317"/>
                      <a:pt x="12097" y="8351"/>
                      <a:pt x="12142" y="8384"/>
                    </a:cubicBezTo>
                    <a:cubicBezTo>
                      <a:pt x="12165" y="8396"/>
                      <a:pt x="12176" y="8418"/>
                      <a:pt x="12198" y="8430"/>
                    </a:cubicBezTo>
                    <a:cubicBezTo>
                      <a:pt x="12210" y="8452"/>
                      <a:pt x="12243" y="8475"/>
                      <a:pt x="12221" y="8497"/>
                    </a:cubicBezTo>
                    <a:lnTo>
                      <a:pt x="12221" y="8497"/>
                    </a:lnTo>
                    <a:cubicBezTo>
                      <a:pt x="12243" y="8475"/>
                      <a:pt x="12221" y="8441"/>
                      <a:pt x="12210" y="8418"/>
                    </a:cubicBezTo>
                    <a:cubicBezTo>
                      <a:pt x="12187" y="8407"/>
                      <a:pt x="12176" y="8384"/>
                      <a:pt x="12153" y="8362"/>
                    </a:cubicBezTo>
                    <a:cubicBezTo>
                      <a:pt x="12119" y="8328"/>
                      <a:pt x="12074" y="8294"/>
                      <a:pt x="12029" y="8249"/>
                    </a:cubicBezTo>
                    <a:cubicBezTo>
                      <a:pt x="11950" y="8181"/>
                      <a:pt x="11860" y="8125"/>
                      <a:pt x="11770" y="8057"/>
                    </a:cubicBezTo>
                    <a:cubicBezTo>
                      <a:pt x="11600" y="7933"/>
                      <a:pt x="11420" y="7820"/>
                      <a:pt x="11239" y="7707"/>
                    </a:cubicBezTo>
                    <a:cubicBezTo>
                      <a:pt x="10799" y="7346"/>
                      <a:pt x="10336" y="7008"/>
                      <a:pt x="9885" y="6669"/>
                    </a:cubicBezTo>
                    <a:cubicBezTo>
                      <a:pt x="9422" y="6342"/>
                      <a:pt x="8971" y="5992"/>
                      <a:pt x="8508" y="5665"/>
                    </a:cubicBezTo>
                    <a:cubicBezTo>
                      <a:pt x="7594" y="4999"/>
                      <a:pt x="6680" y="4322"/>
                      <a:pt x="5744" y="3668"/>
                    </a:cubicBezTo>
                    <a:cubicBezTo>
                      <a:pt x="5281" y="3340"/>
                      <a:pt x="4807" y="3013"/>
                      <a:pt x="4333" y="2697"/>
                    </a:cubicBezTo>
                    <a:cubicBezTo>
                      <a:pt x="3859" y="2381"/>
                      <a:pt x="3397" y="2065"/>
                      <a:pt x="2900" y="1772"/>
                    </a:cubicBezTo>
                    <a:lnTo>
                      <a:pt x="2178" y="1321"/>
                    </a:lnTo>
                    <a:cubicBezTo>
                      <a:pt x="1930" y="1185"/>
                      <a:pt x="1693" y="1016"/>
                      <a:pt x="1445" y="881"/>
                    </a:cubicBezTo>
                    <a:cubicBezTo>
                      <a:pt x="1196" y="756"/>
                      <a:pt x="948" y="610"/>
                      <a:pt x="700" y="474"/>
                    </a:cubicBezTo>
                    <a:cubicBezTo>
                      <a:pt x="452" y="328"/>
                      <a:pt x="215" y="170"/>
                      <a:pt x="0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"/>
              <p:cNvSpPr/>
              <p:nvPr/>
            </p:nvSpPr>
            <p:spPr>
              <a:xfrm>
                <a:off x="1230550" y="3317450"/>
                <a:ext cx="128950" cy="341650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13666" extrusionOk="0">
                    <a:moveTo>
                      <a:pt x="1" y="0"/>
                    </a:moveTo>
                    <a:lnTo>
                      <a:pt x="80" y="136"/>
                    </a:lnTo>
                    <a:cubicBezTo>
                      <a:pt x="148" y="271"/>
                      <a:pt x="215" y="418"/>
                      <a:pt x="272" y="565"/>
                    </a:cubicBezTo>
                    <a:cubicBezTo>
                      <a:pt x="430" y="926"/>
                      <a:pt x="576" y="1479"/>
                      <a:pt x="779" y="2133"/>
                    </a:cubicBezTo>
                    <a:cubicBezTo>
                      <a:pt x="983" y="2788"/>
                      <a:pt x="1208" y="3555"/>
                      <a:pt x="1468" y="4367"/>
                    </a:cubicBezTo>
                    <a:cubicBezTo>
                      <a:pt x="1727" y="5180"/>
                      <a:pt x="2009" y="6060"/>
                      <a:pt x="2292" y="6929"/>
                    </a:cubicBezTo>
                    <a:cubicBezTo>
                      <a:pt x="2438" y="7358"/>
                      <a:pt x="2585" y="7786"/>
                      <a:pt x="2720" y="8215"/>
                    </a:cubicBezTo>
                    <a:cubicBezTo>
                      <a:pt x="2856" y="8644"/>
                      <a:pt x="3048" y="9061"/>
                      <a:pt x="3206" y="9456"/>
                    </a:cubicBezTo>
                    <a:cubicBezTo>
                      <a:pt x="3533" y="10246"/>
                      <a:pt x="3849" y="10991"/>
                      <a:pt x="4142" y="11612"/>
                    </a:cubicBezTo>
                    <a:cubicBezTo>
                      <a:pt x="4424" y="12232"/>
                      <a:pt x="4684" y="12740"/>
                      <a:pt x="4864" y="13101"/>
                    </a:cubicBezTo>
                    <a:cubicBezTo>
                      <a:pt x="5056" y="13462"/>
                      <a:pt x="5158" y="13665"/>
                      <a:pt x="5158" y="13665"/>
                    </a:cubicBezTo>
                    <a:lnTo>
                      <a:pt x="4943" y="13067"/>
                    </a:lnTo>
                    <a:cubicBezTo>
                      <a:pt x="4819" y="12695"/>
                      <a:pt x="4639" y="12153"/>
                      <a:pt x="4379" y="11510"/>
                    </a:cubicBezTo>
                    <a:cubicBezTo>
                      <a:pt x="4131" y="10878"/>
                      <a:pt x="3894" y="10111"/>
                      <a:pt x="3601" y="9310"/>
                    </a:cubicBezTo>
                    <a:cubicBezTo>
                      <a:pt x="3454" y="8904"/>
                      <a:pt x="3296" y="8509"/>
                      <a:pt x="3160" y="8080"/>
                    </a:cubicBezTo>
                    <a:cubicBezTo>
                      <a:pt x="3025" y="7651"/>
                      <a:pt x="2890" y="7211"/>
                      <a:pt x="2743" y="6771"/>
                    </a:cubicBezTo>
                    <a:cubicBezTo>
                      <a:pt x="2596" y="6342"/>
                      <a:pt x="2450" y="5913"/>
                      <a:pt x="2314" y="5484"/>
                    </a:cubicBezTo>
                    <a:cubicBezTo>
                      <a:pt x="2179" y="5056"/>
                      <a:pt x="2009" y="4638"/>
                      <a:pt x="1874" y="4232"/>
                    </a:cubicBezTo>
                    <a:cubicBezTo>
                      <a:pt x="1581" y="3431"/>
                      <a:pt x="1276" y="2686"/>
                      <a:pt x="1028" y="2043"/>
                    </a:cubicBezTo>
                    <a:cubicBezTo>
                      <a:pt x="847" y="1524"/>
                      <a:pt x="610" y="1016"/>
                      <a:pt x="351" y="519"/>
                    </a:cubicBezTo>
                    <a:cubicBezTo>
                      <a:pt x="283" y="384"/>
                      <a:pt x="193" y="249"/>
                      <a:pt x="102" y="12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"/>
              <p:cNvSpPr/>
              <p:nvPr/>
            </p:nvSpPr>
            <p:spPr>
              <a:xfrm>
                <a:off x="1163700" y="3358075"/>
                <a:ext cx="273100" cy="239800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592" extrusionOk="0">
                    <a:moveTo>
                      <a:pt x="10924" y="0"/>
                    </a:moveTo>
                    <a:cubicBezTo>
                      <a:pt x="10867" y="113"/>
                      <a:pt x="10799" y="203"/>
                      <a:pt x="10709" y="282"/>
                    </a:cubicBezTo>
                    <a:cubicBezTo>
                      <a:pt x="10619" y="361"/>
                      <a:pt x="10529" y="429"/>
                      <a:pt x="10438" y="497"/>
                    </a:cubicBezTo>
                    <a:cubicBezTo>
                      <a:pt x="10247" y="643"/>
                      <a:pt x="10043" y="756"/>
                      <a:pt x="9852" y="926"/>
                    </a:cubicBezTo>
                    <a:cubicBezTo>
                      <a:pt x="9423" y="1264"/>
                      <a:pt x="9005" y="1614"/>
                      <a:pt x="8588" y="1975"/>
                    </a:cubicBezTo>
                    <a:cubicBezTo>
                      <a:pt x="8170" y="2336"/>
                      <a:pt x="7741" y="2675"/>
                      <a:pt x="7335" y="3036"/>
                    </a:cubicBezTo>
                    <a:cubicBezTo>
                      <a:pt x="6500" y="3758"/>
                      <a:pt x="5710" y="4503"/>
                      <a:pt x="4909" y="5259"/>
                    </a:cubicBezTo>
                    <a:lnTo>
                      <a:pt x="4311" y="5823"/>
                    </a:lnTo>
                    <a:lnTo>
                      <a:pt x="3713" y="6342"/>
                    </a:lnTo>
                    <a:cubicBezTo>
                      <a:pt x="3284" y="6669"/>
                      <a:pt x="2833" y="6996"/>
                      <a:pt x="2404" y="7346"/>
                    </a:cubicBezTo>
                    <a:cubicBezTo>
                      <a:pt x="2201" y="7527"/>
                      <a:pt x="1975" y="7685"/>
                      <a:pt x="1783" y="7877"/>
                    </a:cubicBezTo>
                    <a:cubicBezTo>
                      <a:pt x="1580" y="8080"/>
                      <a:pt x="1377" y="8260"/>
                      <a:pt x="1197" y="8475"/>
                    </a:cubicBezTo>
                    <a:cubicBezTo>
                      <a:pt x="1005" y="8678"/>
                      <a:pt x="824" y="8870"/>
                      <a:pt x="632" y="9061"/>
                    </a:cubicBezTo>
                    <a:cubicBezTo>
                      <a:pt x="542" y="9163"/>
                      <a:pt x="441" y="9253"/>
                      <a:pt x="328" y="9332"/>
                    </a:cubicBezTo>
                    <a:lnTo>
                      <a:pt x="0" y="9592"/>
                    </a:lnTo>
                    <a:cubicBezTo>
                      <a:pt x="249" y="9468"/>
                      <a:pt x="486" y="9321"/>
                      <a:pt x="700" y="9163"/>
                    </a:cubicBezTo>
                    <a:cubicBezTo>
                      <a:pt x="915" y="8982"/>
                      <a:pt x="1140" y="8813"/>
                      <a:pt x="1343" y="8633"/>
                    </a:cubicBezTo>
                    <a:cubicBezTo>
                      <a:pt x="1546" y="8441"/>
                      <a:pt x="1750" y="8272"/>
                      <a:pt x="1964" y="8102"/>
                    </a:cubicBezTo>
                    <a:cubicBezTo>
                      <a:pt x="2167" y="7933"/>
                      <a:pt x="2393" y="7775"/>
                      <a:pt x="2618" y="7617"/>
                    </a:cubicBezTo>
                    <a:cubicBezTo>
                      <a:pt x="2844" y="7459"/>
                      <a:pt x="3070" y="7312"/>
                      <a:pt x="3295" y="7166"/>
                    </a:cubicBezTo>
                    <a:lnTo>
                      <a:pt x="3973" y="6692"/>
                    </a:lnTo>
                    <a:lnTo>
                      <a:pt x="4627" y="6161"/>
                    </a:lnTo>
                    <a:lnTo>
                      <a:pt x="5225" y="5597"/>
                    </a:lnTo>
                    <a:cubicBezTo>
                      <a:pt x="6038" y="4852"/>
                      <a:pt x="6827" y="4096"/>
                      <a:pt x="7617" y="3340"/>
                    </a:cubicBezTo>
                    <a:cubicBezTo>
                      <a:pt x="8024" y="2979"/>
                      <a:pt x="8407" y="2596"/>
                      <a:pt x="8802" y="2212"/>
                    </a:cubicBezTo>
                    <a:cubicBezTo>
                      <a:pt x="9186" y="1828"/>
                      <a:pt x="9592" y="1456"/>
                      <a:pt x="9976" y="1061"/>
                    </a:cubicBezTo>
                    <a:cubicBezTo>
                      <a:pt x="10122" y="903"/>
                      <a:pt x="10314" y="756"/>
                      <a:pt x="10495" y="598"/>
                    </a:cubicBezTo>
                    <a:cubicBezTo>
                      <a:pt x="10574" y="508"/>
                      <a:pt x="10664" y="429"/>
                      <a:pt x="10743" y="339"/>
                    </a:cubicBezTo>
                    <a:cubicBezTo>
                      <a:pt x="10822" y="237"/>
                      <a:pt x="10878" y="124"/>
                      <a:pt x="10924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"/>
              <p:cNvSpPr/>
              <p:nvPr/>
            </p:nvSpPr>
            <p:spPr>
              <a:xfrm>
                <a:off x="1115450" y="3480500"/>
                <a:ext cx="3744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4976" h="659" extrusionOk="0">
                    <a:moveTo>
                      <a:pt x="10236" y="1"/>
                    </a:moveTo>
                    <a:cubicBezTo>
                      <a:pt x="9344" y="1"/>
                      <a:pt x="8396" y="12"/>
                      <a:pt x="7471" y="57"/>
                    </a:cubicBezTo>
                    <a:lnTo>
                      <a:pt x="6072" y="136"/>
                    </a:lnTo>
                    <a:cubicBezTo>
                      <a:pt x="5609" y="159"/>
                      <a:pt x="5169" y="226"/>
                      <a:pt x="4729" y="226"/>
                    </a:cubicBezTo>
                    <a:cubicBezTo>
                      <a:pt x="4289" y="238"/>
                      <a:pt x="3860" y="260"/>
                      <a:pt x="3454" y="271"/>
                    </a:cubicBezTo>
                    <a:lnTo>
                      <a:pt x="3172" y="271"/>
                    </a:lnTo>
                    <a:lnTo>
                      <a:pt x="2890" y="249"/>
                    </a:lnTo>
                    <a:lnTo>
                      <a:pt x="2348" y="192"/>
                    </a:lnTo>
                    <a:cubicBezTo>
                      <a:pt x="1648" y="113"/>
                      <a:pt x="1062" y="102"/>
                      <a:pt x="655" y="68"/>
                    </a:cubicBezTo>
                    <a:lnTo>
                      <a:pt x="1" y="46"/>
                    </a:lnTo>
                    <a:lnTo>
                      <a:pt x="622" y="181"/>
                    </a:lnTo>
                    <a:lnTo>
                      <a:pt x="2303" y="474"/>
                    </a:lnTo>
                    <a:lnTo>
                      <a:pt x="2856" y="565"/>
                    </a:lnTo>
                    <a:lnTo>
                      <a:pt x="3138" y="610"/>
                    </a:lnTo>
                    <a:cubicBezTo>
                      <a:pt x="3262" y="632"/>
                      <a:pt x="3341" y="632"/>
                      <a:pt x="3443" y="632"/>
                    </a:cubicBezTo>
                    <a:cubicBezTo>
                      <a:pt x="3771" y="642"/>
                      <a:pt x="4115" y="658"/>
                      <a:pt x="4467" y="658"/>
                    </a:cubicBezTo>
                    <a:cubicBezTo>
                      <a:pt x="4550" y="658"/>
                      <a:pt x="4634" y="657"/>
                      <a:pt x="4718" y="655"/>
                    </a:cubicBezTo>
                    <a:cubicBezTo>
                      <a:pt x="5158" y="655"/>
                      <a:pt x="5609" y="632"/>
                      <a:pt x="6083" y="610"/>
                    </a:cubicBezTo>
                    <a:lnTo>
                      <a:pt x="7482" y="553"/>
                    </a:lnTo>
                    <a:cubicBezTo>
                      <a:pt x="7945" y="520"/>
                      <a:pt x="8419" y="497"/>
                      <a:pt x="8882" y="486"/>
                    </a:cubicBezTo>
                    <a:cubicBezTo>
                      <a:pt x="9333" y="474"/>
                      <a:pt x="9784" y="429"/>
                      <a:pt x="10224" y="429"/>
                    </a:cubicBezTo>
                    <a:cubicBezTo>
                      <a:pt x="10676" y="429"/>
                      <a:pt x="11093" y="429"/>
                      <a:pt x="11499" y="396"/>
                    </a:cubicBezTo>
                    <a:cubicBezTo>
                      <a:pt x="11631" y="388"/>
                      <a:pt x="11760" y="385"/>
                      <a:pt x="11887" y="385"/>
                    </a:cubicBezTo>
                    <a:cubicBezTo>
                      <a:pt x="12141" y="385"/>
                      <a:pt x="12387" y="396"/>
                      <a:pt x="12628" y="396"/>
                    </a:cubicBezTo>
                    <a:cubicBezTo>
                      <a:pt x="12861" y="396"/>
                      <a:pt x="13079" y="401"/>
                      <a:pt x="13289" y="401"/>
                    </a:cubicBezTo>
                    <a:cubicBezTo>
                      <a:pt x="13394" y="401"/>
                      <a:pt x="13497" y="399"/>
                      <a:pt x="13598" y="396"/>
                    </a:cubicBezTo>
                    <a:lnTo>
                      <a:pt x="14332" y="339"/>
                    </a:lnTo>
                    <a:cubicBezTo>
                      <a:pt x="14490" y="328"/>
                      <a:pt x="14648" y="328"/>
                      <a:pt x="14806" y="328"/>
                    </a:cubicBezTo>
                    <a:lnTo>
                      <a:pt x="14975" y="328"/>
                    </a:lnTo>
                    <a:lnTo>
                      <a:pt x="14806" y="294"/>
                    </a:lnTo>
                    <a:cubicBezTo>
                      <a:pt x="14648" y="260"/>
                      <a:pt x="14490" y="249"/>
                      <a:pt x="14332" y="249"/>
                    </a:cubicBezTo>
                    <a:lnTo>
                      <a:pt x="13598" y="215"/>
                    </a:lnTo>
                    <a:lnTo>
                      <a:pt x="12639" y="125"/>
                    </a:lnTo>
                    <a:cubicBezTo>
                      <a:pt x="12289" y="102"/>
                      <a:pt x="11894" y="57"/>
                      <a:pt x="11499" y="46"/>
                    </a:cubicBezTo>
                    <a:cubicBezTo>
                      <a:pt x="11105" y="23"/>
                      <a:pt x="10676" y="12"/>
                      <a:pt x="10236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2"/>
            <p:cNvGrpSpPr/>
            <p:nvPr/>
          </p:nvGrpSpPr>
          <p:grpSpPr>
            <a:xfrm>
              <a:off x="6727776" y="1974563"/>
              <a:ext cx="464650" cy="436850"/>
              <a:chOff x="1071450" y="3263575"/>
              <a:chExt cx="464650" cy="436850"/>
            </a:xfrm>
          </p:grpSpPr>
          <p:sp>
            <p:nvSpPr>
              <p:cNvPr id="1451" name="Google Shape;1451;p2"/>
              <p:cNvSpPr/>
              <p:nvPr/>
            </p:nvSpPr>
            <p:spPr>
              <a:xfrm>
                <a:off x="1071450" y="3263575"/>
                <a:ext cx="464650" cy="436850"/>
              </a:xfrm>
              <a:custGeom>
                <a:avLst/>
                <a:gdLst/>
                <a:ahLst/>
                <a:cxnLst/>
                <a:rect l="l" t="t" r="r" b="b"/>
                <a:pathLst>
                  <a:path w="18586" h="17474" extrusionOk="0">
                    <a:moveTo>
                      <a:pt x="9634" y="0"/>
                    </a:moveTo>
                    <a:cubicBezTo>
                      <a:pt x="9157" y="0"/>
                      <a:pt x="8682" y="58"/>
                      <a:pt x="8215" y="181"/>
                    </a:cubicBezTo>
                    <a:cubicBezTo>
                      <a:pt x="3826" y="1309"/>
                      <a:pt x="1" y="4164"/>
                      <a:pt x="644" y="9355"/>
                    </a:cubicBezTo>
                    <a:cubicBezTo>
                      <a:pt x="971" y="12040"/>
                      <a:pt x="2630" y="14399"/>
                      <a:pt x="4774" y="15933"/>
                    </a:cubicBezTo>
                    <a:cubicBezTo>
                      <a:pt x="5744" y="16610"/>
                      <a:pt x="6839" y="17073"/>
                      <a:pt x="8001" y="17299"/>
                    </a:cubicBezTo>
                    <a:cubicBezTo>
                      <a:pt x="8560" y="17414"/>
                      <a:pt x="9133" y="17474"/>
                      <a:pt x="9703" y="17474"/>
                    </a:cubicBezTo>
                    <a:cubicBezTo>
                      <a:pt x="10812" y="17474"/>
                      <a:pt x="11906" y="17245"/>
                      <a:pt x="12853" y="16746"/>
                    </a:cubicBezTo>
                    <a:cubicBezTo>
                      <a:pt x="14083" y="16080"/>
                      <a:pt x="15482" y="15177"/>
                      <a:pt x="16306" y="14015"/>
                    </a:cubicBezTo>
                    <a:cubicBezTo>
                      <a:pt x="18337" y="11386"/>
                      <a:pt x="18586" y="7594"/>
                      <a:pt x="17051" y="4706"/>
                    </a:cubicBezTo>
                    <a:cubicBezTo>
                      <a:pt x="15679" y="2244"/>
                      <a:pt x="12621" y="0"/>
                      <a:pt x="9634" y="0"/>
                    </a:cubicBezTo>
                    <a:close/>
                  </a:path>
                </a:pathLst>
              </a:custGeom>
              <a:solidFill>
                <a:srgbClr val="7FB6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"/>
              <p:cNvSpPr/>
              <p:nvPr/>
            </p:nvSpPr>
            <p:spPr>
              <a:xfrm>
                <a:off x="1086675" y="3286200"/>
                <a:ext cx="42545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7018" h="15665" extrusionOk="0">
                    <a:moveTo>
                      <a:pt x="8782" y="1"/>
                    </a:moveTo>
                    <a:cubicBezTo>
                      <a:pt x="8168" y="1"/>
                      <a:pt x="7563" y="99"/>
                      <a:pt x="6986" y="314"/>
                    </a:cubicBezTo>
                    <a:cubicBezTo>
                      <a:pt x="3160" y="1713"/>
                      <a:pt x="1" y="4613"/>
                      <a:pt x="1028" y="9194"/>
                    </a:cubicBezTo>
                    <a:cubicBezTo>
                      <a:pt x="1569" y="11553"/>
                      <a:pt x="3262" y="13505"/>
                      <a:pt x="5316" y="14690"/>
                    </a:cubicBezTo>
                    <a:cubicBezTo>
                      <a:pt x="6241" y="15209"/>
                      <a:pt x="7257" y="15525"/>
                      <a:pt x="8306" y="15626"/>
                    </a:cubicBezTo>
                    <a:cubicBezTo>
                      <a:pt x="8565" y="15651"/>
                      <a:pt x="8825" y="15664"/>
                      <a:pt x="9085" y="15664"/>
                    </a:cubicBezTo>
                    <a:cubicBezTo>
                      <a:pt x="10342" y="15664"/>
                      <a:pt x="11584" y="15363"/>
                      <a:pt x="12594" y="14690"/>
                    </a:cubicBezTo>
                    <a:cubicBezTo>
                      <a:pt x="13644" y="14001"/>
                      <a:pt x="14806" y="13065"/>
                      <a:pt x="15438" y="11948"/>
                    </a:cubicBezTo>
                    <a:cubicBezTo>
                      <a:pt x="17017" y="9420"/>
                      <a:pt x="16893" y="6012"/>
                      <a:pt x="15268" y="3575"/>
                    </a:cubicBezTo>
                    <a:cubicBezTo>
                      <a:pt x="13927" y="1635"/>
                      <a:pt x="11289" y="1"/>
                      <a:pt x="8782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"/>
              <p:cNvSpPr/>
              <p:nvPr/>
            </p:nvSpPr>
            <p:spPr>
              <a:xfrm>
                <a:off x="1118000" y="3314325"/>
                <a:ext cx="364775" cy="335800"/>
              </a:xfrm>
              <a:custGeom>
                <a:avLst/>
                <a:gdLst/>
                <a:ahLst/>
                <a:cxnLst/>
                <a:rect l="l" t="t" r="r" b="b"/>
                <a:pathLst>
                  <a:path w="14591" h="13432" extrusionOk="0">
                    <a:moveTo>
                      <a:pt x="7534" y="1"/>
                    </a:moveTo>
                    <a:cubicBezTo>
                      <a:pt x="7007" y="1"/>
                      <a:pt x="6488" y="85"/>
                      <a:pt x="5992" y="272"/>
                    </a:cubicBezTo>
                    <a:cubicBezTo>
                      <a:pt x="2709" y="1468"/>
                      <a:pt x="0" y="3951"/>
                      <a:pt x="892" y="7878"/>
                    </a:cubicBezTo>
                    <a:cubicBezTo>
                      <a:pt x="1343" y="9909"/>
                      <a:pt x="2788" y="11590"/>
                      <a:pt x="4559" y="12606"/>
                    </a:cubicBezTo>
                    <a:cubicBezTo>
                      <a:pt x="5349" y="13046"/>
                      <a:pt x="6218" y="13316"/>
                      <a:pt x="7121" y="13395"/>
                    </a:cubicBezTo>
                    <a:cubicBezTo>
                      <a:pt x="7352" y="13420"/>
                      <a:pt x="7584" y="13432"/>
                      <a:pt x="7816" y="13432"/>
                    </a:cubicBezTo>
                    <a:cubicBezTo>
                      <a:pt x="8887" y="13432"/>
                      <a:pt x="9946" y="13169"/>
                      <a:pt x="10799" y="12594"/>
                    </a:cubicBezTo>
                    <a:cubicBezTo>
                      <a:pt x="11691" y="11996"/>
                      <a:pt x="12695" y="11195"/>
                      <a:pt x="13237" y="10247"/>
                    </a:cubicBezTo>
                    <a:cubicBezTo>
                      <a:pt x="14591" y="8081"/>
                      <a:pt x="14489" y="5158"/>
                      <a:pt x="13101" y="3070"/>
                    </a:cubicBezTo>
                    <a:cubicBezTo>
                      <a:pt x="11941" y="1412"/>
                      <a:pt x="9682" y="1"/>
                      <a:pt x="7534" y="1"/>
                    </a:cubicBezTo>
                    <a:close/>
                  </a:path>
                </a:pathLst>
              </a:custGeom>
              <a:solidFill>
                <a:srgbClr val="C3D6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"/>
              <p:cNvSpPr/>
              <p:nvPr/>
            </p:nvSpPr>
            <p:spPr>
              <a:xfrm>
                <a:off x="1241850" y="3308425"/>
                <a:ext cx="106100" cy="3470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13880" extrusionOk="0">
                    <a:moveTo>
                      <a:pt x="4243" y="0"/>
                    </a:moveTo>
                    <a:cubicBezTo>
                      <a:pt x="4243" y="0"/>
                      <a:pt x="4164" y="215"/>
                      <a:pt x="4074" y="598"/>
                    </a:cubicBezTo>
                    <a:cubicBezTo>
                      <a:pt x="3984" y="982"/>
                      <a:pt x="3769" y="1524"/>
                      <a:pt x="3589" y="2167"/>
                    </a:cubicBezTo>
                    <a:cubicBezTo>
                      <a:pt x="3498" y="2494"/>
                      <a:pt x="3374" y="2833"/>
                      <a:pt x="3239" y="3205"/>
                    </a:cubicBezTo>
                    <a:lnTo>
                      <a:pt x="2810" y="4356"/>
                    </a:lnTo>
                    <a:cubicBezTo>
                      <a:pt x="2663" y="4751"/>
                      <a:pt x="2505" y="5168"/>
                      <a:pt x="2359" y="5586"/>
                    </a:cubicBezTo>
                    <a:cubicBezTo>
                      <a:pt x="2201" y="6003"/>
                      <a:pt x="2065" y="6443"/>
                      <a:pt x="1919" y="6872"/>
                    </a:cubicBezTo>
                    <a:cubicBezTo>
                      <a:pt x="1659" y="7741"/>
                      <a:pt x="1366" y="8587"/>
                      <a:pt x="1095" y="9400"/>
                    </a:cubicBezTo>
                    <a:cubicBezTo>
                      <a:pt x="824" y="10212"/>
                      <a:pt x="598" y="10968"/>
                      <a:pt x="406" y="11634"/>
                    </a:cubicBezTo>
                    <a:cubicBezTo>
                      <a:pt x="248" y="12165"/>
                      <a:pt x="136" y="12706"/>
                      <a:pt x="45" y="13248"/>
                    </a:cubicBezTo>
                    <a:cubicBezTo>
                      <a:pt x="11" y="13406"/>
                      <a:pt x="0" y="13564"/>
                      <a:pt x="0" y="13710"/>
                    </a:cubicBezTo>
                    <a:cubicBezTo>
                      <a:pt x="12" y="13767"/>
                      <a:pt x="17" y="13809"/>
                      <a:pt x="20" y="13838"/>
                    </a:cubicBezTo>
                    <a:lnTo>
                      <a:pt x="20" y="13838"/>
                    </a:lnTo>
                    <a:cubicBezTo>
                      <a:pt x="20" y="13808"/>
                      <a:pt x="22" y="13764"/>
                      <a:pt x="34" y="13710"/>
                    </a:cubicBezTo>
                    <a:cubicBezTo>
                      <a:pt x="57" y="13598"/>
                      <a:pt x="79" y="13451"/>
                      <a:pt x="136" y="13259"/>
                    </a:cubicBezTo>
                    <a:cubicBezTo>
                      <a:pt x="237" y="12875"/>
                      <a:pt x="429" y="12356"/>
                      <a:pt x="666" y="11713"/>
                    </a:cubicBezTo>
                    <a:cubicBezTo>
                      <a:pt x="892" y="11070"/>
                      <a:pt x="1185" y="10325"/>
                      <a:pt x="1490" y="9535"/>
                    </a:cubicBezTo>
                    <a:cubicBezTo>
                      <a:pt x="1794" y="8745"/>
                      <a:pt x="2099" y="7877"/>
                      <a:pt x="2381" y="7019"/>
                    </a:cubicBezTo>
                    <a:cubicBezTo>
                      <a:pt x="2517" y="6590"/>
                      <a:pt x="2652" y="6150"/>
                      <a:pt x="2799" y="5733"/>
                    </a:cubicBezTo>
                    <a:lnTo>
                      <a:pt x="3216" y="4491"/>
                    </a:lnTo>
                    <a:cubicBezTo>
                      <a:pt x="3352" y="4085"/>
                      <a:pt x="3464" y="3690"/>
                      <a:pt x="3566" y="3306"/>
                    </a:cubicBezTo>
                    <a:cubicBezTo>
                      <a:pt x="3679" y="2934"/>
                      <a:pt x="3792" y="2584"/>
                      <a:pt x="3848" y="2246"/>
                    </a:cubicBezTo>
                    <a:cubicBezTo>
                      <a:pt x="3995" y="1569"/>
                      <a:pt x="4108" y="1016"/>
                      <a:pt x="4164" y="621"/>
                    </a:cubicBezTo>
                    <a:cubicBezTo>
                      <a:pt x="4209" y="226"/>
                      <a:pt x="4243" y="0"/>
                      <a:pt x="4243" y="0"/>
                    </a:cubicBezTo>
                    <a:close/>
                    <a:moveTo>
                      <a:pt x="20" y="13838"/>
                    </a:moveTo>
                    <a:cubicBezTo>
                      <a:pt x="20" y="13864"/>
                      <a:pt x="23" y="13880"/>
                      <a:pt x="23" y="13880"/>
                    </a:cubicBezTo>
                    <a:cubicBezTo>
                      <a:pt x="23" y="13880"/>
                      <a:pt x="23" y="13866"/>
                      <a:pt x="20" y="13838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"/>
              <p:cNvSpPr/>
              <p:nvPr/>
            </p:nvSpPr>
            <p:spPr>
              <a:xfrm>
                <a:off x="1144525" y="3386000"/>
                <a:ext cx="306100" cy="212450"/>
              </a:xfrm>
              <a:custGeom>
                <a:avLst/>
                <a:gdLst/>
                <a:ahLst/>
                <a:cxnLst/>
                <a:rect l="l" t="t" r="r" b="b"/>
                <a:pathLst>
                  <a:path w="12244" h="8498" extrusionOk="0">
                    <a:moveTo>
                      <a:pt x="0" y="0"/>
                    </a:moveTo>
                    <a:lnTo>
                      <a:pt x="305" y="316"/>
                    </a:lnTo>
                    <a:cubicBezTo>
                      <a:pt x="406" y="407"/>
                      <a:pt x="531" y="497"/>
                      <a:pt x="643" y="587"/>
                    </a:cubicBezTo>
                    <a:cubicBezTo>
                      <a:pt x="869" y="756"/>
                      <a:pt x="1106" y="914"/>
                      <a:pt x="1332" y="1084"/>
                    </a:cubicBezTo>
                    <a:lnTo>
                      <a:pt x="2720" y="2065"/>
                    </a:lnTo>
                    <a:lnTo>
                      <a:pt x="5484" y="4063"/>
                    </a:lnTo>
                    <a:cubicBezTo>
                      <a:pt x="6410" y="4728"/>
                      <a:pt x="7324" y="5383"/>
                      <a:pt x="8271" y="6015"/>
                    </a:cubicBezTo>
                    <a:cubicBezTo>
                      <a:pt x="8745" y="6342"/>
                      <a:pt x="9231" y="6647"/>
                      <a:pt x="9716" y="6951"/>
                    </a:cubicBezTo>
                    <a:cubicBezTo>
                      <a:pt x="10190" y="7256"/>
                      <a:pt x="10664" y="7561"/>
                      <a:pt x="11160" y="7854"/>
                    </a:cubicBezTo>
                    <a:cubicBezTo>
                      <a:pt x="11341" y="7944"/>
                      <a:pt x="11533" y="8035"/>
                      <a:pt x="11724" y="8136"/>
                    </a:cubicBezTo>
                    <a:lnTo>
                      <a:pt x="12007" y="8294"/>
                    </a:lnTo>
                    <a:cubicBezTo>
                      <a:pt x="12052" y="8317"/>
                      <a:pt x="12097" y="8351"/>
                      <a:pt x="12142" y="8384"/>
                    </a:cubicBezTo>
                    <a:cubicBezTo>
                      <a:pt x="12165" y="8396"/>
                      <a:pt x="12176" y="8418"/>
                      <a:pt x="12198" y="8430"/>
                    </a:cubicBezTo>
                    <a:cubicBezTo>
                      <a:pt x="12210" y="8452"/>
                      <a:pt x="12243" y="8475"/>
                      <a:pt x="12221" y="8497"/>
                    </a:cubicBezTo>
                    <a:lnTo>
                      <a:pt x="12221" y="8497"/>
                    </a:lnTo>
                    <a:cubicBezTo>
                      <a:pt x="12243" y="8475"/>
                      <a:pt x="12221" y="8441"/>
                      <a:pt x="12210" y="8418"/>
                    </a:cubicBezTo>
                    <a:cubicBezTo>
                      <a:pt x="12187" y="8407"/>
                      <a:pt x="12176" y="8384"/>
                      <a:pt x="12153" y="8362"/>
                    </a:cubicBezTo>
                    <a:cubicBezTo>
                      <a:pt x="12119" y="8328"/>
                      <a:pt x="12074" y="8294"/>
                      <a:pt x="12029" y="8249"/>
                    </a:cubicBezTo>
                    <a:cubicBezTo>
                      <a:pt x="11950" y="8181"/>
                      <a:pt x="11860" y="8125"/>
                      <a:pt x="11770" y="8057"/>
                    </a:cubicBezTo>
                    <a:cubicBezTo>
                      <a:pt x="11600" y="7933"/>
                      <a:pt x="11420" y="7820"/>
                      <a:pt x="11239" y="7707"/>
                    </a:cubicBezTo>
                    <a:cubicBezTo>
                      <a:pt x="10799" y="7346"/>
                      <a:pt x="10336" y="7008"/>
                      <a:pt x="9885" y="6669"/>
                    </a:cubicBezTo>
                    <a:cubicBezTo>
                      <a:pt x="9422" y="6342"/>
                      <a:pt x="8971" y="5992"/>
                      <a:pt x="8508" y="5665"/>
                    </a:cubicBezTo>
                    <a:cubicBezTo>
                      <a:pt x="7594" y="4999"/>
                      <a:pt x="6680" y="4322"/>
                      <a:pt x="5744" y="3668"/>
                    </a:cubicBezTo>
                    <a:cubicBezTo>
                      <a:pt x="5281" y="3340"/>
                      <a:pt x="4807" y="3013"/>
                      <a:pt x="4333" y="2697"/>
                    </a:cubicBezTo>
                    <a:cubicBezTo>
                      <a:pt x="3859" y="2381"/>
                      <a:pt x="3397" y="2065"/>
                      <a:pt x="2900" y="1772"/>
                    </a:cubicBezTo>
                    <a:lnTo>
                      <a:pt x="2178" y="1321"/>
                    </a:lnTo>
                    <a:cubicBezTo>
                      <a:pt x="1930" y="1185"/>
                      <a:pt x="1693" y="1016"/>
                      <a:pt x="1445" y="881"/>
                    </a:cubicBezTo>
                    <a:cubicBezTo>
                      <a:pt x="1196" y="756"/>
                      <a:pt x="948" y="610"/>
                      <a:pt x="700" y="474"/>
                    </a:cubicBezTo>
                    <a:cubicBezTo>
                      <a:pt x="452" y="328"/>
                      <a:pt x="215" y="170"/>
                      <a:pt x="0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"/>
              <p:cNvSpPr/>
              <p:nvPr/>
            </p:nvSpPr>
            <p:spPr>
              <a:xfrm>
                <a:off x="1230550" y="3317450"/>
                <a:ext cx="128950" cy="341650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13666" extrusionOk="0">
                    <a:moveTo>
                      <a:pt x="1" y="0"/>
                    </a:moveTo>
                    <a:lnTo>
                      <a:pt x="80" y="136"/>
                    </a:lnTo>
                    <a:cubicBezTo>
                      <a:pt x="148" y="271"/>
                      <a:pt x="215" y="418"/>
                      <a:pt x="272" y="565"/>
                    </a:cubicBezTo>
                    <a:cubicBezTo>
                      <a:pt x="430" y="926"/>
                      <a:pt x="576" y="1479"/>
                      <a:pt x="779" y="2133"/>
                    </a:cubicBezTo>
                    <a:cubicBezTo>
                      <a:pt x="983" y="2788"/>
                      <a:pt x="1208" y="3555"/>
                      <a:pt x="1468" y="4367"/>
                    </a:cubicBezTo>
                    <a:cubicBezTo>
                      <a:pt x="1727" y="5180"/>
                      <a:pt x="2009" y="6060"/>
                      <a:pt x="2292" y="6929"/>
                    </a:cubicBezTo>
                    <a:cubicBezTo>
                      <a:pt x="2438" y="7358"/>
                      <a:pt x="2585" y="7786"/>
                      <a:pt x="2720" y="8215"/>
                    </a:cubicBezTo>
                    <a:cubicBezTo>
                      <a:pt x="2856" y="8644"/>
                      <a:pt x="3048" y="9061"/>
                      <a:pt x="3206" y="9456"/>
                    </a:cubicBezTo>
                    <a:cubicBezTo>
                      <a:pt x="3533" y="10246"/>
                      <a:pt x="3849" y="10991"/>
                      <a:pt x="4142" y="11612"/>
                    </a:cubicBezTo>
                    <a:cubicBezTo>
                      <a:pt x="4424" y="12232"/>
                      <a:pt x="4684" y="12740"/>
                      <a:pt x="4864" y="13101"/>
                    </a:cubicBezTo>
                    <a:cubicBezTo>
                      <a:pt x="5056" y="13462"/>
                      <a:pt x="5158" y="13665"/>
                      <a:pt x="5158" y="13665"/>
                    </a:cubicBezTo>
                    <a:lnTo>
                      <a:pt x="4943" y="13067"/>
                    </a:lnTo>
                    <a:cubicBezTo>
                      <a:pt x="4819" y="12695"/>
                      <a:pt x="4639" y="12153"/>
                      <a:pt x="4379" y="11510"/>
                    </a:cubicBezTo>
                    <a:cubicBezTo>
                      <a:pt x="4131" y="10878"/>
                      <a:pt x="3894" y="10111"/>
                      <a:pt x="3601" y="9310"/>
                    </a:cubicBezTo>
                    <a:cubicBezTo>
                      <a:pt x="3454" y="8904"/>
                      <a:pt x="3296" y="8509"/>
                      <a:pt x="3160" y="8080"/>
                    </a:cubicBezTo>
                    <a:cubicBezTo>
                      <a:pt x="3025" y="7651"/>
                      <a:pt x="2890" y="7211"/>
                      <a:pt x="2743" y="6771"/>
                    </a:cubicBezTo>
                    <a:cubicBezTo>
                      <a:pt x="2596" y="6342"/>
                      <a:pt x="2450" y="5913"/>
                      <a:pt x="2314" y="5484"/>
                    </a:cubicBezTo>
                    <a:cubicBezTo>
                      <a:pt x="2179" y="5056"/>
                      <a:pt x="2009" y="4638"/>
                      <a:pt x="1874" y="4232"/>
                    </a:cubicBezTo>
                    <a:cubicBezTo>
                      <a:pt x="1581" y="3431"/>
                      <a:pt x="1276" y="2686"/>
                      <a:pt x="1028" y="2043"/>
                    </a:cubicBezTo>
                    <a:cubicBezTo>
                      <a:pt x="847" y="1524"/>
                      <a:pt x="610" y="1016"/>
                      <a:pt x="351" y="519"/>
                    </a:cubicBezTo>
                    <a:cubicBezTo>
                      <a:pt x="283" y="384"/>
                      <a:pt x="193" y="249"/>
                      <a:pt x="102" y="12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"/>
              <p:cNvSpPr/>
              <p:nvPr/>
            </p:nvSpPr>
            <p:spPr>
              <a:xfrm>
                <a:off x="1163700" y="3358075"/>
                <a:ext cx="273100" cy="239800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592" extrusionOk="0">
                    <a:moveTo>
                      <a:pt x="10924" y="0"/>
                    </a:moveTo>
                    <a:cubicBezTo>
                      <a:pt x="10867" y="113"/>
                      <a:pt x="10799" y="203"/>
                      <a:pt x="10709" y="282"/>
                    </a:cubicBezTo>
                    <a:cubicBezTo>
                      <a:pt x="10619" y="361"/>
                      <a:pt x="10529" y="429"/>
                      <a:pt x="10438" y="497"/>
                    </a:cubicBezTo>
                    <a:cubicBezTo>
                      <a:pt x="10247" y="643"/>
                      <a:pt x="10043" y="756"/>
                      <a:pt x="9852" y="926"/>
                    </a:cubicBezTo>
                    <a:cubicBezTo>
                      <a:pt x="9423" y="1264"/>
                      <a:pt x="9005" y="1614"/>
                      <a:pt x="8588" y="1975"/>
                    </a:cubicBezTo>
                    <a:cubicBezTo>
                      <a:pt x="8170" y="2336"/>
                      <a:pt x="7741" y="2675"/>
                      <a:pt x="7335" y="3036"/>
                    </a:cubicBezTo>
                    <a:cubicBezTo>
                      <a:pt x="6500" y="3758"/>
                      <a:pt x="5710" y="4503"/>
                      <a:pt x="4909" y="5259"/>
                    </a:cubicBezTo>
                    <a:lnTo>
                      <a:pt x="4311" y="5823"/>
                    </a:lnTo>
                    <a:lnTo>
                      <a:pt x="3713" y="6342"/>
                    </a:lnTo>
                    <a:cubicBezTo>
                      <a:pt x="3284" y="6669"/>
                      <a:pt x="2833" y="6996"/>
                      <a:pt x="2404" y="7346"/>
                    </a:cubicBezTo>
                    <a:cubicBezTo>
                      <a:pt x="2201" y="7527"/>
                      <a:pt x="1975" y="7685"/>
                      <a:pt x="1783" y="7877"/>
                    </a:cubicBezTo>
                    <a:cubicBezTo>
                      <a:pt x="1580" y="8080"/>
                      <a:pt x="1377" y="8260"/>
                      <a:pt x="1197" y="8475"/>
                    </a:cubicBezTo>
                    <a:cubicBezTo>
                      <a:pt x="1005" y="8678"/>
                      <a:pt x="824" y="8870"/>
                      <a:pt x="632" y="9061"/>
                    </a:cubicBezTo>
                    <a:cubicBezTo>
                      <a:pt x="542" y="9163"/>
                      <a:pt x="441" y="9253"/>
                      <a:pt x="328" y="9332"/>
                    </a:cubicBezTo>
                    <a:lnTo>
                      <a:pt x="0" y="9592"/>
                    </a:lnTo>
                    <a:cubicBezTo>
                      <a:pt x="249" y="9468"/>
                      <a:pt x="486" y="9321"/>
                      <a:pt x="700" y="9163"/>
                    </a:cubicBezTo>
                    <a:cubicBezTo>
                      <a:pt x="915" y="8982"/>
                      <a:pt x="1140" y="8813"/>
                      <a:pt x="1343" y="8633"/>
                    </a:cubicBezTo>
                    <a:cubicBezTo>
                      <a:pt x="1546" y="8441"/>
                      <a:pt x="1750" y="8272"/>
                      <a:pt x="1964" y="8102"/>
                    </a:cubicBezTo>
                    <a:cubicBezTo>
                      <a:pt x="2167" y="7933"/>
                      <a:pt x="2393" y="7775"/>
                      <a:pt x="2618" y="7617"/>
                    </a:cubicBezTo>
                    <a:cubicBezTo>
                      <a:pt x="2844" y="7459"/>
                      <a:pt x="3070" y="7312"/>
                      <a:pt x="3295" y="7166"/>
                    </a:cubicBezTo>
                    <a:lnTo>
                      <a:pt x="3973" y="6692"/>
                    </a:lnTo>
                    <a:lnTo>
                      <a:pt x="4627" y="6161"/>
                    </a:lnTo>
                    <a:lnTo>
                      <a:pt x="5225" y="5597"/>
                    </a:lnTo>
                    <a:cubicBezTo>
                      <a:pt x="6038" y="4852"/>
                      <a:pt x="6827" y="4096"/>
                      <a:pt x="7617" y="3340"/>
                    </a:cubicBezTo>
                    <a:cubicBezTo>
                      <a:pt x="8024" y="2979"/>
                      <a:pt x="8407" y="2596"/>
                      <a:pt x="8802" y="2212"/>
                    </a:cubicBezTo>
                    <a:cubicBezTo>
                      <a:pt x="9186" y="1828"/>
                      <a:pt x="9592" y="1456"/>
                      <a:pt x="9976" y="1061"/>
                    </a:cubicBezTo>
                    <a:cubicBezTo>
                      <a:pt x="10122" y="903"/>
                      <a:pt x="10314" y="756"/>
                      <a:pt x="10495" y="598"/>
                    </a:cubicBezTo>
                    <a:cubicBezTo>
                      <a:pt x="10574" y="508"/>
                      <a:pt x="10664" y="429"/>
                      <a:pt x="10743" y="339"/>
                    </a:cubicBezTo>
                    <a:cubicBezTo>
                      <a:pt x="10822" y="237"/>
                      <a:pt x="10878" y="124"/>
                      <a:pt x="10924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"/>
              <p:cNvSpPr/>
              <p:nvPr/>
            </p:nvSpPr>
            <p:spPr>
              <a:xfrm>
                <a:off x="1115450" y="3480500"/>
                <a:ext cx="3744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4976" h="659" extrusionOk="0">
                    <a:moveTo>
                      <a:pt x="10236" y="1"/>
                    </a:moveTo>
                    <a:cubicBezTo>
                      <a:pt x="9344" y="1"/>
                      <a:pt x="8396" y="12"/>
                      <a:pt x="7471" y="57"/>
                    </a:cubicBezTo>
                    <a:lnTo>
                      <a:pt x="6072" y="136"/>
                    </a:lnTo>
                    <a:cubicBezTo>
                      <a:pt x="5609" y="159"/>
                      <a:pt x="5169" y="226"/>
                      <a:pt x="4729" y="226"/>
                    </a:cubicBezTo>
                    <a:cubicBezTo>
                      <a:pt x="4289" y="238"/>
                      <a:pt x="3860" y="260"/>
                      <a:pt x="3454" y="271"/>
                    </a:cubicBezTo>
                    <a:lnTo>
                      <a:pt x="3172" y="271"/>
                    </a:lnTo>
                    <a:lnTo>
                      <a:pt x="2890" y="249"/>
                    </a:lnTo>
                    <a:lnTo>
                      <a:pt x="2348" y="192"/>
                    </a:lnTo>
                    <a:cubicBezTo>
                      <a:pt x="1648" y="113"/>
                      <a:pt x="1062" y="102"/>
                      <a:pt x="655" y="68"/>
                    </a:cubicBezTo>
                    <a:lnTo>
                      <a:pt x="1" y="46"/>
                    </a:lnTo>
                    <a:lnTo>
                      <a:pt x="622" y="181"/>
                    </a:lnTo>
                    <a:lnTo>
                      <a:pt x="2303" y="474"/>
                    </a:lnTo>
                    <a:lnTo>
                      <a:pt x="2856" y="565"/>
                    </a:lnTo>
                    <a:lnTo>
                      <a:pt x="3138" y="610"/>
                    </a:lnTo>
                    <a:cubicBezTo>
                      <a:pt x="3262" y="632"/>
                      <a:pt x="3341" y="632"/>
                      <a:pt x="3443" y="632"/>
                    </a:cubicBezTo>
                    <a:cubicBezTo>
                      <a:pt x="3771" y="642"/>
                      <a:pt x="4115" y="658"/>
                      <a:pt x="4467" y="658"/>
                    </a:cubicBezTo>
                    <a:cubicBezTo>
                      <a:pt x="4550" y="658"/>
                      <a:pt x="4634" y="657"/>
                      <a:pt x="4718" y="655"/>
                    </a:cubicBezTo>
                    <a:cubicBezTo>
                      <a:pt x="5158" y="655"/>
                      <a:pt x="5609" y="632"/>
                      <a:pt x="6083" y="610"/>
                    </a:cubicBezTo>
                    <a:lnTo>
                      <a:pt x="7482" y="553"/>
                    </a:lnTo>
                    <a:cubicBezTo>
                      <a:pt x="7945" y="520"/>
                      <a:pt x="8419" y="497"/>
                      <a:pt x="8882" y="486"/>
                    </a:cubicBezTo>
                    <a:cubicBezTo>
                      <a:pt x="9333" y="474"/>
                      <a:pt x="9784" y="429"/>
                      <a:pt x="10224" y="429"/>
                    </a:cubicBezTo>
                    <a:cubicBezTo>
                      <a:pt x="10676" y="429"/>
                      <a:pt x="11093" y="429"/>
                      <a:pt x="11499" y="396"/>
                    </a:cubicBezTo>
                    <a:cubicBezTo>
                      <a:pt x="11631" y="388"/>
                      <a:pt x="11760" y="385"/>
                      <a:pt x="11887" y="385"/>
                    </a:cubicBezTo>
                    <a:cubicBezTo>
                      <a:pt x="12141" y="385"/>
                      <a:pt x="12387" y="396"/>
                      <a:pt x="12628" y="396"/>
                    </a:cubicBezTo>
                    <a:cubicBezTo>
                      <a:pt x="12861" y="396"/>
                      <a:pt x="13079" y="401"/>
                      <a:pt x="13289" y="401"/>
                    </a:cubicBezTo>
                    <a:cubicBezTo>
                      <a:pt x="13394" y="401"/>
                      <a:pt x="13497" y="399"/>
                      <a:pt x="13598" y="396"/>
                    </a:cubicBezTo>
                    <a:lnTo>
                      <a:pt x="14332" y="339"/>
                    </a:lnTo>
                    <a:cubicBezTo>
                      <a:pt x="14490" y="328"/>
                      <a:pt x="14648" y="328"/>
                      <a:pt x="14806" y="328"/>
                    </a:cubicBezTo>
                    <a:lnTo>
                      <a:pt x="14975" y="328"/>
                    </a:lnTo>
                    <a:lnTo>
                      <a:pt x="14806" y="294"/>
                    </a:lnTo>
                    <a:cubicBezTo>
                      <a:pt x="14648" y="260"/>
                      <a:pt x="14490" y="249"/>
                      <a:pt x="14332" y="249"/>
                    </a:cubicBezTo>
                    <a:lnTo>
                      <a:pt x="13598" y="215"/>
                    </a:lnTo>
                    <a:lnTo>
                      <a:pt x="12639" y="125"/>
                    </a:lnTo>
                    <a:cubicBezTo>
                      <a:pt x="12289" y="102"/>
                      <a:pt x="11894" y="57"/>
                      <a:pt x="11499" y="46"/>
                    </a:cubicBezTo>
                    <a:cubicBezTo>
                      <a:pt x="11105" y="23"/>
                      <a:pt x="10676" y="12"/>
                      <a:pt x="10236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9" name="Google Shape;1459;p2"/>
            <p:cNvGrpSpPr/>
            <p:nvPr/>
          </p:nvGrpSpPr>
          <p:grpSpPr>
            <a:xfrm>
              <a:off x="4861964" y="3265750"/>
              <a:ext cx="464650" cy="436850"/>
              <a:chOff x="1071450" y="3263575"/>
              <a:chExt cx="464650" cy="436850"/>
            </a:xfrm>
          </p:grpSpPr>
          <p:sp>
            <p:nvSpPr>
              <p:cNvPr id="1460" name="Google Shape;1460;p2"/>
              <p:cNvSpPr/>
              <p:nvPr/>
            </p:nvSpPr>
            <p:spPr>
              <a:xfrm>
                <a:off x="1071450" y="3263575"/>
                <a:ext cx="464650" cy="436850"/>
              </a:xfrm>
              <a:custGeom>
                <a:avLst/>
                <a:gdLst/>
                <a:ahLst/>
                <a:cxnLst/>
                <a:rect l="l" t="t" r="r" b="b"/>
                <a:pathLst>
                  <a:path w="18586" h="17474" extrusionOk="0">
                    <a:moveTo>
                      <a:pt x="9634" y="0"/>
                    </a:moveTo>
                    <a:cubicBezTo>
                      <a:pt x="9157" y="0"/>
                      <a:pt x="8682" y="58"/>
                      <a:pt x="8215" y="181"/>
                    </a:cubicBezTo>
                    <a:cubicBezTo>
                      <a:pt x="3826" y="1309"/>
                      <a:pt x="1" y="4164"/>
                      <a:pt x="644" y="9355"/>
                    </a:cubicBezTo>
                    <a:cubicBezTo>
                      <a:pt x="971" y="12040"/>
                      <a:pt x="2630" y="14399"/>
                      <a:pt x="4774" y="15933"/>
                    </a:cubicBezTo>
                    <a:cubicBezTo>
                      <a:pt x="5744" y="16610"/>
                      <a:pt x="6839" y="17073"/>
                      <a:pt x="8001" y="17299"/>
                    </a:cubicBezTo>
                    <a:cubicBezTo>
                      <a:pt x="8560" y="17414"/>
                      <a:pt x="9133" y="17474"/>
                      <a:pt x="9703" y="17474"/>
                    </a:cubicBezTo>
                    <a:cubicBezTo>
                      <a:pt x="10812" y="17474"/>
                      <a:pt x="11906" y="17245"/>
                      <a:pt x="12853" y="16746"/>
                    </a:cubicBezTo>
                    <a:cubicBezTo>
                      <a:pt x="14083" y="16080"/>
                      <a:pt x="15482" y="15177"/>
                      <a:pt x="16306" y="14015"/>
                    </a:cubicBezTo>
                    <a:cubicBezTo>
                      <a:pt x="18337" y="11386"/>
                      <a:pt x="18586" y="7594"/>
                      <a:pt x="17051" y="4706"/>
                    </a:cubicBezTo>
                    <a:cubicBezTo>
                      <a:pt x="15679" y="2244"/>
                      <a:pt x="12621" y="0"/>
                      <a:pt x="9634" y="0"/>
                    </a:cubicBezTo>
                    <a:close/>
                  </a:path>
                </a:pathLst>
              </a:custGeom>
              <a:solidFill>
                <a:srgbClr val="7FB6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"/>
              <p:cNvSpPr/>
              <p:nvPr/>
            </p:nvSpPr>
            <p:spPr>
              <a:xfrm>
                <a:off x="1086675" y="3286200"/>
                <a:ext cx="42545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7018" h="15665" extrusionOk="0">
                    <a:moveTo>
                      <a:pt x="8782" y="1"/>
                    </a:moveTo>
                    <a:cubicBezTo>
                      <a:pt x="8168" y="1"/>
                      <a:pt x="7563" y="99"/>
                      <a:pt x="6986" y="314"/>
                    </a:cubicBezTo>
                    <a:cubicBezTo>
                      <a:pt x="3160" y="1713"/>
                      <a:pt x="1" y="4613"/>
                      <a:pt x="1028" y="9194"/>
                    </a:cubicBezTo>
                    <a:cubicBezTo>
                      <a:pt x="1569" y="11553"/>
                      <a:pt x="3262" y="13505"/>
                      <a:pt x="5316" y="14690"/>
                    </a:cubicBezTo>
                    <a:cubicBezTo>
                      <a:pt x="6241" y="15209"/>
                      <a:pt x="7257" y="15525"/>
                      <a:pt x="8306" y="15626"/>
                    </a:cubicBezTo>
                    <a:cubicBezTo>
                      <a:pt x="8565" y="15651"/>
                      <a:pt x="8825" y="15664"/>
                      <a:pt x="9085" y="15664"/>
                    </a:cubicBezTo>
                    <a:cubicBezTo>
                      <a:pt x="10342" y="15664"/>
                      <a:pt x="11584" y="15363"/>
                      <a:pt x="12594" y="14690"/>
                    </a:cubicBezTo>
                    <a:cubicBezTo>
                      <a:pt x="13644" y="14001"/>
                      <a:pt x="14806" y="13065"/>
                      <a:pt x="15438" y="11948"/>
                    </a:cubicBezTo>
                    <a:cubicBezTo>
                      <a:pt x="17017" y="9420"/>
                      <a:pt x="16893" y="6012"/>
                      <a:pt x="15268" y="3575"/>
                    </a:cubicBezTo>
                    <a:cubicBezTo>
                      <a:pt x="13927" y="1635"/>
                      <a:pt x="11289" y="1"/>
                      <a:pt x="8782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"/>
              <p:cNvSpPr/>
              <p:nvPr/>
            </p:nvSpPr>
            <p:spPr>
              <a:xfrm>
                <a:off x="1118000" y="3314325"/>
                <a:ext cx="364775" cy="335800"/>
              </a:xfrm>
              <a:custGeom>
                <a:avLst/>
                <a:gdLst/>
                <a:ahLst/>
                <a:cxnLst/>
                <a:rect l="l" t="t" r="r" b="b"/>
                <a:pathLst>
                  <a:path w="14591" h="13432" extrusionOk="0">
                    <a:moveTo>
                      <a:pt x="7534" y="1"/>
                    </a:moveTo>
                    <a:cubicBezTo>
                      <a:pt x="7007" y="1"/>
                      <a:pt x="6488" y="85"/>
                      <a:pt x="5992" y="272"/>
                    </a:cubicBezTo>
                    <a:cubicBezTo>
                      <a:pt x="2709" y="1468"/>
                      <a:pt x="0" y="3951"/>
                      <a:pt x="892" y="7878"/>
                    </a:cubicBezTo>
                    <a:cubicBezTo>
                      <a:pt x="1343" y="9909"/>
                      <a:pt x="2788" y="11590"/>
                      <a:pt x="4559" y="12606"/>
                    </a:cubicBezTo>
                    <a:cubicBezTo>
                      <a:pt x="5349" y="13046"/>
                      <a:pt x="6218" y="13316"/>
                      <a:pt x="7121" y="13395"/>
                    </a:cubicBezTo>
                    <a:cubicBezTo>
                      <a:pt x="7352" y="13420"/>
                      <a:pt x="7584" y="13432"/>
                      <a:pt x="7816" y="13432"/>
                    </a:cubicBezTo>
                    <a:cubicBezTo>
                      <a:pt x="8887" y="13432"/>
                      <a:pt x="9946" y="13169"/>
                      <a:pt x="10799" y="12594"/>
                    </a:cubicBezTo>
                    <a:cubicBezTo>
                      <a:pt x="11691" y="11996"/>
                      <a:pt x="12695" y="11195"/>
                      <a:pt x="13237" y="10247"/>
                    </a:cubicBezTo>
                    <a:cubicBezTo>
                      <a:pt x="14591" y="8081"/>
                      <a:pt x="14489" y="5158"/>
                      <a:pt x="13101" y="3070"/>
                    </a:cubicBezTo>
                    <a:cubicBezTo>
                      <a:pt x="11941" y="1412"/>
                      <a:pt x="9682" y="1"/>
                      <a:pt x="7534" y="1"/>
                    </a:cubicBezTo>
                    <a:close/>
                  </a:path>
                </a:pathLst>
              </a:custGeom>
              <a:solidFill>
                <a:srgbClr val="C3D6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"/>
              <p:cNvSpPr/>
              <p:nvPr/>
            </p:nvSpPr>
            <p:spPr>
              <a:xfrm>
                <a:off x="1241850" y="3308425"/>
                <a:ext cx="106100" cy="347000"/>
              </a:xfrm>
              <a:custGeom>
                <a:avLst/>
                <a:gdLst/>
                <a:ahLst/>
                <a:cxnLst/>
                <a:rect l="l" t="t" r="r" b="b"/>
                <a:pathLst>
                  <a:path w="4244" h="13880" extrusionOk="0">
                    <a:moveTo>
                      <a:pt x="4243" y="0"/>
                    </a:moveTo>
                    <a:cubicBezTo>
                      <a:pt x="4243" y="0"/>
                      <a:pt x="4164" y="215"/>
                      <a:pt x="4074" y="598"/>
                    </a:cubicBezTo>
                    <a:cubicBezTo>
                      <a:pt x="3984" y="982"/>
                      <a:pt x="3769" y="1524"/>
                      <a:pt x="3589" y="2167"/>
                    </a:cubicBezTo>
                    <a:cubicBezTo>
                      <a:pt x="3498" y="2494"/>
                      <a:pt x="3374" y="2833"/>
                      <a:pt x="3239" y="3205"/>
                    </a:cubicBezTo>
                    <a:lnTo>
                      <a:pt x="2810" y="4356"/>
                    </a:lnTo>
                    <a:cubicBezTo>
                      <a:pt x="2663" y="4751"/>
                      <a:pt x="2505" y="5168"/>
                      <a:pt x="2359" y="5586"/>
                    </a:cubicBezTo>
                    <a:cubicBezTo>
                      <a:pt x="2201" y="6003"/>
                      <a:pt x="2065" y="6443"/>
                      <a:pt x="1919" y="6872"/>
                    </a:cubicBezTo>
                    <a:cubicBezTo>
                      <a:pt x="1659" y="7741"/>
                      <a:pt x="1366" y="8587"/>
                      <a:pt x="1095" y="9400"/>
                    </a:cubicBezTo>
                    <a:cubicBezTo>
                      <a:pt x="824" y="10212"/>
                      <a:pt x="598" y="10968"/>
                      <a:pt x="406" y="11634"/>
                    </a:cubicBezTo>
                    <a:cubicBezTo>
                      <a:pt x="248" y="12165"/>
                      <a:pt x="136" y="12706"/>
                      <a:pt x="45" y="13248"/>
                    </a:cubicBezTo>
                    <a:cubicBezTo>
                      <a:pt x="11" y="13406"/>
                      <a:pt x="0" y="13564"/>
                      <a:pt x="0" y="13710"/>
                    </a:cubicBezTo>
                    <a:cubicBezTo>
                      <a:pt x="12" y="13767"/>
                      <a:pt x="17" y="13809"/>
                      <a:pt x="20" y="13838"/>
                    </a:cubicBezTo>
                    <a:lnTo>
                      <a:pt x="20" y="13838"/>
                    </a:lnTo>
                    <a:cubicBezTo>
                      <a:pt x="20" y="13808"/>
                      <a:pt x="22" y="13764"/>
                      <a:pt x="34" y="13710"/>
                    </a:cubicBezTo>
                    <a:cubicBezTo>
                      <a:pt x="57" y="13598"/>
                      <a:pt x="79" y="13451"/>
                      <a:pt x="136" y="13259"/>
                    </a:cubicBezTo>
                    <a:cubicBezTo>
                      <a:pt x="237" y="12875"/>
                      <a:pt x="429" y="12356"/>
                      <a:pt x="666" y="11713"/>
                    </a:cubicBezTo>
                    <a:cubicBezTo>
                      <a:pt x="892" y="11070"/>
                      <a:pt x="1185" y="10325"/>
                      <a:pt x="1490" y="9535"/>
                    </a:cubicBezTo>
                    <a:cubicBezTo>
                      <a:pt x="1794" y="8745"/>
                      <a:pt x="2099" y="7877"/>
                      <a:pt x="2381" y="7019"/>
                    </a:cubicBezTo>
                    <a:cubicBezTo>
                      <a:pt x="2517" y="6590"/>
                      <a:pt x="2652" y="6150"/>
                      <a:pt x="2799" y="5733"/>
                    </a:cubicBezTo>
                    <a:lnTo>
                      <a:pt x="3216" y="4491"/>
                    </a:lnTo>
                    <a:cubicBezTo>
                      <a:pt x="3352" y="4085"/>
                      <a:pt x="3464" y="3690"/>
                      <a:pt x="3566" y="3306"/>
                    </a:cubicBezTo>
                    <a:cubicBezTo>
                      <a:pt x="3679" y="2934"/>
                      <a:pt x="3792" y="2584"/>
                      <a:pt x="3848" y="2246"/>
                    </a:cubicBezTo>
                    <a:cubicBezTo>
                      <a:pt x="3995" y="1569"/>
                      <a:pt x="4108" y="1016"/>
                      <a:pt x="4164" y="621"/>
                    </a:cubicBezTo>
                    <a:cubicBezTo>
                      <a:pt x="4209" y="226"/>
                      <a:pt x="4243" y="0"/>
                      <a:pt x="4243" y="0"/>
                    </a:cubicBezTo>
                    <a:close/>
                    <a:moveTo>
                      <a:pt x="20" y="13838"/>
                    </a:moveTo>
                    <a:cubicBezTo>
                      <a:pt x="20" y="13864"/>
                      <a:pt x="23" y="13880"/>
                      <a:pt x="23" y="13880"/>
                    </a:cubicBezTo>
                    <a:cubicBezTo>
                      <a:pt x="23" y="13880"/>
                      <a:pt x="23" y="13866"/>
                      <a:pt x="20" y="13838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"/>
              <p:cNvSpPr/>
              <p:nvPr/>
            </p:nvSpPr>
            <p:spPr>
              <a:xfrm>
                <a:off x="1144525" y="3386000"/>
                <a:ext cx="306100" cy="212450"/>
              </a:xfrm>
              <a:custGeom>
                <a:avLst/>
                <a:gdLst/>
                <a:ahLst/>
                <a:cxnLst/>
                <a:rect l="l" t="t" r="r" b="b"/>
                <a:pathLst>
                  <a:path w="12244" h="8498" extrusionOk="0">
                    <a:moveTo>
                      <a:pt x="0" y="0"/>
                    </a:moveTo>
                    <a:lnTo>
                      <a:pt x="305" y="316"/>
                    </a:lnTo>
                    <a:cubicBezTo>
                      <a:pt x="406" y="407"/>
                      <a:pt x="531" y="497"/>
                      <a:pt x="643" y="587"/>
                    </a:cubicBezTo>
                    <a:cubicBezTo>
                      <a:pt x="869" y="756"/>
                      <a:pt x="1106" y="914"/>
                      <a:pt x="1332" y="1084"/>
                    </a:cubicBezTo>
                    <a:lnTo>
                      <a:pt x="2720" y="2065"/>
                    </a:lnTo>
                    <a:lnTo>
                      <a:pt x="5484" y="4063"/>
                    </a:lnTo>
                    <a:cubicBezTo>
                      <a:pt x="6410" y="4728"/>
                      <a:pt x="7324" y="5383"/>
                      <a:pt x="8271" y="6015"/>
                    </a:cubicBezTo>
                    <a:cubicBezTo>
                      <a:pt x="8745" y="6342"/>
                      <a:pt x="9231" y="6647"/>
                      <a:pt x="9716" y="6951"/>
                    </a:cubicBezTo>
                    <a:cubicBezTo>
                      <a:pt x="10190" y="7256"/>
                      <a:pt x="10664" y="7561"/>
                      <a:pt x="11160" y="7854"/>
                    </a:cubicBezTo>
                    <a:cubicBezTo>
                      <a:pt x="11341" y="7944"/>
                      <a:pt x="11533" y="8035"/>
                      <a:pt x="11724" y="8136"/>
                    </a:cubicBezTo>
                    <a:lnTo>
                      <a:pt x="12007" y="8294"/>
                    </a:lnTo>
                    <a:cubicBezTo>
                      <a:pt x="12052" y="8317"/>
                      <a:pt x="12097" y="8351"/>
                      <a:pt x="12142" y="8384"/>
                    </a:cubicBezTo>
                    <a:cubicBezTo>
                      <a:pt x="12165" y="8396"/>
                      <a:pt x="12176" y="8418"/>
                      <a:pt x="12198" y="8430"/>
                    </a:cubicBezTo>
                    <a:cubicBezTo>
                      <a:pt x="12210" y="8452"/>
                      <a:pt x="12243" y="8475"/>
                      <a:pt x="12221" y="8497"/>
                    </a:cubicBezTo>
                    <a:lnTo>
                      <a:pt x="12221" y="8497"/>
                    </a:lnTo>
                    <a:cubicBezTo>
                      <a:pt x="12243" y="8475"/>
                      <a:pt x="12221" y="8441"/>
                      <a:pt x="12210" y="8418"/>
                    </a:cubicBezTo>
                    <a:cubicBezTo>
                      <a:pt x="12187" y="8407"/>
                      <a:pt x="12176" y="8384"/>
                      <a:pt x="12153" y="8362"/>
                    </a:cubicBezTo>
                    <a:cubicBezTo>
                      <a:pt x="12119" y="8328"/>
                      <a:pt x="12074" y="8294"/>
                      <a:pt x="12029" y="8249"/>
                    </a:cubicBezTo>
                    <a:cubicBezTo>
                      <a:pt x="11950" y="8181"/>
                      <a:pt x="11860" y="8125"/>
                      <a:pt x="11770" y="8057"/>
                    </a:cubicBezTo>
                    <a:cubicBezTo>
                      <a:pt x="11600" y="7933"/>
                      <a:pt x="11420" y="7820"/>
                      <a:pt x="11239" y="7707"/>
                    </a:cubicBezTo>
                    <a:cubicBezTo>
                      <a:pt x="10799" y="7346"/>
                      <a:pt x="10336" y="7008"/>
                      <a:pt x="9885" y="6669"/>
                    </a:cubicBezTo>
                    <a:cubicBezTo>
                      <a:pt x="9422" y="6342"/>
                      <a:pt x="8971" y="5992"/>
                      <a:pt x="8508" y="5665"/>
                    </a:cubicBezTo>
                    <a:cubicBezTo>
                      <a:pt x="7594" y="4999"/>
                      <a:pt x="6680" y="4322"/>
                      <a:pt x="5744" y="3668"/>
                    </a:cubicBezTo>
                    <a:cubicBezTo>
                      <a:pt x="5281" y="3340"/>
                      <a:pt x="4807" y="3013"/>
                      <a:pt x="4333" y="2697"/>
                    </a:cubicBezTo>
                    <a:cubicBezTo>
                      <a:pt x="3859" y="2381"/>
                      <a:pt x="3397" y="2065"/>
                      <a:pt x="2900" y="1772"/>
                    </a:cubicBezTo>
                    <a:lnTo>
                      <a:pt x="2178" y="1321"/>
                    </a:lnTo>
                    <a:cubicBezTo>
                      <a:pt x="1930" y="1185"/>
                      <a:pt x="1693" y="1016"/>
                      <a:pt x="1445" y="881"/>
                    </a:cubicBezTo>
                    <a:cubicBezTo>
                      <a:pt x="1196" y="756"/>
                      <a:pt x="948" y="610"/>
                      <a:pt x="700" y="474"/>
                    </a:cubicBezTo>
                    <a:cubicBezTo>
                      <a:pt x="452" y="328"/>
                      <a:pt x="215" y="170"/>
                      <a:pt x="0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"/>
              <p:cNvSpPr/>
              <p:nvPr/>
            </p:nvSpPr>
            <p:spPr>
              <a:xfrm>
                <a:off x="1230550" y="3317450"/>
                <a:ext cx="128950" cy="341650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13666" extrusionOk="0">
                    <a:moveTo>
                      <a:pt x="1" y="0"/>
                    </a:moveTo>
                    <a:lnTo>
                      <a:pt x="80" y="136"/>
                    </a:lnTo>
                    <a:cubicBezTo>
                      <a:pt x="148" y="271"/>
                      <a:pt x="215" y="418"/>
                      <a:pt x="272" y="565"/>
                    </a:cubicBezTo>
                    <a:cubicBezTo>
                      <a:pt x="430" y="926"/>
                      <a:pt x="576" y="1479"/>
                      <a:pt x="779" y="2133"/>
                    </a:cubicBezTo>
                    <a:cubicBezTo>
                      <a:pt x="983" y="2788"/>
                      <a:pt x="1208" y="3555"/>
                      <a:pt x="1468" y="4367"/>
                    </a:cubicBezTo>
                    <a:cubicBezTo>
                      <a:pt x="1727" y="5180"/>
                      <a:pt x="2009" y="6060"/>
                      <a:pt x="2292" y="6929"/>
                    </a:cubicBezTo>
                    <a:cubicBezTo>
                      <a:pt x="2438" y="7358"/>
                      <a:pt x="2585" y="7786"/>
                      <a:pt x="2720" y="8215"/>
                    </a:cubicBezTo>
                    <a:cubicBezTo>
                      <a:pt x="2856" y="8644"/>
                      <a:pt x="3048" y="9061"/>
                      <a:pt x="3206" y="9456"/>
                    </a:cubicBezTo>
                    <a:cubicBezTo>
                      <a:pt x="3533" y="10246"/>
                      <a:pt x="3849" y="10991"/>
                      <a:pt x="4142" y="11612"/>
                    </a:cubicBezTo>
                    <a:cubicBezTo>
                      <a:pt x="4424" y="12232"/>
                      <a:pt x="4684" y="12740"/>
                      <a:pt x="4864" y="13101"/>
                    </a:cubicBezTo>
                    <a:cubicBezTo>
                      <a:pt x="5056" y="13462"/>
                      <a:pt x="5158" y="13665"/>
                      <a:pt x="5158" y="13665"/>
                    </a:cubicBezTo>
                    <a:lnTo>
                      <a:pt x="4943" y="13067"/>
                    </a:lnTo>
                    <a:cubicBezTo>
                      <a:pt x="4819" y="12695"/>
                      <a:pt x="4639" y="12153"/>
                      <a:pt x="4379" y="11510"/>
                    </a:cubicBezTo>
                    <a:cubicBezTo>
                      <a:pt x="4131" y="10878"/>
                      <a:pt x="3894" y="10111"/>
                      <a:pt x="3601" y="9310"/>
                    </a:cubicBezTo>
                    <a:cubicBezTo>
                      <a:pt x="3454" y="8904"/>
                      <a:pt x="3296" y="8509"/>
                      <a:pt x="3160" y="8080"/>
                    </a:cubicBezTo>
                    <a:cubicBezTo>
                      <a:pt x="3025" y="7651"/>
                      <a:pt x="2890" y="7211"/>
                      <a:pt x="2743" y="6771"/>
                    </a:cubicBezTo>
                    <a:cubicBezTo>
                      <a:pt x="2596" y="6342"/>
                      <a:pt x="2450" y="5913"/>
                      <a:pt x="2314" y="5484"/>
                    </a:cubicBezTo>
                    <a:cubicBezTo>
                      <a:pt x="2179" y="5056"/>
                      <a:pt x="2009" y="4638"/>
                      <a:pt x="1874" y="4232"/>
                    </a:cubicBezTo>
                    <a:cubicBezTo>
                      <a:pt x="1581" y="3431"/>
                      <a:pt x="1276" y="2686"/>
                      <a:pt x="1028" y="2043"/>
                    </a:cubicBezTo>
                    <a:cubicBezTo>
                      <a:pt x="847" y="1524"/>
                      <a:pt x="610" y="1016"/>
                      <a:pt x="351" y="519"/>
                    </a:cubicBezTo>
                    <a:cubicBezTo>
                      <a:pt x="283" y="384"/>
                      <a:pt x="193" y="249"/>
                      <a:pt x="102" y="12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"/>
              <p:cNvSpPr/>
              <p:nvPr/>
            </p:nvSpPr>
            <p:spPr>
              <a:xfrm>
                <a:off x="1163700" y="3358075"/>
                <a:ext cx="273100" cy="239800"/>
              </a:xfrm>
              <a:custGeom>
                <a:avLst/>
                <a:gdLst/>
                <a:ahLst/>
                <a:cxnLst/>
                <a:rect l="l" t="t" r="r" b="b"/>
                <a:pathLst>
                  <a:path w="10924" h="9592" extrusionOk="0">
                    <a:moveTo>
                      <a:pt x="10924" y="0"/>
                    </a:moveTo>
                    <a:cubicBezTo>
                      <a:pt x="10867" y="113"/>
                      <a:pt x="10799" y="203"/>
                      <a:pt x="10709" y="282"/>
                    </a:cubicBezTo>
                    <a:cubicBezTo>
                      <a:pt x="10619" y="361"/>
                      <a:pt x="10529" y="429"/>
                      <a:pt x="10438" y="497"/>
                    </a:cubicBezTo>
                    <a:cubicBezTo>
                      <a:pt x="10247" y="643"/>
                      <a:pt x="10043" y="756"/>
                      <a:pt x="9852" y="926"/>
                    </a:cubicBezTo>
                    <a:cubicBezTo>
                      <a:pt x="9423" y="1264"/>
                      <a:pt x="9005" y="1614"/>
                      <a:pt x="8588" y="1975"/>
                    </a:cubicBezTo>
                    <a:cubicBezTo>
                      <a:pt x="8170" y="2336"/>
                      <a:pt x="7741" y="2675"/>
                      <a:pt x="7335" y="3036"/>
                    </a:cubicBezTo>
                    <a:cubicBezTo>
                      <a:pt x="6500" y="3758"/>
                      <a:pt x="5710" y="4503"/>
                      <a:pt x="4909" y="5259"/>
                    </a:cubicBezTo>
                    <a:lnTo>
                      <a:pt x="4311" y="5823"/>
                    </a:lnTo>
                    <a:lnTo>
                      <a:pt x="3713" y="6342"/>
                    </a:lnTo>
                    <a:cubicBezTo>
                      <a:pt x="3284" y="6669"/>
                      <a:pt x="2833" y="6996"/>
                      <a:pt x="2404" y="7346"/>
                    </a:cubicBezTo>
                    <a:cubicBezTo>
                      <a:pt x="2201" y="7527"/>
                      <a:pt x="1975" y="7685"/>
                      <a:pt x="1783" y="7877"/>
                    </a:cubicBezTo>
                    <a:cubicBezTo>
                      <a:pt x="1580" y="8080"/>
                      <a:pt x="1377" y="8260"/>
                      <a:pt x="1197" y="8475"/>
                    </a:cubicBezTo>
                    <a:cubicBezTo>
                      <a:pt x="1005" y="8678"/>
                      <a:pt x="824" y="8870"/>
                      <a:pt x="632" y="9061"/>
                    </a:cubicBezTo>
                    <a:cubicBezTo>
                      <a:pt x="542" y="9163"/>
                      <a:pt x="441" y="9253"/>
                      <a:pt x="328" y="9332"/>
                    </a:cubicBezTo>
                    <a:lnTo>
                      <a:pt x="0" y="9592"/>
                    </a:lnTo>
                    <a:cubicBezTo>
                      <a:pt x="249" y="9468"/>
                      <a:pt x="486" y="9321"/>
                      <a:pt x="700" y="9163"/>
                    </a:cubicBezTo>
                    <a:cubicBezTo>
                      <a:pt x="915" y="8982"/>
                      <a:pt x="1140" y="8813"/>
                      <a:pt x="1343" y="8633"/>
                    </a:cubicBezTo>
                    <a:cubicBezTo>
                      <a:pt x="1546" y="8441"/>
                      <a:pt x="1750" y="8272"/>
                      <a:pt x="1964" y="8102"/>
                    </a:cubicBezTo>
                    <a:cubicBezTo>
                      <a:pt x="2167" y="7933"/>
                      <a:pt x="2393" y="7775"/>
                      <a:pt x="2618" y="7617"/>
                    </a:cubicBezTo>
                    <a:cubicBezTo>
                      <a:pt x="2844" y="7459"/>
                      <a:pt x="3070" y="7312"/>
                      <a:pt x="3295" y="7166"/>
                    </a:cubicBezTo>
                    <a:lnTo>
                      <a:pt x="3973" y="6692"/>
                    </a:lnTo>
                    <a:lnTo>
                      <a:pt x="4627" y="6161"/>
                    </a:lnTo>
                    <a:lnTo>
                      <a:pt x="5225" y="5597"/>
                    </a:lnTo>
                    <a:cubicBezTo>
                      <a:pt x="6038" y="4852"/>
                      <a:pt x="6827" y="4096"/>
                      <a:pt x="7617" y="3340"/>
                    </a:cubicBezTo>
                    <a:cubicBezTo>
                      <a:pt x="8024" y="2979"/>
                      <a:pt x="8407" y="2596"/>
                      <a:pt x="8802" y="2212"/>
                    </a:cubicBezTo>
                    <a:cubicBezTo>
                      <a:pt x="9186" y="1828"/>
                      <a:pt x="9592" y="1456"/>
                      <a:pt x="9976" y="1061"/>
                    </a:cubicBezTo>
                    <a:cubicBezTo>
                      <a:pt x="10122" y="903"/>
                      <a:pt x="10314" y="756"/>
                      <a:pt x="10495" y="598"/>
                    </a:cubicBezTo>
                    <a:cubicBezTo>
                      <a:pt x="10574" y="508"/>
                      <a:pt x="10664" y="429"/>
                      <a:pt x="10743" y="339"/>
                    </a:cubicBezTo>
                    <a:cubicBezTo>
                      <a:pt x="10822" y="237"/>
                      <a:pt x="10878" y="124"/>
                      <a:pt x="10924" y="0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"/>
              <p:cNvSpPr/>
              <p:nvPr/>
            </p:nvSpPr>
            <p:spPr>
              <a:xfrm>
                <a:off x="1115450" y="3480500"/>
                <a:ext cx="3744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4976" h="659" extrusionOk="0">
                    <a:moveTo>
                      <a:pt x="10236" y="1"/>
                    </a:moveTo>
                    <a:cubicBezTo>
                      <a:pt x="9344" y="1"/>
                      <a:pt x="8396" y="12"/>
                      <a:pt x="7471" y="57"/>
                    </a:cubicBezTo>
                    <a:lnTo>
                      <a:pt x="6072" y="136"/>
                    </a:lnTo>
                    <a:cubicBezTo>
                      <a:pt x="5609" y="159"/>
                      <a:pt x="5169" y="226"/>
                      <a:pt x="4729" y="226"/>
                    </a:cubicBezTo>
                    <a:cubicBezTo>
                      <a:pt x="4289" y="238"/>
                      <a:pt x="3860" y="260"/>
                      <a:pt x="3454" y="271"/>
                    </a:cubicBezTo>
                    <a:lnTo>
                      <a:pt x="3172" y="271"/>
                    </a:lnTo>
                    <a:lnTo>
                      <a:pt x="2890" y="249"/>
                    </a:lnTo>
                    <a:lnTo>
                      <a:pt x="2348" y="192"/>
                    </a:lnTo>
                    <a:cubicBezTo>
                      <a:pt x="1648" y="113"/>
                      <a:pt x="1062" y="102"/>
                      <a:pt x="655" y="68"/>
                    </a:cubicBezTo>
                    <a:lnTo>
                      <a:pt x="1" y="46"/>
                    </a:lnTo>
                    <a:lnTo>
                      <a:pt x="622" y="181"/>
                    </a:lnTo>
                    <a:lnTo>
                      <a:pt x="2303" y="474"/>
                    </a:lnTo>
                    <a:lnTo>
                      <a:pt x="2856" y="565"/>
                    </a:lnTo>
                    <a:lnTo>
                      <a:pt x="3138" y="610"/>
                    </a:lnTo>
                    <a:cubicBezTo>
                      <a:pt x="3262" y="632"/>
                      <a:pt x="3341" y="632"/>
                      <a:pt x="3443" y="632"/>
                    </a:cubicBezTo>
                    <a:cubicBezTo>
                      <a:pt x="3771" y="642"/>
                      <a:pt x="4115" y="658"/>
                      <a:pt x="4467" y="658"/>
                    </a:cubicBezTo>
                    <a:cubicBezTo>
                      <a:pt x="4550" y="658"/>
                      <a:pt x="4634" y="657"/>
                      <a:pt x="4718" y="655"/>
                    </a:cubicBezTo>
                    <a:cubicBezTo>
                      <a:pt x="5158" y="655"/>
                      <a:pt x="5609" y="632"/>
                      <a:pt x="6083" y="610"/>
                    </a:cubicBezTo>
                    <a:lnTo>
                      <a:pt x="7482" y="553"/>
                    </a:lnTo>
                    <a:cubicBezTo>
                      <a:pt x="7945" y="520"/>
                      <a:pt x="8419" y="497"/>
                      <a:pt x="8882" y="486"/>
                    </a:cubicBezTo>
                    <a:cubicBezTo>
                      <a:pt x="9333" y="474"/>
                      <a:pt x="9784" y="429"/>
                      <a:pt x="10224" y="429"/>
                    </a:cubicBezTo>
                    <a:cubicBezTo>
                      <a:pt x="10676" y="429"/>
                      <a:pt x="11093" y="429"/>
                      <a:pt x="11499" y="396"/>
                    </a:cubicBezTo>
                    <a:cubicBezTo>
                      <a:pt x="11631" y="388"/>
                      <a:pt x="11760" y="385"/>
                      <a:pt x="11887" y="385"/>
                    </a:cubicBezTo>
                    <a:cubicBezTo>
                      <a:pt x="12141" y="385"/>
                      <a:pt x="12387" y="396"/>
                      <a:pt x="12628" y="396"/>
                    </a:cubicBezTo>
                    <a:cubicBezTo>
                      <a:pt x="12861" y="396"/>
                      <a:pt x="13079" y="401"/>
                      <a:pt x="13289" y="401"/>
                    </a:cubicBezTo>
                    <a:cubicBezTo>
                      <a:pt x="13394" y="401"/>
                      <a:pt x="13497" y="399"/>
                      <a:pt x="13598" y="396"/>
                    </a:cubicBezTo>
                    <a:lnTo>
                      <a:pt x="14332" y="339"/>
                    </a:lnTo>
                    <a:cubicBezTo>
                      <a:pt x="14490" y="328"/>
                      <a:pt x="14648" y="328"/>
                      <a:pt x="14806" y="328"/>
                    </a:cubicBezTo>
                    <a:lnTo>
                      <a:pt x="14975" y="328"/>
                    </a:lnTo>
                    <a:lnTo>
                      <a:pt x="14806" y="294"/>
                    </a:lnTo>
                    <a:cubicBezTo>
                      <a:pt x="14648" y="260"/>
                      <a:pt x="14490" y="249"/>
                      <a:pt x="14332" y="249"/>
                    </a:cubicBezTo>
                    <a:lnTo>
                      <a:pt x="13598" y="215"/>
                    </a:lnTo>
                    <a:lnTo>
                      <a:pt x="12639" y="125"/>
                    </a:lnTo>
                    <a:cubicBezTo>
                      <a:pt x="12289" y="102"/>
                      <a:pt x="11894" y="57"/>
                      <a:pt x="11499" y="46"/>
                    </a:cubicBezTo>
                    <a:cubicBezTo>
                      <a:pt x="11105" y="23"/>
                      <a:pt x="10676" y="12"/>
                      <a:pt x="10236" y="1"/>
                    </a:cubicBezTo>
                    <a:close/>
                  </a:path>
                </a:pathLst>
              </a:custGeom>
              <a:solidFill>
                <a:srgbClr val="EADE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68" name="Google Shape;1468;p2"/>
          <p:cNvSpPr/>
          <p:nvPr/>
        </p:nvSpPr>
        <p:spPr>
          <a:xfrm rot="-10618058">
            <a:off x="787943" y="893860"/>
            <a:ext cx="7263151" cy="3464751"/>
          </a:xfrm>
          <a:custGeom>
            <a:avLst/>
            <a:gdLst/>
            <a:ahLst/>
            <a:cxnLst/>
            <a:rect l="l" t="t" r="r" b="b"/>
            <a:pathLst>
              <a:path w="290526" h="138590" extrusionOk="0">
                <a:moveTo>
                  <a:pt x="74803" y="1"/>
                </a:moveTo>
                <a:cubicBezTo>
                  <a:pt x="72471" y="1"/>
                  <a:pt x="70134" y="169"/>
                  <a:pt x="67811" y="508"/>
                </a:cubicBezTo>
                <a:cubicBezTo>
                  <a:pt x="56714" y="2100"/>
                  <a:pt x="46435" y="7512"/>
                  <a:pt x="37430" y="14243"/>
                </a:cubicBezTo>
                <a:cubicBezTo>
                  <a:pt x="25605" y="23203"/>
                  <a:pt x="15645" y="34709"/>
                  <a:pt x="9278" y="48126"/>
                </a:cubicBezTo>
                <a:cubicBezTo>
                  <a:pt x="3957" y="59268"/>
                  <a:pt x="1228" y="71502"/>
                  <a:pt x="591" y="83782"/>
                </a:cubicBezTo>
                <a:cubicBezTo>
                  <a:pt x="0" y="95516"/>
                  <a:pt x="182" y="108614"/>
                  <a:pt x="6913" y="118710"/>
                </a:cubicBezTo>
                <a:cubicBezTo>
                  <a:pt x="12280" y="126669"/>
                  <a:pt x="22467" y="131763"/>
                  <a:pt x="31336" y="134719"/>
                </a:cubicBezTo>
                <a:cubicBezTo>
                  <a:pt x="39533" y="137472"/>
                  <a:pt x="47945" y="138590"/>
                  <a:pt x="56454" y="138590"/>
                </a:cubicBezTo>
                <a:cubicBezTo>
                  <a:pt x="60314" y="138590"/>
                  <a:pt x="64194" y="138360"/>
                  <a:pt x="68084" y="137948"/>
                </a:cubicBezTo>
                <a:cubicBezTo>
                  <a:pt x="79999" y="136629"/>
                  <a:pt x="91597" y="130399"/>
                  <a:pt x="103330" y="127442"/>
                </a:cubicBezTo>
                <a:cubicBezTo>
                  <a:pt x="109858" y="125817"/>
                  <a:pt x="116643" y="124741"/>
                  <a:pt x="123379" y="124741"/>
                </a:cubicBezTo>
                <a:cubicBezTo>
                  <a:pt x="127954" y="124741"/>
                  <a:pt x="132507" y="125237"/>
                  <a:pt x="136940" y="126396"/>
                </a:cubicBezTo>
                <a:cubicBezTo>
                  <a:pt x="147218" y="129034"/>
                  <a:pt x="156269" y="135265"/>
                  <a:pt x="166820" y="137084"/>
                </a:cubicBezTo>
                <a:cubicBezTo>
                  <a:pt x="169369" y="137534"/>
                  <a:pt x="171962" y="137762"/>
                  <a:pt x="174556" y="137762"/>
                </a:cubicBezTo>
                <a:cubicBezTo>
                  <a:pt x="182187" y="137762"/>
                  <a:pt x="189819" y="135791"/>
                  <a:pt x="196337" y="131718"/>
                </a:cubicBezTo>
                <a:cubicBezTo>
                  <a:pt x="206251" y="125578"/>
                  <a:pt x="213392" y="115072"/>
                  <a:pt x="224307" y="110842"/>
                </a:cubicBezTo>
                <a:cubicBezTo>
                  <a:pt x="228616" y="109186"/>
                  <a:pt x="233100" y="108862"/>
                  <a:pt x="237611" y="108862"/>
                </a:cubicBezTo>
                <a:cubicBezTo>
                  <a:pt x="240515" y="108862"/>
                  <a:pt x="243431" y="108996"/>
                  <a:pt x="246319" y="108996"/>
                </a:cubicBezTo>
                <a:cubicBezTo>
                  <a:pt x="250399" y="108996"/>
                  <a:pt x="254423" y="108728"/>
                  <a:pt x="258280" y="107431"/>
                </a:cubicBezTo>
                <a:cubicBezTo>
                  <a:pt x="280293" y="100109"/>
                  <a:pt x="290526" y="76005"/>
                  <a:pt x="281475" y="54857"/>
                </a:cubicBezTo>
                <a:cubicBezTo>
                  <a:pt x="275654" y="41122"/>
                  <a:pt x="263829" y="30752"/>
                  <a:pt x="251276" y="22657"/>
                </a:cubicBezTo>
                <a:cubicBezTo>
                  <a:pt x="233948" y="11457"/>
                  <a:pt x="213760" y="1705"/>
                  <a:pt x="192778" y="1705"/>
                </a:cubicBezTo>
                <a:cubicBezTo>
                  <a:pt x="190245" y="1705"/>
                  <a:pt x="187701" y="1847"/>
                  <a:pt x="185149" y="2146"/>
                </a:cubicBezTo>
                <a:cubicBezTo>
                  <a:pt x="175325" y="3283"/>
                  <a:pt x="165865" y="6557"/>
                  <a:pt x="156178" y="8604"/>
                </a:cubicBezTo>
                <a:cubicBezTo>
                  <a:pt x="148252" y="10276"/>
                  <a:pt x="140199" y="11104"/>
                  <a:pt x="132120" y="11104"/>
                </a:cubicBezTo>
                <a:cubicBezTo>
                  <a:pt x="128332" y="11104"/>
                  <a:pt x="124538" y="10922"/>
                  <a:pt x="120749" y="10559"/>
                </a:cubicBezTo>
                <a:cubicBezTo>
                  <a:pt x="114746" y="9968"/>
                  <a:pt x="108833" y="8877"/>
                  <a:pt x="103012" y="7285"/>
                </a:cubicBezTo>
                <a:cubicBezTo>
                  <a:pt x="97327" y="5738"/>
                  <a:pt x="92097" y="2782"/>
                  <a:pt x="86457" y="1418"/>
                </a:cubicBezTo>
                <a:cubicBezTo>
                  <a:pt x="82636" y="477"/>
                  <a:pt x="78725" y="1"/>
                  <a:pt x="748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2"/>
          <p:cNvSpPr txBox="1">
            <a:spLocks noGrp="1"/>
          </p:cNvSpPr>
          <p:nvPr>
            <p:ph type="ctrTitle"/>
          </p:nvPr>
        </p:nvSpPr>
        <p:spPr>
          <a:xfrm>
            <a:off x="720000" y="1393975"/>
            <a:ext cx="7704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470" name="Google Shape;1470;p2"/>
          <p:cNvSpPr txBox="1">
            <a:spLocks noGrp="1"/>
          </p:cNvSpPr>
          <p:nvPr>
            <p:ph type="subTitle" idx="1"/>
          </p:nvPr>
        </p:nvSpPr>
        <p:spPr>
          <a:xfrm>
            <a:off x="720000" y="3370375"/>
            <a:ext cx="7704000" cy="4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4"/>
          <p:cNvSpPr txBox="1">
            <a:spLocks noGrp="1"/>
          </p:cNvSpPr>
          <p:nvPr>
            <p:ph type="body" idx="1"/>
          </p:nvPr>
        </p:nvSpPr>
        <p:spPr>
          <a:xfrm>
            <a:off x="713225" y="1828475"/>
            <a:ext cx="6661200" cy="25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82" name="Google Shape;2382;p4"/>
          <p:cNvSpPr/>
          <p:nvPr/>
        </p:nvSpPr>
        <p:spPr>
          <a:xfrm rot="6442663">
            <a:off x="-1247819" y="-1316504"/>
            <a:ext cx="3432298" cy="2886331"/>
          </a:xfrm>
          <a:custGeom>
            <a:avLst/>
            <a:gdLst/>
            <a:ahLst/>
            <a:cxnLst/>
            <a:rect l="l" t="t" r="r" b="b"/>
            <a:pathLst>
              <a:path w="63426" h="53337" extrusionOk="0">
                <a:moveTo>
                  <a:pt x="22087" y="1"/>
                </a:moveTo>
                <a:cubicBezTo>
                  <a:pt x="11577" y="1"/>
                  <a:pt x="0" y="9469"/>
                  <a:pt x="2542" y="20378"/>
                </a:cubicBezTo>
                <a:lnTo>
                  <a:pt x="6682" y="28658"/>
                </a:lnTo>
                <a:cubicBezTo>
                  <a:pt x="12136" y="36020"/>
                  <a:pt x="4500" y="46060"/>
                  <a:pt x="14714" y="51142"/>
                </a:cubicBezTo>
                <a:cubicBezTo>
                  <a:pt x="17772" y="52664"/>
                  <a:pt x="21706" y="53337"/>
                  <a:pt x="25946" y="53337"/>
                </a:cubicBezTo>
                <a:cubicBezTo>
                  <a:pt x="36138" y="53337"/>
                  <a:pt x="48101" y="49449"/>
                  <a:pt x="53931" y="44126"/>
                </a:cubicBezTo>
                <a:cubicBezTo>
                  <a:pt x="58021" y="40383"/>
                  <a:pt x="63425" y="33640"/>
                  <a:pt x="62012" y="27517"/>
                </a:cubicBezTo>
                <a:cubicBezTo>
                  <a:pt x="61021" y="23254"/>
                  <a:pt x="56608" y="21370"/>
                  <a:pt x="52741" y="20080"/>
                </a:cubicBezTo>
                <a:cubicBezTo>
                  <a:pt x="47981" y="18494"/>
                  <a:pt x="43247" y="18841"/>
                  <a:pt x="39528" y="15172"/>
                </a:cubicBezTo>
                <a:cubicBezTo>
                  <a:pt x="37148" y="12792"/>
                  <a:pt x="36330" y="10065"/>
                  <a:pt x="34669" y="7190"/>
                </a:cubicBezTo>
                <a:cubicBezTo>
                  <a:pt x="31782" y="2115"/>
                  <a:pt x="27054" y="1"/>
                  <a:pt x="220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p4"/>
          <p:cNvSpPr/>
          <p:nvPr/>
        </p:nvSpPr>
        <p:spPr>
          <a:xfrm rot="-9899979">
            <a:off x="7157443" y="2675655"/>
            <a:ext cx="5334178" cy="3459540"/>
          </a:xfrm>
          <a:custGeom>
            <a:avLst/>
            <a:gdLst/>
            <a:ahLst/>
            <a:cxnLst/>
            <a:rect l="l" t="t" r="r" b="b"/>
            <a:pathLst>
              <a:path w="133716" h="86723" extrusionOk="0">
                <a:moveTo>
                  <a:pt x="115219" y="0"/>
                </a:moveTo>
                <a:cubicBezTo>
                  <a:pt x="113623" y="0"/>
                  <a:pt x="112042" y="168"/>
                  <a:pt x="110513" y="525"/>
                </a:cubicBezTo>
                <a:cubicBezTo>
                  <a:pt x="106150" y="1541"/>
                  <a:pt x="102456" y="4516"/>
                  <a:pt x="98316" y="6103"/>
                </a:cubicBezTo>
                <a:cubicBezTo>
                  <a:pt x="93879" y="7813"/>
                  <a:pt x="90284" y="8557"/>
                  <a:pt x="85550" y="8557"/>
                </a:cubicBezTo>
                <a:cubicBezTo>
                  <a:pt x="76725" y="8557"/>
                  <a:pt x="68271" y="10069"/>
                  <a:pt x="60314" y="14085"/>
                </a:cubicBezTo>
                <a:cubicBezTo>
                  <a:pt x="55753" y="16390"/>
                  <a:pt x="51935" y="19960"/>
                  <a:pt x="47151" y="21869"/>
                </a:cubicBezTo>
                <a:cubicBezTo>
                  <a:pt x="43708" y="23249"/>
                  <a:pt x="40032" y="23608"/>
                  <a:pt x="36359" y="23608"/>
                </a:cubicBezTo>
                <a:cubicBezTo>
                  <a:pt x="34424" y="23608"/>
                  <a:pt x="32490" y="23508"/>
                  <a:pt x="30591" y="23406"/>
                </a:cubicBezTo>
                <a:cubicBezTo>
                  <a:pt x="28230" y="23260"/>
                  <a:pt x="25807" y="22991"/>
                  <a:pt x="23416" y="22991"/>
                </a:cubicBezTo>
                <a:cubicBezTo>
                  <a:pt x="20535" y="22991"/>
                  <a:pt x="17700" y="23381"/>
                  <a:pt x="15073" y="24844"/>
                </a:cubicBezTo>
                <a:cubicBezTo>
                  <a:pt x="10858" y="27199"/>
                  <a:pt x="4636" y="30620"/>
                  <a:pt x="1612" y="34363"/>
                </a:cubicBezTo>
                <a:cubicBezTo>
                  <a:pt x="1785" y="38255"/>
                  <a:pt x="472" y="42097"/>
                  <a:pt x="273" y="46088"/>
                </a:cubicBezTo>
                <a:cubicBezTo>
                  <a:pt x="1" y="51716"/>
                  <a:pt x="397" y="57368"/>
                  <a:pt x="521" y="63020"/>
                </a:cubicBezTo>
                <a:cubicBezTo>
                  <a:pt x="620" y="67606"/>
                  <a:pt x="1215" y="72217"/>
                  <a:pt x="1686" y="76778"/>
                </a:cubicBezTo>
                <a:cubicBezTo>
                  <a:pt x="1860" y="78439"/>
                  <a:pt x="2108" y="83768"/>
                  <a:pt x="3546" y="84264"/>
                </a:cubicBezTo>
                <a:cubicBezTo>
                  <a:pt x="8219" y="85863"/>
                  <a:pt x="13789" y="86722"/>
                  <a:pt x="19552" y="86722"/>
                </a:cubicBezTo>
                <a:cubicBezTo>
                  <a:pt x="34425" y="86722"/>
                  <a:pt x="50584" y="81003"/>
                  <a:pt x="55926" y="67531"/>
                </a:cubicBezTo>
                <a:lnTo>
                  <a:pt x="61950" y="57913"/>
                </a:lnTo>
                <a:cubicBezTo>
                  <a:pt x="70056" y="45469"/>
                  <a:pt x="88673" y="53327"/>
                  <a:pt x="99581" y="47204"/>
                </a:cubicBezTo>
                <a:cubicBezTo>
                  <a:pt x="105158" y="44080"/>
                  <a:pt x="109596" y="36990"/>
                  <a:pt x="111306" y="31041"/>
                </a:cubicBezTo>
                <a:cubicBezTo>
                  <a:pt x="112669" y="26331"/>
                  <a:pt x="114132" y="21993"/>
                  <a:pt x="118421" y="19192"/>
                </a:cubicBezTo>
                <a:cubicBezTo>
                  <a:pt x="122486" y="16539"/>
                  <a:pt x="127469" y="15746"/>
                  <a:pt x="131460" y="12920"/>
                </a:cubicBezTo>
                <a:cubicBezTo>
                  <a:pt x="132650" y="12077"/>
                  <a:pt x="133666" y="10837"/>
                  <a:pt x="133691" y="9375"/>
                </a:cubicBezTo>
                <a:cubicBezTo>
                  <a:pt x="133716" y="7540"/>
                  <a:pt x="132204" y="6078"/>
                  <a:pt x="130716" y="5037"/>
                </a:cubicBezTo>
                <a:cubicBezTo>
                  <a:pt x="126375" y="1983"/>
                  <a:pt x="120710" y="0"/>
                  <a:pt x="11521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4" name="Google Shape;2384;p4"/>
          <p:cNvSpPr txBox="1">
            <a:spLocks noGrp="1"/>
          </p:cNvSpPr>
          <p:nvPr>
            <p:ph type="title"/>
          </p:nvPr>
        </p:nvSpPr>
        <p:spPr>
          <a:xfrm>
            <a:off x="667512" y="841248"/>
            <a:ext cx="7809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s 2">
  <p:cSld name="CUSTOM_23_1">
    <p:spTree>
      <p:nvGrpSpPr>
        <p:cNvPr id="1" name="Shape 4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8" name="Google Shape;4038;p20"/>
          <p:cNvSpPr/>
          <p:nvPr/>
        </p:nvSpPr>
        <p:spPr>
          <a:xfrm rot="10800000">
            <a:off x="4827125" y="1639024"/>
            <a:ext cx="4316866" cy="2969546"/>
          </a:xfrm>
          <a:custGeom>
            <a:avLst/>
            <a:gdLst/>
            <a:ahLst/>
            <a:cxnLst/>
            <a:rect l="l" t="t" r="r" b="b"/>
            <a:pathLst>
              <a:path w="75138" h="43162" extrusionOk="0">
                <a:moveTo>
                  <a:pt x="34335" y="1"/>
                </a:moveTo>
                <a:cubicBezTo>
                  <a:pt x="31923" y="1"/>
                  <a:pt x="29531" y="409"/>
                  <a:pt x="27616" y="1197"/>
                </a:cubicBezTo>
                <a:cubicBezTo>
                  <a:pt x="23030" y="7667"/>
                  <a:pt x="0" y="28292"/>
                  <a:pt x="16114" y="33870"/>
                </a:cubicBezTo>
                <a:cubicBezTo>
                  <a:pt x="22013" y="35903"/>
                  <a:pt x="28682" y="34440"/>
                  <a:pt x="34656" y="36820"/>
                </a:cubicBezTo>
                <a:cubicBezTo>
                  <a:pt x="40961" y="39342"/>
                  <a:pt x="46056" y="43161"/>
                  <a:pt x="52903" y="43161"/>
                </a:cubicBezTo>
                <a:cubicBezTo>
                  <a:pt x="53325" y="43161"/>
                  <a:pt x="53754" y="43147"/>
                  <a:pt x="54190" y="43116"/>
                </a:cubicBezTo>
                <a:cubicBezTo>
                  <a:pt x="60487" y="42695"/>
                  <a:pt x="62817" y="37539"/>
                  <a:pt x="63487" y="31936"/>
                </a:cubicBezTo>
                <a:cubicBezTo>
                  <a:pt x="64181" y="26086"/>
                  <a:pt x="66213" y="24797"/>
                  <a:pt x="69932" y="20533"/>
                </a:cubicBezTo>
                <a:cubicBezTo>
                  <a:pt x="73006" y="16988"/>
                  <a:pt x="75138" y="12253"/>
                  <a:pt x="71394" y="8560"/>
                </a:cubicBezTo>
                <a:cubicBezTo>
                  <a:pt x="69239" y="6431"/>
                  <a:pt x="66312" y="5987"/>
                  <a:pt x="63270" y="5987"/>
                </a:cubicBezTo>
                <a:cubicBezTo>
                  <a:pt x="61097" y="5987"/>
                  <a:pt x="58865" y="6213"/>
                  <a:pt x="56812" y="6213"/>
                </a:cubicBezTo>
                <a:cubicBezTo>
                  <a:pt x="56384" y="6213"/>
                  <a:pt x="55964" y="6204"/>
                  <a:pt x="55554" y="6180"/>
                </a:cubicBezTo>
                <a:cubicBezTo>
                  <a:pt x="52034" y="5982"/>
                  <a:pt x="48315" y="5461"/>
                  <a:pt x="45341" y="3750"/>
                </a:cubicBezTo>
                <a:cubicBezTo>
                  <a:pt x="43680" y="2784"/>
                  <a:pt x="41944" y="1470"/>
                  <a:pt x="40085" y="850"/>
                </a:cubicBezTo>
                <a:cubicBezTo>
                  <a:pt x="38326" y="279"/>
                  <a:pt x="36324" y="1"/>
                  <a:pt x="3433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9" name="Google Shape;4039;p20"/>
          <p:cNvSpPr txBox="1">
            <a:spLocks noGrp="1"/>
          </p:cNvSpPr>
          <p:nvPr>
            <p:ph type="title"/>
          </p:nvPr>
        </p:nvSpPr>
        <p:spPr>
          <a:xfrm>
            <a:off x="3514729" y="844300"/>
            <a:ext cx="4961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40" name="Google Shape;4040;p20"/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1" name="Google Shape;4041;p20"/>
          <p:cNvSpPr/>
          <p:nvPr/>
        </p:nvSpPr>
        <p:spPr>
          <a:xfrm rot="439435" flipH="1">
            <a:off x="-1263013" y="-774382"/>
            <a:ext cx="5313074" cy="2553824"/>
          </a:xfrm>
          <a:custGeom>
            <a:avLst/>
            <a:gdLst/>
            <a:ahLst/>
            <a:cxnLst/>
            <a:rect l="l" t="t" r="r" b="b"/>
            <a:pathLst>
              <a:path w="144723" h="66378" extrusionOk="0">
                <a:moveTo>
                  <a:pt x="20886" y="0"/>
                </a:moveTo>
                <a:cubicBezTo>
                  <a:pt x="14025" y="0"/>
                  <a:pt x="6991" y="3728"/>
                  <a:pt x="2430" y="8680"/>
                </a:cubicBezTo>
                <a:cubicBezTo>
                  <a:pt x="1191" y="10018"/>
                  <a:pt x="1" y="11778"/>
                  <a:pt x="422" y="13563"/>
                </a:cubicBezTo>
                <a:cubicBezTo>
                  <a:pt x="744" y="14952"/>
                  <a:pt x="2009" y="15968"/>
                  <a:pt x="3347" y="16538"/>
                </a:cubicBezTo>
                <a:cubicBezTo>
                  <a:pt x="7859" y="18472"/>
                  <a:pt x="12891" y="18174"/>
                  <a:pt x="17428" y="19909"/>
                </a:cubicBezTo>
                <a:cubicBezTo>
                  <a:pt x="22212" y="21744"/>
                  <a:pt x="24542" y="25685"/>
                  <a:pt x="26873" y="30024"/>
                </a:cubicBezTo>
                <a:cubicBezTo>
                  <a:pt x="29798" y="35477"/>
                  <a:pt x="35623" y="41452"/>
                  <a:pt x="41746" y="43336"/>
                </a:cubicBezTo>
                <a:cubicBezTo>
                  <a:pt x="43505" y="43879"/>
                  <a:pt x="45364" y="44092"/>
                  <a:pt x="47288" y="44092"/>
                </a:cubicBezTo>
                <a:cubicBezTo>
                  <a:pt x="54142" y="44092"/>
                  <a:pt x="61830" y="41398"/>
                  <a:pt x="68828" y="41398"/>
                </a:cubicBezTo>
                <a:cubicBezTo>
                  <a:pt x="73211" y="41398"/>
                  <a:pt x="77322" y="42454"/>
                  <a:pt x="80790" y="45889"/>
                </a:cubicBezTo>
                <a:lnTo>
                  <a:pt x="88698" y="53995"/>
                </a:lnTo>
                <a:cubicBezTo>
                  <a:pt x="94622" y="62849"/>
                  <a:pt x="105377" y="66378"/>
                  <a:pt x="116437" y="66378"/>
                </a:cubicBezTo>
                <a:cubicBezTo>
                  <a:pt x="126249" y="66378"/>
                  <a:pt x="136301" y="63600"/>
                  <a:pt x="143433" y="59300"/>
                </a:cubicBezTo>
                <a:cubicBezTo>
                  <a:pt x="144723" y="58532"/>
                  <a:pt x="143830" y="53276"/>
                  <a:pt x="143657" y="51615"/>
                </a:cubicBezTo>
                <a:cubicBezTo>
                  <a:pt x="143161" y="47054"/>
                  <a:pt x="142764" y="42418"/>
                  <a:pt x="141896" y="37882"/>
                </a:cubicBezTo>
                <a:cubicBezTo>
                  <a:pt x="140831" y="32354"/>
                  <a:pt x="140012" y="26751"/>
                  <a:pt x="138575" y="21298"/>
                </a:cubicBezTo>
                <a:cubicBezTo>
                  <a:pt x="137558" y="17431"/>
                  <a:pt x="135451" y="13960"/>
                  <a:pt x="134782" y="10118"/>
                </a:cubicBezTo>
                <a:cubicBezTo>
                  <a:pt x="131039" y="7093"/>
                  <a:pt x="124246" y="5061"/>
                  <a:pt x="119635" y="3647"/>
                </a:cubicBezTo>
                <a:cubicBezTo>
                  <a:pt x="118276" y="3233"/>
                  <a:pt x="116923" y="3063"/>
                  <a:pt x="115577" y="3063"/>
                </a:cubicBezTo>
                <a:cubicBezTo>
                  <a:pt x="111697" y="3063"/>
                  <a:pt x="107878" y="4476"/>
                  <a:pt x="104142" y="5507"/>
                </a:cubicBezTo>
                <a:cubicBezTo>
                  <a:pt x="99993" y="6651"/>
                  <a:pt x="95661" y="7810"/>
                  <a:pt x="91302" y="7810"/>
                </a:cubicBezTo>
                <a:cubicBezTo>
                  <a:pt x="90088" y="7810"/>
                  <a:pt x="88872" y="7720"/>
                  <a:pt x="87657" y="7515"/>
                </a:cubicBezTo>
                <a:cubicBezTo>
                  <a:pt x="82550" y="6672"/>
                  <a:pt x="78113" y="3970"/>
                  <a:pt x="73155" y="2681"/>
                </a:cubicBezTo>
                <a:cubicBezTo>
                  <a:pt x="68971" y="1587"/>
                  <a:pt x="64799" y="1099"/>
                  <a:pt x="60624" y="1099"/>
                </a:cubicBezTo>
                <a:cubicBezTo>
                  <a:pt x="56191" y="1099"/>
                  <a:pt x="51755" y="1649"/>
                  <a:pt x="47299" y="2606"/>
                </a:cubicBezTo>
                <a:cubicBezTo>
                  <a:pt x="44795" y="3145"/>
                  <a:pt x="42569" y="3398"/>
                  <a:pt x="40303" y="3398"/>
                </a:cubicBezTo>
                <a:cubicBezTo>
                  <a:pt x="38396" y="3398"/>
                  <a:pt x="36462" y="3219"/>
                  <a:pt x="34310" y="2879"/>
                </a:cubicBezTo>
                <a:cubicBezTo>
                  <a:pt x="29922" y="2210"/>
                  <a:pt x="25683" y="78"/>
                  <a:pt x="21221" y="3"/>
                </a:cubicBezTo>
                <a:cubicBezTo>
                  <a:pt x="21109" y="1"/>
                  <a:pt x="20997" y="0"/>
                  <a:pt x="2088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2" name="Google Shape;4042;p20"/>
          <p:cNvSpPr/>
          <p:nvPr/>
        </p:nvSpPr>
        <p:spPr>
          <a:xfrm rot="8750175" flipH="1">
            <a:off x="5481218" y="2219541"/>
            <a:ext cx="5899120" cy="3258349"/>
          </a:xfrm>
          <a:custGeom>
            <a:avLst/>
            <a:gdLst/>
            <a:ahLst/>
            <a:cxnLst/>
            <a:rect l="l" t="t" r="r" b="b"/>
            <a:pathLst>
              <a:path w="144723" h="66378" extrusionOk="0">
                <a:moveTo>
                  <a:pt x="20886" y="0"/>
                </a:moveTo>
                <a:cubicBezTo>
                  <a:pt x="14025" y="0"/>
                  <a:pt x="6991" y="3728"/>
                  <a:pt x="2430" y="8680"/>
                </a:cubicBezTo>
                <a:cubicBezTo>
                  <a:pt x="1191" y="10018"/>
                  <a:pt x="1" y="11778"/>
                  <a:pt x="422" y="13563"/>
                </a:cubicBezTo>
                <a:cubicBezTo>
                  <a:pt x="744" y="14952"/>
                  <a:pt x="2009" y="15968"/>
                  <a:pt x="3347" y="16538"/>
                </a:cubicBezTo>
                <a:cubicBezTo>
                  <a:pt x="7859" y="18472"/>
                  <a:pt x="12891" y="18174"/>
                  <a:pt x="17428" y="19909"/>
                </a:cubicBezTo>
                <a:cubicBezTo>
                  <a:pt x="22212" y="21744"/>
                  <a:pt x="24542" y="25685"/>
                  <a:pt x="26873" y="30024"/>
                </a:cubicBezTo>
                <a:cubicBezTo>
                  <a:pt x="29798" y="35477"/>
                  <a:pt x="35623" y="41452"/>
                  <a:pt x="41746" y="43336"/>
                </a:cubicBezTo>
                <a:cubicBezTo>
                  <a:pt x="43505" y="43879"/>
                  <a:pt x="45364" y="44092"/>
                  <a:pt x="47288" y="44092"/>
                </a:cubicBezTo>
                <a:cubicBezTo>
                  <a:pt x="54142" y="44092"/>
                  <a:pt x="61830" y="41398"/>
                  <a:pt x="68828" y="41398"/>
                </a:cubicBezTo>
                <a:cubicBezTo>
                  <a:pt x="73211" y="41398"/>
                  <a:pt x="77322" y="42454"/>
                  <a:pt x="80790" y="45889"/>
                </a:cubicBezTo>
                <a:lnTo>
                  <a:pt x="88698" y="53995"/>
                </a:lnTo>
                <a:cubicBezTo>
                  <a:pt x="94622" y="62849"/>
                  <a:pt x="105377" y="66378"/>
                  <a:pt x="116437" y="66378"/>
                </a:cubicBezTo>
                <a:cubicBezTo>
                  <a:pt x="126249" y="66378"/>
                  <a:pt x="136301" y="63600"/>
                  <a:pt x="143433" y="59300"/>
                </a:cubicBezTo>
                <a:cubicBezTo>
                  <a:pt x="144723" y="58532"/>
                  <a:pt x="143830" y="53276"/>
                  <a:pt x="143657" y="51615"/>
                </a:cubicBezTo>
                <a:cubicBezTo>
                  <a:pt x="143161" y="47054"/>
                  <a:pt x="142764" y="42418"/>
                  <a:pt x="141896" y="37882"/>
                </a:cubicBezTo>
                <a:cubicBezTo>
                  <a:pt x="140831" y="32354"/>
                  <a:pt x="140012" y="26751"/>
                  <a:pt x="138575" y="21298"/>
                </a:cubicBezTo>
                <a:cubicBezTo>
                  <a:pt x="137558" y="17431"/>
                  <a:pt x="135451" y="13960"/>
                  <a:pt x="134782" y="10118"/>
                </a:cubicBezTo>
                <a:cubicBezTo>
                  <a:pt x="131039" y="7093"/>
                  <a:pt x="124246" y="5061"/>
                  <a:pt x="119635" y="3647"/>
                </a:cubicBezTo>
                <a:cubicBezTo>
                  <a:pt x="118276" y="3233"/>
                  <a:pt x="116923" y="3063"/>
                  <a:pt x="115577" y="3063"/>
                </a:cubicBezTo>
                <a:cubicBezTo>
                  <a:pt x="111697" y="3063"/>
                  <a:pt x="107878" y="4476"/>
                  <a:pt x="104142" y="5507"/>
                </a:cubicBezTo>
                <a:cubicBezTo>
                  <a:pt x="99993" y="6651"/>
                  <a:pt x="95661" y="7810"/>
                  <a:pt x="91302" y="7810"/>
                </a:cubicBezTo>
                <a:cubicBezTo>
                  <a:pt x="90088" y="7810"/>
                  <a:pt x="88872" y="7720"/>
                  <a:pt x="87657" y="7515"/>
                </a:cubicBezTo>
                <a:cubicBezTo>
                  <a:pt x="82550" y="6672"/>
                  <a:pt x="78113" y="3970"/>
                  <a:pt x="73155" y="2681"/>
                </a:cubicBezTo>
                <a:cubicBezTo>
                  <a:pt x="68971" y="1587"/>
                  <a:pt x="64799" y="1099"/>
                  <a:pt x="60624" y="1099"/>
                </a:cubicBezTo>
                <a:cubicBezTo>
                  <a:pt x="56191" y="1099"/>
                  <a:pt x="51755" y="1649"/>
                  <a:pt x="47299" y="2606"/>
                </a:cubicBezTo>
                <a:cubicBezTo>
                  <a:pt x="44795" y="3145"/>
                  <a:pt x="42569" y="3398"/>
                  <a:pt x="40303" y="3398"/>
                </a:cubicBezTo>
                <a:cubicBezTo>
                  <a:pt x="38396" y="3398"/>
                  <a:pt x="36462" y="3219"/>
                  <a:pt x="34310" y="2879"/>
                </a:cubicBezTo>
                <a:cubicBezTo>
                  <a:pt x="29922" y="2210"/>
                  <a:pt x="25683" y="78"/>
                  <a:pt x="21221" y="3"/>
                </a:cubicBezTo>
                <a:cubicBezTo>
                  <a:pt x="21109" y="1"/>
                  <a:pt x="20997" y="0"/>
                  <a:pt x="208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CUSTOM_7">
    <p:spTree>
      <p:nvGrpSpPr>
        <p:cNvPr id="1" name="Shape 5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7" name="Google Shape;5207;p32"/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208" name="Google Shape;5208;p32"/>
          <p:cNvSpPr/>
          <p:nvPr/>
        </p:nvSpPr>
        <p:spPr>
          <a:xfrm rot="10800000" flipH="1">
            <a:off x="-827687" y="-1308075"/>
            <a:ext cx="2942966" cy="2474837"/>
          </a:xfrm>
          <a:custGeom>
            <a:avLst/>
            <a:gdLst/>
            <a:ahLst/>
            <a:cxnLst/>
            <a:rect l="l" t="t" r="r" b="b"/>
            <a:pathLst>
              <a:path w="63426" h="53337" extrusionOk="0">
                <a:moveTo>
                  <a:pt x="22087" y="1"/>
                </a:moveTo>
                <a:cubicBezTo>
                  <a:pt x="11577" y="1"/>
                  <a:pt x="0" y="9469"/>
                  <a:pt x="2542" y="20378"/>
                </a:cubicBezTo>
                <a:lnTo>
                  <a:pt x="6682" y="28658"/>
                </a:lnTo>
                <a:cubicBezTo>
                  <a:pt x="12136" y="36020"/>
                  <a:pt x="4500" y="46060"/>
                  <a:pt x="14714" y="51142"/>
                </a:cubicBezTo>
                <a:cubicBezTo>
                  <a:pt x="17772" y="52664"/>
                  <a:pt x="21706" y="53337"/>
                  <a:pt x="25946" y="53337"/>
                </a:cubicBezTo>
                <a:cubicBezTo>
                  <a:pt x="36138" y="53337"/>
                  <a:pt x="48101" y="49449"/>
                  <a:pt x="53931" y="44126"/>
                </a:cubicBezTo>
                <a:cubicBezTo>
                  <a:pt x="58021" y="40383"/>
                  <a:pt x="63425" y="33640"/>
                  <a:pt x="62012" y="27517"/>
                </a:cubicBezTo>
                <a:cubicBezTo>
                  <a:pt x="61021" y="23254"/>
                  <a:pt x="56608" y="21370"/>
                  <a:pt x="52741" y="20080"/>
                </a:cubicBezTo>
                <a:cubicBezTo>
                  <a:pt x="47981" y="18494"/>
                  <a:pt x="43247" y="18841"/>
                  <a:pt x="39528" y="15172"/>
                </a:cubicBezTo>
                <a:cubicBezTo>
                  <a:pt x="37148" y="12792"/>
                  <a:pt x="36330" y="10065"/>
                  <a:pt x="34669" y="7190"/>
                </a:cubicBezTo>
                <a:cubicBezTo>
                  <a:pt x="31782" y="2115"/>
                  <a:pt x="27054" y="1"/>
                  <a:pt x="2208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9" name="Google Shape;5209;p32"/>
          <p:cNvSpPr/>
          <p:nvPr/>
        </p:nvSpPr>
        <p:spPr>
          <a:xfrm rot="-2700000" flipH="1">
            <a:off x="7803300" y="3354751"/>
            <a:ext cx="2942988" cy="2474855"/>
          </a:xfrm>
          <a:custGeom>
            <a:avLst/>
            <a:gdLst/>
            <a:ahLst/>
            <a:cxnLst/>
            <a:rect l="l" t="t" r="r" b="b"/>
            <a:pathLst>
              <a:path w="63426" h="53337" extrusionOk="0">
                <a:moveTo>
                  <a:pt x="22087" y="1"/>
                </a:moveTo>
                <a:cubicBezTo>
                  <a:pt x="11577" y="1"/>
                  <a:pt x="0" y="9469"/>
                  <a:pt x="2542" y="20378"/>
                </a:cubicBezTo>
                <a:lnTo>
                  <a:pt x="6682" y="28658"/>
                </a:lnTo>
                <a:cubicBezTo>
                  <a:pt x="12136" y="36020"/>
                  <a:pt x="4500" y="46060"/>
                  <a:pt x="14714" y="51142"/>
                </a:cubicBezTo>
                <a:cubicBezTo>
                  <a:pt x="17772" y="52664"/>
                  <a:pt x="21706" y="53337"/>
                  <a:pt x="25946" y="53337"/>
                </a:cubicBezTo>
                <a:cubicBezTo>
                  <a:pt x="36138" y="53337"/>
                  <a:pt x="48101" y="49449"/>
                  <a:pt x="53931" y="44126"/>
                </a:cubicBezTo>
                <a:cubicBezTo>
                  <a:pt x="58021" y="40383"/>
                  <a:pt x="63425" y="33640"/>
                  <a:pt x="62012" y="27517"/>
                </a:cubicBezTo>
                <a:cubicBezTo>
                  <a:pt x="61021" y="23254"/>
                  <a:pt x="56608" y="21370"/>
                  <a:pt x="52741" y="20080"/>
                </a:cubicBezTo>
                <a:cubicBezTo>
                  <a:pt x="47981" y="18494"/>
                  <a:pt x="43247" y="18841"/>
                  <a:pt x="39528" y="15172"/>
                </a:cubicBezTo>
                <a:cubicBezTo>
                  <a:pt x="37148" y="12792"/>
                  <a:pt x="36330" y="10065"/>
                  <a:pt x="34669" y="7190"/>
                </a:cubicBezTo>
                <a:cubicBezTo>
                  <a:pt x="31782" y="2115"/>
                  <a:pt x="27054" y="1"/>
                  <a:pt x="220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32"/>
          <p:cNvSpPr txBox="1">
            <a:spLocks noGrp="1"/>
          </p:cNvSpPr>
          <p:nvPr>
            <p:ph type="subTitle" idx="1"/>
          </p:nvPr>
        </p:nvSpPr>
        <p:spPr>
          <a:xfrm>
            <a:off x="2646000" y="3274625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6_1">
    <p:bg>
      <p:bgPr>
        <a:solidFill>
          <a:schemeClr val="dk2"/>
        </a:solidFill>
        <a:effectLst/>
      </p:bgPr>
    </p:bg>
    <p:spTree>
      <p:nvGrpSpPr>
        <p:cNvPr id="1" name="Shape 5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2" name="Google Shape;5992;p42"/>
          <p:cNvSpPr/>
          <p:nvPr/>
        </p:nvSpPr>
        <p:spPr>
          <a:xfrm rot="-10183905">
            <a:off x="5252109" y="774329"/>
            <a:ext cx="6366980" cy="4379672"/>
          </a:xfrm>
          <a:custGeom>
            <a:avLst/>
            <a:gdLst/>
            <a:ahLst/>
            <a:cxnLst/>
            <a:rect l="l" t="t" r="r" b="b"/>
            <a:pathLst>
              <a:path w="75138" h="43162" extrusionOk="0">
                <a:moveTo>
                  <a:pt x="34335" y="1"/>
                </a:moveTo>
                <a:cubicBezTo>
                  <a:pt x="31923" y="1"/>
                  <a:pt x="29531" y="409"/>
                  <a:pt x="27616" y="1197"/>
                </a:cubicBezTo>
                <a:cubicBezTo>
                  <a:pt x="23030" y="7667"/>
                  <a:pt x="0" y="28292"/>
                  <a:pt x="16114" y="33870"/>
                </a:cubicBezTo>
                <a:cubicBezTo>
                  <a:pt x="22013" y="35903"/>
                  <a:pt x="28682" y="34440"/>
                  <a:pt x="34656" y="36820"/>
                </a:cubicBezTo>
                <a:cubicBezTo>
                  <a:pt x="40961" y="39342"/>
                  <a:pt x="46056" y="43161"/>
                  <a:pt x="52903" y="43161"/>
                </a:cubicBezTo>
                <a:cubicBezTo>
                  <a:pt x="53325" y="43161"/>
                  <a:pt x="53754" y="43147"/>
                  <a:pt x="54190" y="43116"/>
                </a:cubicBezTo>
                <a:cubicBezTo>
                  <a:pt x="60487" y="42695"/>
                  <a:pt x="62817" y="37539"/>
                  <a:pt x="63487" y="31936"/>
                </a:cubicBezTo>
                <a:cubicBezTo>
                  <a:pt x="64181" y="26086"/>
                  <a:pt x="66213" y="24797"/>
                  <a:pt x="69932" y="20533"/>
                </a:cubicBezTo>
                <a:cubicBezTo>
                  <a:pt x="73006" y="16988"/>
                  <a:pt x="75138" y="12253"/>
                  <a:pt x="71394" y="8560"/>
                </a:cubicBezTo>
                <a:cubicBezTo>
                  <a:pt x="69239" y="6431"/>
                  <a:pt x="66312" y="5987"/>
                  <a:pt x="63270" y="5987"/>
                </a:cubicBezTo>
                <a:cubicBezTo>
                  <a:pt x="61097" y="5987"/>
                  <a:pt x="58865" y="6213"/>
                  <a:pt x="56812" y="6213"/>
                </a:cubicBezTo>
                <a:cubicBezTo>
                  <a:pt x="56384" y="6213"/>
                  <a:pt x="55964" y="6204"/>
                  <a:pt x="55554" y="6180"/>
                </a:cubicBezTo>
                <a:cubicBezTo>
                  <a:pt x="52034" y="5982"/>
                  <a:pt x="48315" y="5461"/>
                  <a:pt x="45341" y="3750"/>
                </a:cubicBezTo>
                <a:cubicBezTo>
                  <a:pt x="43680" y="2784"/>
                  <a:pt x="41944" y="1470"/>
                  <a:pt x="40085" y="850"/>
                </a:cubicBezTo>
                <a:cubicBezTo>
                  <a:pt x="38326" y="279"/>
                  <a:pt x="36324" y="1"/>
                  <a:pt x="3433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3" name="Google Shape;5993;p42"/>
          <p:cNvSpPr/>
          <p:nvPr/>
        </p:nvSpPr>
        <p:spPr>
          <a:xfrm rot="-10077096">
            <a:off x="5051738" y="2898882"/>
            <a:ext cx="5020648" cy="3256197"/>
          </a:xfrm>
          <a:custGeom>
            <a:avLst/>
            <a:gdLst/>
            <a:ahLst/>
            <a:cxnLst/>
            <a:rect l="l" t="t" r="r" b="b"/>
            <a:pathLst>
              <a:path w="133716" h="86723" extrusionOk="0">
                <a:moveTo>
                  <a:pt x="115219" y="0"/>
                </a:moveTo>
                <a:cubicBezTo>
                  <a:pt x="113623" y="0"/>
                  <a:pt x="112042" y="168"/>
                  <a:pt x="110513" y="525"/>
                </a:cubicBezTo>
                <a:cubicBezTo>
                  <a:pt x="106150" y="1541"/>
                  <a:pt x="102456" y="4516"/>
                  <a:pt x="98316" y="6103"/>
                </a:cubicBezTo>
                <a:cubicBezTo>
                  <a:pt x="93879" y="7813"/>
                  <a:pt x="90284" y="8557"/>
                  <a:pt x="85550" y="8557"/>
                </a:cubicBezTo>
                <a:cubicBezTo>
                  <a:pt x="76725" y="8557"/>
                  <a:pt x="68271" y="10069"/>
                  <a:pt x="60314" y="14085"/>
                </a:cubicBezTo>
                <a:cubicBezTo>
                  <a:pt x="55753" y="16390"/>
                  <a:pt x="51935" y="19960"/>
                  <a:pt x="47151" y="21869"/>
                </a:cubicBezTo>
                <a:cubicBezTo>
                  <a:pt x="43708" y="23249"/>
                  <a:pt x="40032" y="23608"/>
                  <a:pt x="36359" y="23608"/>
                </a:cubicBezTo>
                <a:cubicBezTo>
                  <a:pt x="34424" y="23608"/>
                  <a:pt x="32490" y="23508"/>
                  <a:pt x="30591" y="23406"/>
                </a:cubicBezTo>
                <a:cubicBezTo>
                  <a:pt x="28230" y="23260"/>
                  <a:pt x="25807" y="22991"/>
                  <a:pt x="23416" y="22991"/>
                </a:cubicBezTo>
                <a:cubicBezTo>
                  <a:pt x="20535" y="22991"/>
                  <a:pt x="17700" y="23381"/>
                  <a:pt x="15073" y="24844"/>
                </a:cubicBezTo>
                <a:cubicBezTo>
                  <a:pt x="10858" y="27199"/>
                  <a:pt x="4636" y="30620"/>
                  <a:pt x="1612" y="34363"/>
                </a:cubicBezTo>
                <a:cubicBezTo>
                  <a:pt x="1785" y="38255"/>
                  <a:pt x="472" y="42097"/>
                  <a:pt x="273" y="46088"/>
                </a:cubicBezTo>
                <a:cubicBezTo>
                  <a:pt x="1" y="51716"/>
                  <a:pt x="397" y="57368"/>
                  <a:pt x="521" y="63020"/>
                </a:cubicBezTo>
                <a:cubicBezTo>
                  <a:pt x="620" y="67606"/>
                  <a:pt x="1215" y="72217"/>
                  <a:pt x="1686" y="76778"/>
                </a:cubicBezTo>
                <a:cubicBezTo>
                  <a:pt x="1860" y="78439"/>
                  <a:pt x="2108" y="83768"/>
                  <a:pt x="3546" y="84264"/>
                </a:cubicBezTo>
                <a:cubicBezTo>
                  <a:pt x="8219" y="85863"/>
                  <a:pt x="13789" y="86722"/>
                  <a:pt x="19552" y="86722"/>
                </a:cubicBezTo>
                <a:cubicBezTo>
                  <a:pt x="34425" y="86722"/>
                  <a:pt x="50584" y="81003"/>
                  <a:pt x="55926" y="67531"/>
                </a:cubicBezTo>
                <a:lnTo>
                  <a:pt x="61950" y="57913"/>
                </a:lnTo>
                <a:cubicBezTo>
                  <a:pt x="70056" y="45469"/>
                  <a:pt x="88673" y="53327"/>
                  <a:pt x="99581" y="47204"/>
                </a:cubicBezTo>
                <a:cubicBezTo>
                  <a:pt x="105158" y="44080"/>
                  <a:pt x="109596" y="36990"/>
                  <a:pt x="111306" y="31041"/>
                </a:cubicBezTo>
                <a:cubicBezTo>
                  <a:pt x="112669" y="26331"/>
                  <a:pt x="114132" y="21993"/>
                  <a:pt x="118421" y="19192"/>
                </a:cubicBezTo>
                <a:cubicBezTo>
                  <a:pt x="122486" y="16539"/>
                  <a:pt x="127469" y="15746"/>
                  <a:pt x="131460" y="12920"/>
                </a:cubicBezTo>
                <a:cubicBezTo>
                  <a:pt x="132650" y="12077"/>
                  <a:pt x="133666" y="10837"/>
                  <a:pt x="133691" y="9375"/>
                </a:cubicBezTo>
                <a:cubicBezTo>
                  <a:pt x="133716" y="7540"/>
                  <a:pt x="132204" y="6078"/>
                  <a:pt x="130716" y="5037"/>
                </a:cubicBezTo>
                <a:cubicBezTo>
                  <a:pt x="126375" y="1983"/>
                  <a:pt x="120710" y="0"/>
                  <a:pt x="1152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4" name="Google Shape;5994;p42"/>
          <p:cNvSpPr txBox="1">
            <a:spLocks noGrp="1"/>
          </p:cNvSpPr>
          <p:nvPr>
            <p:ph type="title"/>
          </p:nvPr>
        </p:nvSpPr>
        <p:spPr>
          <a:xfrm>
            <a:off x="781500" y="1321200"/>
            <a:ext cx="4302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995" name="Google Shape;5995;p42"/>
          <p:cNvSpPr txBox="1">
            <a:spLocks noGrp="1"/>
          </p:cNvSpPr>
          <p:nvPr>
            <p:ph type="subTitle" idx="1"/>
          </p:nvPr>
        </p:nvSpPr>
        <p:spPr>
          <a:xfrm>
            <a:off x="781500" y="2817425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96" name="Google Shape;5996;p42"/>
          <p:cNvSpPr/>
          <p:nvPr/>
        </p:nvSpPr>
        <p:spPr>
          <a:xfrm rot="10800000" flipH="1">
            <a:off x="-827687" y="-1308075"/>
            <a:ext cx="2942966" cy="2474837"/>
          </a:xfrm>
          <a:custGeom>
            <a:avLst/>
            <a:gdLst/>
            <a:ahLst/>
            <a:cxnLst/>
            <a:rect l="l" t="t" r="r" b="b"/>
            <a:pathLst>
              <a:path w="63426" h="53337" extrusionOk="0">
                <a:moveTo>
                  <a:pt x="22087" y="1"/>
                </a:moveTo>
                <a:cubicBezTo>
                  <a:pt x="11577" y="1"/>
                  <a:pt x="0" y="9469"/>
                  <a:pt x="2542" y="20378"/>
                </a:cubicBezTo>
                <a:lnTo>
                  <a:pt x="6682" y="28658"/>
                </a:lnTo>
                <a:cubicBezTo>
                  <a:pt x="12136" y="36020"/>
                  <a:pt x="4500" y="46060"/>
                  <a:pt x="14714" y="51142"/>
                </a:cubicBezTo>
                <a:cubicBezTo>
                  <a:pt x="17772" y="52664"/>
                  <a:pt x="21706" y="53337"/>
                  <a:pt x="25946" y="53337"/>
                </a:cubicBezTo>
                <a:cubicBezTo>
                  <a:pt x="36138" y="53337"/>
                  <a:pt x="48101" y="49449"/>
                  <a:pt x="53931" y="44126"/>
                </a:cubicBezTo>
                <a:cubicBezTo>
                  <a:pt x="58021" y="40383"/>
                  <a:pt x="63425" y="33640"/>
                  <a:pt x="62012" y="27517"/>
                </a:cubicBezTo>
                <a:cubicBezTo>
                  <a:pt x="61021" y="23254"/>
                  <a:pt x="56608" y="21370"/>
                  <a:pt x="52741" y="20080"/>
                </a:cubicBezTo>
                <a:cubicBezTo>
                  <a:pt x="47981" y="18494"/>
                  <a:pt x="43247" y="18841"/>
                  <a:pt x="39528" y="15172"/>
                </a:cubicBezTo>
                <a:cubicBezTo>
                  <a:pt x="37148" y="12792"/>
                  <a:pt x="36330" y="10065"/>
                  <a:pt x="34669" y="7190"/>
                </a:cubicBezTo>
                <a:cubicBezTo>
                  <a:pt x="31782" y="2115"/>
                  <a:pt x="27054" y="1"/>
                  <a:pt x="2208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6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0" name="Google Shape;6040;p47"/>
          <p:cNvSpPr/>
          <p:nvPr/>
        </p:nvSpPr>
        <p:spPr>
          <a:xfrm rot="-10307959">
            <a:off x="5559039" y="2582502"/>
            <a:ext cx="5333985" cy="3459415"/>
          </a:xfrm>
          <a:custGeom>
            <a:avLst/>
            <a:gdLst/>
            <a:ahLst/>
            <a:cxnLst/>
            <a:rect l="l" t="t" r="r" b="b"/>
            <a:pathLst>
              <a:path w="133716" h="86723" extrusionOk="0">
                <a:moveTo>
                  <a:pt x="115219" y="0"/>
                </a:moveTo>
                <a:cubicBezTo>
                  <a:pt x="113623" y="0"/>
                  <a:pt x="112042" y="168"/>
                  <a:pt x="110513" y="525"/>
                </a:cubicBezTo>
                <a:cubicBezTo>
                  <a:pt x="106150" y="1541"/>
                  <a:pt x="102456" y="4516"/>
                  <a:pt x="98316" y="6103"/>
                </a:cubicBezTo>
                <a:cubicBezTo>
                  <a:pt x="93879" y="7813"/>
                  <a:pt x="90284" y="8557"/>
                  <a:pt x="85550" y="8557"/>
                </a:cubicBezTo>
                <a:cubicBezTo>
                  <a:pt x="76725" y="8557"/>
                  <a:pt x="68271" y="10069"/>
                  <a:pt x="60314" y="14085"/>
                </a:cubicBezTo>
                <a:cubicBezTo>
                  <a:pt x="55753" y="16390"/>
                  <a:pt x="51935" y="19960"/>
                  <a:pt x="47151" y="21869"/>
                </a:cubicBezTo>
                <a:cubicBezTo>
                  <a:pt x="43708" y="23249"/>
                  <a:pt x="40032" y="23608"/>
                  <a:pt x="36359" y="23608"/>
                </a:cubicBezTo>
                <a:cubicBezTo>
                  <a:pt x="34424" y="23608"/>
                  <a:pt x="32490" y="23508"/>
                  <a:pt x="30591" y="23406"/>
                </a:cubicBezTo>
                <a:cubicBezTo>
                  <a:pt x="28230" y="23260"/>
                  <a:pt x="25807" y="22991"/>
                  <a:pt x="23416" y="22991"/>
                </a:cubicBezTo>
                <a:cubicBezTo>
                  <a:pt x="20535" y="22991"/>
                  <a:pt x="17700" y="23381"/>
                  <a:pt x="15073" y="24844"/>
                </a:cubicBezTo>
                <a:cubicBezTo>
                  <a:pt x="10858" y="27199"/>
                  <a:pt x="4636" y="30620"/>
                  <a:pt x="1612" y="34363"/>
                </a:cubicBezTo>
                <a:cubicBezTo>
                  <a:pt x="1785" y="38255"/>
                  <a:pt x="472" y="42097"/>
                  <a:pt x="273" y="46088"/>
                </a:cubicBezTo>
                <a:cubicBezTo>
                  <a:pt x="1" y="51716"/>
                  <a:pt x="397" y="57368"/>
                  <a:pt x="521" y="63020"/>
                </a:cubicBezTo>
                <a:cubicBezTo>
                  <a:pt x="620" y="67606"/>
                  <a:pt x="1215" y="72217"/>
                  <a:pt x="1686" y="76778"/>
                </a:cubicBezTo>
                <a:cubicBezTo>
                  <a:pt x="1860" y="78439"/>
                  <a:pt x="2108" y="83768"/>
                  <a:pt x="3546" y="84264"/>
                </a:cubicBezTo>
                <a:cubicBezTo>
                  <a:pt x="8219" y="85863"/>
                  <a:pt x="13789" y="86722"/>
                  <a:pt x="19552" y="86722"/>
                </a:cubicBezTo>
                <a:cubicBezTo>
                  <a:pt x="34425" y="86722"/>
                  <a:pt x="50584" y="81003"/>
                  <a:pt x="55926" y="67531"/>
                </a:cubicBezTo>
                <a:lnTo>
                  <a:pt x="61950" y="57913"/>
                </a:lnTo>
                <a:cubicBezTo>
                  <a:pt x="70056" y="45469"/>
                  <a:pt x="88673" y="53327"/>
                  <a:pt x="99581" y="47204"/>
                </a:cubicBezTo>
                <a:cubicBezTo>
                  <a:pt x="105158" y="44080"/>
                  <a:pt x="109596" y="36990"/>
                  <a:pt x="111306" y="31041"/>
                </a:cubicBezTo>
                <a:cubicBezTo>
                  <a:pt x="112669" y="26331"/>
                  <a:pt x="114132" y="21993"/>
                  <a:pt x="118421" y="19192"/>
                </a:cubicBezTo>
                <a:cubicBezTo>
                  <a:pt x="122486" y="16539"/>
                  <a:pt x="127469" y="15746"/>
                  <a:pt x="131460" y="12920"/>
                </a:cubicBezTo>
                <a:cubicBezTo>
                  <a:pt x="132650" y="12077"/>
                  <a:pt x="133666" y="10837"/>
                  <a:pt x="133691" y="9375"/>
                </a:cubicBezTo>
                <a:cubicBezTo>
                  <a:pt x="133716" y="7540"/>
                  <a:pt x="132204" y="6078"/>
                  <a:pt x="130716" y="5037"/>
                </a:cubicBezTo>
                <a:cubicBezTo>
                  <a:pt x="126375" y="1983"/>
                  <a:pt x="120710" y="0"/>
                  <a:pt x="1152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1" name="Google Shape;6041;p47"/>
          <p:cNvSpPr/>
          <p:nvPr/>
        </p:nvSpPr>
        <p:spPr>
          <a:xfrm rot="-4587606">
            <a:off x="-2193331" y="-1233234"/>
            <a:ext cx="3981195" cy="2738643"/>
          </a:xfrm>
          <a:custGeom>
            <a:avLst/>
            <a:gdLst/>
            <a:ahLst/>
            <a:cxnLst/>
            <a:rect l="l" t="t" r="r" b="b"/>
            <a:pathLst>
              <a:path w="75138" h="43162" extrusionOk="0">
                <a:moveTo>
                  <a:pt x="34335" y="1"/>
                </a:moveTo>
                <a:cubicBezTo>
                  <a:pt x="31923" y="1"/>
                  <a:pt x="29531" y="409"/>
                  <a:pt x="27616" y="1197"/>
                </a:cubicBezTo>
                <a:cubicBezTo>
                  <a:pt x="23030" y="7667"/>
                  <a:pt x="0" y="28292"/>
                  <a:pt x="16114" y="33870"/>
                </a:cubicBezTo>
                <a:cubicBezTo>
                  <a:pt x="22013" y="35903"/>
                  <a:pt x="28682" y="34440"/>
                  <a:pt x="34656" y="36820"/>
                </a:cubicBezTo>
                <a:cubicBezTo>
                  <a:pt x="40961" y="39342"/>
                  <a:pt x="46056" y="43161"/>
                  <a:pt x="52903" y="43161"/>
                </a:cubicBezTo>
                <a:cubicBezTo>
                  <a:pt x="53325" y="43161"/>
                  <a:pt x="53754" y="43147"/>
                  <a:pt x="54190" y="43116"/>
                </a:cubicBezTo>
                <a:cubicBezTo>
                  <a:pt x="60487" y="42695"/>
                  <a:pt x="62817" y="37539"/>
                  <a:pt x="63487" y="31936"/>
                </a:cubicBezTo>
                <a:cubicBezTo>
                  <a:pt x="64181" y="26086"/>
                  <a:pt x="66213" y="24797"/>
                  <a:pt x="69932" y="20533"/>
                </a:cubicBezTo>
                <a:cubicBezTo>
                  <a:pt x="73006" y="16988"/>
                  <a:pt x="75138" y="12253"/>
                  <a:pt x="71394" y="8560"/>
                </a:cubicBezTo>
                <a:cubicBezTo>
                  <a:pt x="69239" y="6431"/>
                  <a:pt x="66312" y="5987"/>
                  <a:pt x="63270" y="5987"/>
                </a:cubicBezTo>
                <a:cubicBezTo>
                  <a:pt x="61097" y="5987"/>
                  <a:pt x="58865" y="6213"/>
                  <a:pt x="56812" y="6213"/>
                </a:cubicBezTo>
                <a:cubicBezTo>
                  <a:pt x="56384" y="6213"/>
                  <a:pt x="55964" y="6204"/>
                  <a:pt x="55554" y="6180"/>
                </a:cubicBezTo>
                <a:cubicBezTo>
                  <a:pt x="52034" y="5982"/>
                  <a:pt x="48315" y="5461"/>
                  <a:pt x="45341" y="3750"/>
                </a:cubicBezTo>
                <a:cubicBezTo>
                  <a:pt x="43680" y="2784"/>
                  <a:pt x="41944" y="1470"/>
                  <a:pt x="40085" y="850"/>
                </a:cubicBezTo>
                <a:cubicBezTo>
                  <a:pt x="38326" y="279"/>
                  <a:pt x="36324" y="1"/>
                  <a:pt x="343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6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" name="Google Shape;6043;p48"/>
          <p:cNvSpPr/>
          <p:nvPr/>
        </p:nvSpPr>
        <p:spPr>
          <a:xfrm rot="10800000" flipH="1">
            <a:off x="-827687" y="-1308075"/>
            <a:ext cx="2942966" cy="2474837"/>
          </a:xfrm>
          <a:custGeom>
            <a:avLst/>
            <a:gdLst/>
            <a:ahLst/>
            <a:cxnLst/>
            <a:rect l="l" t="t" r="r" b="b"/>
            <a:pathLst>
              <a:path w="63426" h="53337" extrusionOk="0">
                <a:moveTo>
                  <a:pt x="22087" y="1"/>
                </a:moveTo>
                <a:cubicBezTo>
                  <a:pt x="11577" y="1"/>
                  <a:pt x="0" y="9469"/>
                  <a:pt x="2542" y="20378"/>
                </a:cubicBezTo>
                <a:lnTo>
                  <a:pt x="6682" y="28658"/>
                </a:lnTo>
                <a:cubicBezTo>
                  <a:pt x="12136" y="36020"/>
                  <a:pt x="4500" y="46060"/>
                  <a:pt x="14714" y="51142"/>
                </a:cubicBezTo>
                <a:cubicBezTo>
                  <a:pt x="17772" y="52664"/>
                  <a:pt x="21706" y="53337"/>
                  <a:pt x="25946" y="53337"/>
                </a:cubicBezTo>
                <a:cubicBezTo>
                  <a:pt x="36138" y="53337"/>
                  <a:pt x="48101" y="49449"/>
                  <a:pt x="53931" y="44126"/>
                </a:cubicBezTo>
                <a:cubicBezTo>
                  <a:pt x="58021" y="40383"/>
                  <a:pt x="63425" y="33640"/>
                  <a:pt x="62012" y="27517"/>
                </a:cubicBezTo>
                <a:cubicBezTo>
                  <a:pt x="61021" y="23254"/>
                  <a:pt x="56608" y="21370"/>
                  <a:pt x="52741" y="20080"/>
                </a:cubicBezTo>
                <a:cubicBezTo>
                  <a:pt x="47981" y="18494"/>
                  <a:pt x="43247" y="18841"/>
                  <a:pt x="39528" y="15172"/>
                </a:cubicBezTo>
                <a:cubicBezTo>
                  <a:pt x="37148" y="12792"/>
                  <a:pt x="36330" y="10065"/>
                  <a:pt x="34669" y="7190"/>
                </a:cubicBezTo>
                <a:cubicBezTo>
                  <a:pt x="31782" y="2115"/>
                  <a:pt x="27054" y="1"/>
                  <a:pt x="2208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4" name="Google Shape;6044;p48"/>
          <p:cNvSpPr/>
          <p:nvPr/>
        </p:nvSpPr>
        <p:spPr>
          <a:xfrm rot="-2700000" flipH="1">
            <a:off x="7803300" y="3354751"/>
            <a:ext cx="2942988" cy="2474855"/>
          </a:xfrm>
          <a:custGeom>
            <a:avLst/>
            <a:gdLst/>
            <a:ahLst/>
            <a:cxnLst/>
            <a:rect l="l" t="t" r="r" b="b"/>
            <a:pathLst>
              <a:path w="63426" h="53337" extrusionOk="0">
                <a:moveTo>
                  <a:pt x="22087" y="1"/>
                </a:moveTo>
                <a:cubicBezTo>
                  <a:pt x="11577" y="1"/>
                  <a:pt x="0" y="9469"/>
                  <a:pt x="2542" y="20378"/>
                </a:cubicBezTo>
                <a:lnTo>
                  <a:pt x="6682" y="28658"/>
                </a:lnTo>
                <a:cubicBezTo>
                  <a:pt x="12136" y="36020"/>
                  <a:pt x="4500" y="46060"/>
                  <a:pt x="14714" y="51142"/>
                </a:cubicBezTo>
                <a:cubicBezTo>
                  <a:pt x="17772" y="52664"/>
                  <a:pt x="21706" y="53337"/>
                  <a:pt x="25946" y="53337"/>
                </a:cubicBezTo>
                <a:cubicBezTo>
                  <a:pt x="36138" y="53337"/>
                  <a:pt x="48101" y="49449"/>
                  <a:pt x="53931" y="44126"/>
                </a:cubicBezTo>
                <a:cubicBezTo>
                  <a:pt x="58021" y="40383"/>
                  <a:pt x="63425" y="33640"/>
                  <a:pt x="62012" y="27517"/>
                </a:cubicBezTo>
                <a:cubicBezTo>
                  <a:pt x="61021" y="23254"/>
                  <a:pt x="56608" y="21370"/>
                  <a:pt x="52741" y="20080"/>
                </a:cubicBezTo>
                <a:cubicBezTo>
                  <a:pt x="47981" y="18494"/>
                  <a:pt x="43247" y="18841"/>
                  <a:pt x="39528" y="15172"/>
                </a:cubicBezTo>
                <a:cubicBezTo>
                  <a:pt x="37148" y="12792"/>
                  <a:pt x="36330" y="10065"/>
                  <a:pt x="34669" y="7190"/>
                </a:cubicBezTo>
                <a:cubicBezTo>
                  <a:pt x="31782" y="2115"/>
                  <a:pt x="27054" y="1"/>
                  <a:pt x="220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bg>
      <p:bgPr>
        <a:solidFill>
          <a:schemeClr val="dk2"/>
        </a:solidFill>
        <a:effectLst/>
      </p:bgPr>
    </p:bg>
    <p:spTree>
      <p:nvGrpSpPr>
        <p:cNvPr id="1" name="Shape 6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9" name="Google Shape;6049;p50"/>
          <p:cNvSpPr/>
          <p:nvPr/>
        </p:nvSpPr>
        <p:spPr>
          <a:xfrm rot="-8473469">
            <a:off x="7555621" y="-779203"/>
            <a:ext cx="2943072" cy="2474925"/>
          </a:xfrm>
          <a:custGeom>
            <a:avLst/>
            <a:gdLst/>
            <a:ahLst/>
            <a:cxnLst/>
            <a:rect l="l" t="t" r="r" b="b"/>
            <a:pathLst>
              <a:path w="63426" h="53337" extrusionOk="0">
                <a:moveTo>
                  <a:pt x="22087" y="1"/>
                </a:moveTo>
                <a:cubicBezTo>
                  <a:pt x="11577" y="1"/>
                  <a:pt x="0" y="9469"/>
                  <a:pt x="2542" y="20378"/>
                </a:cubicBezTo>
                <a:lnTo>
                  <a:pt x="6682" y="28658"/>
                </a:lnTo>
                <a:cubicBezTo>
                  <a:pt x="12136" y="36020"/>
                  <a:pt x="4500" y="46060"/>
                  <a:pt x="14714" y="51142"/>
                </a:cubicBezTo>
                <a:cubicBezTo>
                  <a:pt x="17772" y="52664"/>
                  <a:pt x="21706" y="53337"/>
                  <a:pt x="25946" y="53337"/>
                </a:cubicBezTo>
                <a:cubicBezTo>
                  <a:pt x="36138" y="53337"/>
                  <a:pt x="48101" y="49449"/>
                  <a:pt x="53931" y="44126"/>
                </a:cubicBezTo>
                <a:cubicBezTo>
                  <a:pt x="58021" y="40383"/>
                  <a:pt x="63425" y="33640"/>
                  <a:pt x="62012" y="27517"/>
                </a:cubicBezTo>
                <a:cubicBezTo>
                  <a:pt x="61021" y="23254"/>
                  <a:pt x="56608" y="21370"/>
                  <a:pt x="52741" y="20080"/>
                </a:cubicBezTo>
                <a:cubicBezTo>
                  <a:pt x="47981" y="18494"/>
                  <a:pt x="43247" y="18841"/>
                  <a:pt x="39528" y="15172"/>
                </a:cubicBezTo>
                <a:cubicBezTo>
                  <a:pt x="37148" y="12792"/>
                  <a:pt x="36330" y="10065"/>
                  <a:pt x="34669" y="7190"/>
                </a:cubicBezTo>
                <a:cubicBezTo>
                  <a:pt x="31782" y="2115"/>
                  <a:pt x="27054" y="1"/>
                  <a:pt x="2208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5">
    <p:spTree>
      <p:nvGrpSpPr>
        <p:cNvPr id="1" name="Shape 6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5" name="Google Shape;6095;p56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cifico"/>
              <a:buNone/>
              <a:defRPr sz="2800">
                <a:solidFill>
                  <a:schemeClr val="dk1"/>
                </a:solidFill>
                <a:latin typeface="Pacifico"/>
                <a:ea typeface="Pacifico"/>
                <a:cs typeface="Pacifico"/>
                <a:sym typeface="Pacif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6" r:id="rId4"/>
    <p:sldLayoutId id="2147483678" r:id="rId5"/>
    <p:sldLayoutId id="2147483688" r:id="rId6"/>
    <p:sldLayoutId id="2147483693" r:id="rId7"/>
    <p:sldLayoutId id="2147483694" r:id="rId8"/>
    <p:sldLayoutId id="2147483696" r:id="rId9"/>
    <p:sldLayoutId id="214748370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aeroplane-air-aircraft-airplane-1674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0" name="Google Shape;6110;p62"/>
          <p:cNvSpPr txBox="1">
            <a:spLocks noGrp="1"/>
          </p:cNvSpPr>
          <p:nvPr>
            <p:ph type="ctrTitle"/>
          </p:nvPr>
        </p:nvSpPr>
        <p:spPr>
          <a:xfrm>
            <a:off x="720000" y="1393975"/>
            <a:ext cx="77040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>
                <a:solidFill>
                  <a:schemeClr val="dk1"/>
                </a:solidFill>
              </a:rPr>
              <a:t>{{title}}</a:t>
            </a:r>
            <a:endParaRPr sz="8000" dirty="0">
              <a:solidFill>
                <a:schemeClr val="dk1"/>
              </a:solidFill>
            </a:endParaRPr>
          </a:p>
        </p:txBody>
      </p:sp>
      <p:sp>
        <p:nvSpPr>
          <p:cNvPr id="6111" name="Google Shape;6111;p62"/>
          <p:cNvSpPr txBox="1">
            <a:spLocks noGrp="1"/>
          </p:cNvSpPr>
          <p:nvPr>
            <p:ph type="subTitle" idx="1"/>
          </p:nvPr>
        </p:nvSpPr>
        <p:spPr>
          <a:xfrm>
            <a:off x="720000" y="3370375"/>
            <a:ext cx="7704000" cy="4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{{subtitle}}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6" name="Google Shape;6116;p63"/>
          <p:cNvSpPr txBox="1">
            <a:spLocks noGrp="1"/>
          </p:cNvSpPr>
          <p:nvPr>
            <p:ph type="title"/>
          </p:nvPr>
        </p:nvSpPr>
        <p:spPr>
          <a:xfrm>
            <a:off x="667512" y="841248"/>
            <a:ext cx="7809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Table of Contents</a:t>
            </a:r>
            <a:endParaRPr sz="2800" dirty="0"/>
          </a:p>
        </p:txBody>
      </p:sp>
      <p:sp>
        <p:nvSpPr>
          <p:cNvPr id="6117" name="Google Shape;6117;p63"/>
          <p:cNvSpPr txBox="1">
            <a:spLocks noGrp="1"/>
          </p:cNvSpPr>
          <p:nvPr>
            <p:ph type="body" idx="1"/>
          </p:nvPr>
        </p:nvSpPr>
        <p:spPr>
          <a:xfrm>
            <a:off x="713225" y="1828475"/>
            <a:ext cx="6661200" cy="25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61925" lvl="0" indent="0">
              <a:spcBef>
                <a:spcPts val="1600"/>
              </a:spcBef>
              <a:buSzPts val="1050"/>
              <a:buNone/>
            </a:pPr>
            <a:r>
              <a:rPr lang="en-IN" sz="1050" dirty="0"/>
              <a:t>{{</a:t>
            </a:r>
            <a:r>
              <a:rPr lang="en-IN" sz="1050" dirty="0" err="1"/>
              <a:t>toc_list</a:t>
            </a:r>
            <a:r>
              <a:rPr lang="en-IN" sz="1050" dirty="0"/>
              <a:t>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/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/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/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/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/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/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/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/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/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/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/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/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/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/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/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/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/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/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/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/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/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/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/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/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/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/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/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/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/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/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/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/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/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/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/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/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/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/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/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/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/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/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/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/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/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/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/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/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/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/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/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/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/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/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/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/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/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/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/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/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/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/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/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/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/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/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/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/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/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/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/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/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/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/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/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/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/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/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/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/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/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/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/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/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/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/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/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/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/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/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/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/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/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/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/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/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/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/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/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/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/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/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/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/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/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/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/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/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/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/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/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/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/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/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/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/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/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/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/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/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/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/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/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/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/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/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/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/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/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/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/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/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/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/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/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/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/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/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/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/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/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/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/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/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/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/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/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/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/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/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/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/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/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/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/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/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/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/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/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1BEDA799-442D-2DEE-A9F4-CBEC83FC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CAB1D82B-21E4-B83F-DA22-D05CF32D3952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780CEA86-6B7B-3F43-B93F-E119BDECE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DC692778-C085-1F7A-8AE4-D9AF6315697D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81984CE2-6F48-E2BC-64D6-8B0F20D5AADA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456E9536-E112-428B-987D-1776A0342803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6B0940B4-31ED-1A83-0BAC-1CFB7214D7CF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F1502BDA-6DB1-E6F0-EDAA-EA757EF3AC6B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1DE66502-120A-346E-A071-4AAD43E91D07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248069BB-A3CE-FBEA-37FF-DABC25F9390E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5C615780-3881-95D0-4FE3-84DAF2BDEAD4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0D21F0DA-8508-DAE8-65F0-A3A4C66AF2BA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19AE9DEB-488F-BEF5-BC83-BE552E2C5535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A8793E47-B4BC-6FC2-3A54-A5E3A0546ADF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22A5D5EB-3B64-9F29-B9A2-A7881A6C5296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3936B31F-9A68-BA04-A389-7E5F49F04960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96571F41-CA0D-9ACA-1760-60240A3BF25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76AB52F1-3507-5501-CAD4-0ABB30AB4B74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374F3E95-9DF4-8AC0-A924-1502D4E42CDD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577527FA-54CF-88C4-62CA-7A4B9F387D99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F4799937-D2EF-1F46-0A86-5E036B08E845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900C0B2A-6592-6F3B-6CB1-F398055D3233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D5892F46-7716-496F-572D-9388F1140C3D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FB109368-5312-A375-F87D-E81BDD939A96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39FE4550-CAC4-1A65-15DB-7E907D9641F8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24D2CC30-C9F4-E8F4-032C-26176C9DECEC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8682BB07-FE70-4DEE-3CC4-690BE8728F56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E844CEC9-E14F-644A-5FE6-A073C7CB00EB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B96C2D9C-9ED7-5F71-7511-AC0CA9377869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B355E428-F613-D988-56C4-333FF885DF8C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F786CD36-EF20-ABC8-136B-7457AFABAC77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5C1B1BD5-69BB-C152-F175-322CBDEAAB58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A9D12812-2389-A354-3145-D20DF684731A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4031B776-41B6-167A-1245-4D6F1C4AD0CD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8979DCE5-C72D-F6BC-95C7-61BCD8142824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BC509307-6E8A-81B4-A853-CBE92A9BE27D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CD49F3F0-90F5-2FBD-580E-FF86DE944BA4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0327CB4E-4E0D-6722-4A5F-82A2D3E91BA8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9282BB9D-124E-C74C-B6F8-17D21B7FEE49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C17A4AD5-EB56-1E37-409B-21B6F99E3E23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2ED881CD-4256-EC20-536B-635F8CB1A2E6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04A6876B-887B-6961-EDB7-E377F2160B31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9503D43A-3F91-803F-4D12-7D0FEC1997F4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EE804505-5C37-640B-D965-B9D4D9095A67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19CC3CD3-FDEE-AEFF-E67E-2F5BA80B1E4E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D4B3E706-BFE3-758B-77E3-079C609B350A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4CA3747B-20D4-D277-5E5D-97B853D6D0ED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82BB2148-C535-B515-C062-BEDE909A5F07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C2D48D5B-ADA8-D4FB-2EEF-7645658D13B5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2329FEF3-0C8C-AE4F-EA18-0C4C98146CB1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BAEA7125-B180-AAE1-0F83-A191BE52C08C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A34EEEB5-090D-30CD-98FB-8E1B2AA0F7CA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1EA4D148-1995-943A-1F4B-7D4FF3991833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ACE7F2F6-4D67-C73F-5BF7-7CE45B75CF77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9CDD6B5D-4531-E2BD-7C57-3700A33AB7CD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6184DB7B-2927-BD73-35F3-E708D47B7E17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D23104F4-8192-9929-4F69-F68B2FD3547C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74DFC42D-D256-F55A-AB65-594CE75CB8C5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7D0AA6FE-3059-0FBA-5156-BC69CAA1E640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F2C4565E-BD4C-1E8F-A84C-3F6F2451CD7B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14257CE5-C05F-0BA4-7019-CFD89521D157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80593C30-6AEE-5EE2-9A14-0FBCB408AA0A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DBA85500-6011-1209-DABE-F0C2E96CC771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48E491F6-4633-95B9-61BD-880CF6910797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1A807ADF-D1F7-BE27-C1F5-4E2BFEC78B2C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DBB31ADD-BBB3-BFCD-4E27-6DF3EDD31542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873E8DC1-C572-D1C5-7E58-C904A634AEED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A89AD243-1AB2-BD66-F26C-C6239881D8C9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F74F7153-1DDF-80EE-A221-D055326C24FE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FD62260F-00CD-6DA6-0C2F-8023241C3B6A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CF0FA6FB-306A-9DFC-C75B-1F3BC6BA4C70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C65E4CA9-B596-F8B9-C63A-C48A6F61AFC7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D2FC1596-98DD-48B9-AA1D-3D97152B51C0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EF899009-D969-269E-4249-6CDC92BE8873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38DD9AED-55AC-D2A5-365A-696C168E1864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87B95402-884E-883B-F42D-C5FEA5B2389D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F63ACF08-D798-35DB-F3DD-A4BAAEE0C224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172E3935-C5AF-138F-2715-6FC4820CCAC5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DD8E81D4-25A6-ACDC-93C5-613CA4CEED34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D3E8D818-AE53-A300-6A87-8900421B7CEF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52834109-0067-EB76-3A23-6FEF8152EA3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F8D9F1E4-1540-B13D-E2B6-8C45F5671A49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444A3665-C0C2-4592-C450-63235F4CC168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DDD5B1B6-322F-0FDA-4640-5CB5F1C0D9A9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4151D71C-3052-6609-B806-6FF4F7DAD68F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374C1167-C1DC-CAD8-A5E8-59B59CD61BCE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2175242F-FE2A-71BA-9A02-638B3271E88B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05606506-B814-1ABF-6C2E-B041C5B0F94E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732BE657-9E3C-FE59-7129-3ED3093EF649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8FC1B2AA-72BB-E164-1BE1-43126F40C052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68F9FECB-1FB7-51DC-9793-962B0BD18AEC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6E179F1F-071F-E3AC-29C0-2AFC60306ACB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EE6AC551-02D4-3202-B645-3556D5D07D3F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52FAC9E1-ECF1-272A-DB0F-724CAF68AE6C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D8259E8A-32AC-576E-A0EF-7E2E1EB81698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60CC0439-5627-CBF2-D13E-646ABB7552B0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71A0FFC2-C213-02EF-6082-C7C22426E5FB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DDCB3674-0B46-3247-4D6E-4BFA2F061678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4D67BAD9-5FA7-30A5-6C36-5E2A1401F8C0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A3D33FAC-C363-CE28-340A-51ECCE80134A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ABA54BA3-73E0-DB3A-D514-9069ECCACD14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F1217F4C-306B-4ECD-C46D-15C982A1DDF3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1DA2A624-E459-150A-BC56-8D564618EC56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85A2B3C2-6033-96A3-E1E5-CEF02389765A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5F77841B-A3BA-16D0-074B-9EC8DEDBDD5D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BBCCCDA1-FAEB-AB6E-52CA-7F587E52CFB6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5A9A0F28-1D0F-E781-749D-B61A759AAF15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5E0DFF93-BCB3-9D17-A2C5-ACCD51211D4F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4CADBE03-9F54-0661-12A3-D13BFB27B21F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44D549DB-940A-2CC7-7213-70373055C4DD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1EDEE287-460C-E3BF-4450-0E0BD8A7235D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1E6CFAB0-5BD9-9C99-C5D3-47E540BA7AC3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4A68C2C2-F41D-15D1-2F4E-0BC91BDDDF05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8FDD91B9-F9E6-B2E9-0651-57E9109AD2E1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6C6B0BAC-0DDF-1F69-26F4-807AD19DCBC9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3E980DA0-345D-F8D1-30B4-64B9F8BFCB83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3C7351A2-20E4-D390-EB5F-FF16217D343C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9132F338-D60D-92AC-2BC3-4DF181EA410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E846A5DB-686A-64B0-04EF-47D806244874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F75CA154-DCEA-A876-2C44-6B9B2B0319C2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7FFEEDD5-305B-08F3-06EB-2A3F8F4DBD2B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A52E5764-63A7-2884-A990-1661D484CDEE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FFE5FA7B-6664-3227-6D7D-5C3602B585F1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572BED06-5FB7-A43C-F542-CB26F4260568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A3DC4384-71B9-096F-F9BD-7664A3EBC8E8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6A8EC1E8-FF3B-F2B4-0201-B7C078C6F3AD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C3F48CF6-A9D2-A7E3-10FE-264F6749667C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0104A58E-0AD4-4FA1-E454-557C67B72D43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57CFFEA9-A43A-1D98-83F3-16152AA167F1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C94027E2-B3CF-6604-B169-15BF892604FF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80B9FD7A-157F-C4D5-CC06-2A4F259F69E1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0526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/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AE4A8EDB-3E4C-5473-2287-659F56FFE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9AEC772D-5606-D86C-8CDB-267DCD82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D84022CE-56FE-5A64-A694-E6C5A8BE859A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F2C29AB8-0BA8-5836-6349-67A6800E30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C81876D5-9DAF-51AA-2762-9CE3F9D69D1C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227AC195-5FF7-29B6-FC1D-A62A89A9C5BB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1BC29504-A2C4-CAE0-37FA-FBBC03EA4F41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DC1C3E53-E954-FFB1-A6B8-4053C9734A7C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B12B58BD-168B-D5EB-15D1-688C188F3A6E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D0B7D022-A0E0-F5B4-B1D8-B471FB182D3B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BAAAAC61-BAF6-AD9B-1090-6CBE6DEBF304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8201FD0E-4A43-3BBD-6203-C80380682411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1D56C3B8-B0ED-1B93-3B36-1EE62573CA56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AAB074F6-78AF-3A89-B18C-778959266CC2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4A0F8D4C-E92D-F719-000A-B9AABFEA5F39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214A5508-240D-A456-E4E6-38425601167D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F9558AB2-5257-5ADE-DF1B-D2782FBA26CC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1CD39B84-0115-7572-6B91-D4C4D6BE1A6E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5E7DF9AB-FF10-C058-18A0-3B229C41757A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20286F9E-5289-E37C-5AB3-9714A1AB69CC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400D150F-B746-7084-3F23-DAC82F781B4F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ECF7F3B9-33A9-D7F9-45C5-ED47B5EE9AEC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E4A7E8FA-C6CF-2328-AA69-1984676B3817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01A23737-F8C9-55AE-3ED8-56DB24FE13DF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261EF1AA-F4EA-F88B-A865-88EDB5B417B5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A1B917FE-4C62-0159-0594-2C769CA08A3B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89FFD9F6-A8C8-5059-330E-0CE2F26D1386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27B5B73D-637B-D2C2-70D6-A35480415ED8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0B3CF52F-5349-27C5-EEB9-06453537B93F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1D0989D9-6733-59CD-76FC-71D6598F0300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F1D3AAB7-A9EF-355C-76A2-BDB46B8E6E8C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86BF0838-3CAA-1C8C-FF0E-605DA058E7C6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796EB694-B515-E48C-9869-D80328156323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70597601-EE57-414F-5949-022FCF0884E4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06443BB6-DC2B-F8C5-5161-FD9E4D30C306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77AB77E0-92F4-7727-794E-140AA42A459B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3CD56B11-28D2-B8AF-21F7-838BF9FC5C42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49F1F78A-5E6D-9382-CFB2-D297D8E60499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6139C457-6FEC-EFD3-63E0-6CD0A4D8E707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FED3D124-D04F-FA64-A064-DE6E89103A38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4C005DE8-B1AC-AEAC-2719-9F790B879CAA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2FF9E5E1-AC83-13CA-30F1-6BBB29958725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76844575-246A-088F-5364-2BD07C5A4988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77AF5A1A-92C2-FAB4-BE7F-AB1BB4A114F9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0F3B9621-8C30-BE67-D9D3-D5A6EB560448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FDC5B8E0-DC3F-7A7C-E7F8-82C683B572B7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BB000F32-C5F9-BEFA-4D9E-1E70A1A9F790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7B7578AA-E1EC-99EB-FD4F-F248097C36FF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3C0E788F-D0A9-5488-9C98-800CD5DC41BB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3F6DA5C6-3C97-AF4C-F87C-3A9D2D8697FD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880A7786-D909-B2B3-79F9-3AD3C16998AF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1D40C303-A57D-FABF-0DE5-9B240A4DA23E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2F513BCF-F6CF-0C0E-DC15-C87D35436EC6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ADB29928-72D5-688C-607C-60D07E799401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80EBD47D-0AB8-9931-8B0B-81E7973AAA15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0028A466-E1B9-3F16-443B-563B39D1D41D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D72CD8BA-1143-8E9C-48D7-41D9D794BC06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F77A1C03-3F39-861E-2CB2-240605DEE238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CC971D55-90B4-3333-8DF1-7200881E6A63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8D023613-0C47-C708-33EF-8E9A2F4F483B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10F88B3F-DF4C-CFC3-C1F6-245C8E5CD045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9ADE46F5-DC27-E22B-6C3A-20105E71AF7D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A120BA6B-B432-97E1-E07F-E48687CC27F7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302D3E7C-DB9C-9C7F-F94D-D54A3B75526F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A1D6D4AD-CFC4-E43B-8253-275AF89166F0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F8034FF6-94C3-AF20-C853-406B9353D758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4EFCB990-B7BA-0403-B749-9889B0D35B7C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32EAF65A-8538-0DB7-3FAD-50696DCCE6FD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61A6FC90-C918-F4B2-6A61-9783433E90B9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96E37C6D-029F-F706-D4AE-B67BD1F9A191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E39A9500-8F3E-A947-3C45-965B693E640A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FC05D360-E6D1-A384-8F2E-B848C6A51726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4605A009-3B68-B20D-66E8-1EA572E2A23E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5F835ACC-510B-BF14-263E-44557D84FE9B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A052333A-23D6-DA3D-D1FE-377E7DEF67CB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C5429DD4-263A-9047-6F6A-3A1070DA3586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51F84119-80F3-FC4F-0359-E1AB5DFAF14F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896828BF-1EBA-AFFF-DC00-54F9BF2D64BE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2AA11189-12AB-AD85-2AC4-E89E7A8D7EB9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021FD057-450B-3DA9-A5CA-CD15F4400245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61091FCA-9CC6-425F-471B-46F59E92D677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A272384D-209C-4F7C-87AA-5EE91DFEC981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74CCCA3A-66A8-1A27-1FA4-DFB6491A565E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3D5F44A9-99D0-81C3-FA75-AD7F32D66D23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FE525116-7F12-6617-C776-B82CF78DFD41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A5683107-4FCC-C9FC-493D-C596F2E3EA13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B3C0ED7C-4F1E-BA04-111B-81F0955ABB0B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B00D4FBE-9004-4CBA-C11E-3EDD179646AE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6B8C95D4-8341-34D9-5756-186A76EBD571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541FC767-F5C1-859A-401D-B50B526FDE93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4DA11990-A55F-F7EC-F9A9-BD6A139697C2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22F9C60B-6239-B8B4-B544-E2023B953967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129B76E0-9C12-8BA5-F03C-1C7FADD57C61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04AEEF4A-AF78-988C-6CC6-B285ACAB7E9E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8C1A4382-6468-6234-6283-BBBB3CD2765B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191BD8E7-FA14-83B7-C075-DC7B6C70025B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0B9F972B-864A-FC9F-8B4C-6D4DD93CBEE2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2E1349BF-177E-D6DD-E271-AA481785F5BC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863C3019-28CC-F11A-B15A-1C98F57BBACF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0A13B8B5-B1FF-D385-395F-9126EF63FFB3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FF7FECEA-BB72-EDCB-9A1F-CCC079BAD779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0F6A0FCF-9BD5-5B45-2573-92ECE5D212DC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F24DC85F-8C79-C6DB-E09C-A8732ABDBAB7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D784036A-7C49-5B61-745F-40EF3ED15C61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CCDEEB61-CB00-79E9-B891-76CB17F97FD8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D1AF86A9-CBA1-1678-D364-B3CE672D5AB8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8BF1AC53-FBBD-3CFA-4875-CD7B7536FA78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6BD0B8B2-910F-5F43-DA53-DF8555871BDA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D6BC2259-E15E-A0AD-8D61-F74F7B26CCA9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553BB4FD-7B91-9508-D040-AB11F8380F3F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7315A2C3-5D18-E2D6-D731-4DFAEFA0DCF1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CF196CF0-28B7-30CA-DCB4-81F421C5620B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D94A9798-4ECC-A707-7D12-EEE116CFCA64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953E0A5C-1CDA-1543-14E1-1AFAF6690F5F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0AB1A242-81C7-2B62-6598-D36F52E7E646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50272EC1-B61D-5F13-F359-57C5B2DD3D57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E7164326-9425-3405-691C-5EA137DF988C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B2E6719E-8BC3-FDCC-0A01-FF6915B64C56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959E62E5-62DF-21E6-D043-277D1BA03610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FDD9739F-C7E7-24C3-34A2-987B89A5000D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C126C057-D59A-A967-5980-9CBBA3A8E390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A23C7E4E-B74F-4BF6-DE7E-58BAF3139E34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6F53400B-3E9F-014E-70A4-3A8A808F4705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EC71FB85-02A5-466B-CAE7-CE3451311CDB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CABABBE0-984F-B18D-4F1D-DDB2BEBEE33C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79E9F328-5E0C-4458-A783-813D3E874F79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3660A268-72DB-2351-586E-B4B3BAF0B0FB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012300EF-E0A1-5DEB-68E3-96777C5633EF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371C6228-8360-250A-3C9F-8932B6FF4210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BD4C7287-F8A1-2A98-72B2-15314329CD71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02405A4F-BFE2-0DC4-52C3-BB593DE66E96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A2CED3E2-6F06-A47D-A317-45379B674BF9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29823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4C804A77-95B1-9972-5FAE-02DBA146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9DC68B15-A866-3236-89E4-94CD56F298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DE1F26DB-195D-077B-902B-8BFA032B51D8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8AD520BD-6E4B-6F86-5B27-B045A8F9A4D5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E8E55F61-1213-04FE-0FA3-DB99EE458777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8F3503C3-55A8-7F06-B3CE-EF5B5441E510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7E49C1AD-4A7A-D773-7B5B-4FF2F71993DC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D136C6BA-CF54-1098-DF14-BA78A3795915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F5D8B5F5-EDB6-8239-EF2E-D6912A5C61AE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040A61AA-3CAC-9088-03C6-A409D974E2BA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9416C99E-6711-3015-8A7B-A488A415DCCF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D3781D87-C935-5C02-6F68-86416EA1542A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DCE96041-6CB4-1A91-6D74-E68B569ACBA2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F328F7E0-D76C-06C1-087C-9DF836A55C6F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CD03F884-C22F-A94C-6492-13EDEABCBC04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6284FEBA-AEF1-E81E-1065-FFF6A669731B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53A32DEC-586E-DD45-1271-D13FE2F44E54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A0FF0997-14AE-3E58-7A33-583440DF728C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14511626-7881-B610-FC1F-08FAF8A1FAA8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7409CD81-6B70-3605-5BE6-88B492DFBFDB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ECD6FA03-FBF6-BE90-E08B-38241FECE691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01396643-966B-3638-F3F3-A1BA1C7AFE76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B9C505A2-AFC5-B059-8842-B01B9F9F97AA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70D5F8DA-966E-3F56-81A8-1DDBDC248ADA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28581920-2C2D-36DD-EB46-D598DBB86E0B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3807B578-1B9C-A778-D21D-5CAFFACA4B77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199EF2EE-C030-9B3B-F776-771764DED213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1212D85C-645C-84DD-0272-D98A874AFCD1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3AC348A3-3833-8A1D-2AB9-4BCA15F4C2FE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C6BE01BB-BB57-684D-4443-96FDA35D50AC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58338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930123E3-B56E-8F4A-3CFB-A9CBD8C4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B1017513-81CC-F5FD-4569-C2C4131ABC8E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0FB28AA8-8E65-6C8F-A564-2B5229B0F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207ECE3F-31F0-46DA-AEDE-BA0328939AD9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656236AA-EB48-5785-5FB0-48280ECEBF2B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9A61332D-0027-7EAA-3BAC-4FBDF17823DD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4E1D105C-49B1-BF7D-6BB2-F9E354C0D47A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1EE9C0A1-84C7-6C8D-33AF-468BA9D35E4F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11DDE410-E48C-B06A-0F0B-960B9E917453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0C58DD2F-C665-6E1A-6330-F11CF7937640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195D3D2E-93AD-0E16-6440-A6C95E4F290C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14D12020-C3D7-24C0-CB6C-74627271C3FF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F646F321-FA0B-C78D-6004-EE2F8C474E17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50456955-2702-5B33-250B-1B66D2C83765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30506441-2549-C91E-9708-07F6BCA2096C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0E673A16-16A4-A572-ECCF-C952CB18FCC4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31B7D858-DFAC-2C18-F9BE-01E3D850088A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4E192C2F-3CF9-A545-ECAE-65F6EC82B882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2953BAB4-37C3-5FCA-8091-7E56A12DAE3E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AE743A93-81E3-2A9A-72D6-9478E32E7319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02B0F456-55FD-87D3-4938-B219B8E18C81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FFA5805B-9311-6451-A1F6-1156A46DC8A9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B7505ED1-9B37-2AE0-22C3-8AE260614E10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7E984AA7-194C-7B7B-6C96-33A123FFF952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EA68D49E-5D60-4743-EDB1-5FB7508F3EB9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A4DAE035-FDA7-E975-5E48-216A1F07846D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A309F5DC-9A4B-F30F-EBE4-ADFAA03FBED4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6D406907-7435-60E0-0E9A-8BD92C35F10E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919B7BA2-AC30-3692-A2D2-DACE670B6A07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3727C7E4-D01B-50E4-9C67-99190B5A8FD3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E7717313-7CA6-1FD6-D899-1CA2D756F7B5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19FAD2BA-412D-E2FF-BAE2-42DC91E049B9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FD0C001F-E25D-291D-58C9-C8C903BCDF80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192B2C6E-A88F-3BEC-3FA3-FD822705144D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1E43E0CD-5320-F16A-DACA-5AF4DF28BAB5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3F8C7B93-9A66-8B43-CCA8-FCC6B7479E9A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4E181236-34BB-2596-D259-9A6793BD5AA7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6647FD7E-8985-9FC6-9E44-E4BACC8F927E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D35A312B-F467-D873-3C86-C27E99E8616B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94B08755-5DD1-9B0E-B497-F35B5901ED31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2C85DCC5-EF7F-3300-4C99-2ABD1F84C5C0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E37977EA-EAFC-644D-C667-F5D0352D7971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76E99BFF-2B98-BF58-3C2F-910AA64C4806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23BDB682-846F-D4FE-6651-0DB45FDED3FC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8B903DEC-12ED-1041-0B8B-444D1D5A428F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94DBC2DD-A1EA-F770-DCD3-9CC9E6CE6D3A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8F354FCA-5088-B23E-0746-6192CB6D6EB3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AF915070-9125-52D6-C363-FFF535F61DF3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ADACA06F-028E-A38A-E0CC-B61A00AD1E09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9791311C-9A9C-FA0E-1596-2D5C76ECC5F7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0BCB9C83-4822-1B18-AA4B-D8DE7A5DACC4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D00C3595-F07A-5CF7-07CF-A4BBC751437F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3391F258-C780-A3B7-ECF8-C1AE7598B1CB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A6C3B795-3303-210C-C96B-53546B125C0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29B139DE-95F9-7EBA-338A-0DC7FBB7D69D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D4F95EA4-5DEB-2CF4-ADA8-49CCFF4D2AC8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724A8FC1-25E9-2247-DB2E-986335FADFF5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D1FB7A40-1282-7033-0C05-FB96D04DEFAF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3EE59AA6-C5A5-2575-9A1D-5B65AB55826F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0CC538C9-B63F-8C62-3B55-1BA973BAF6B3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BDE85088-E202-CC44-371E-32223D2FA64F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B58E696D-6038-38CB-00FC-CEA699935A0E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A9FF69B7-2853-0647-1DEE-5E94F34789DB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546F8951-0363-A60D-C87B-C0C2E9052EF7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28FEFB7D-9468-C8FA-9BE2-EC80EF1E35F9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3DCBF68F-0625-46FB-856C-A4CFD938856E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A753BD85-0E62-5B5B-7118-499CDA5E4BE4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D9A32C93-3735-7BB4-86DB-4B7B1D682D19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382E27EF-4649-7C7D-FE7A-9A82698C822E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86224DA5-D4ED-C462-EB79-6092D4DB1E5B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1975A83B-71BD-465E-E219-DF3E04051655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1AEBFFEA-85A4-CBC7-BA44-A57819D6FD8D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ECD118ED-E004-B2DB-F2AD-5CB12C7AC357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BD0A1EB3-7B51-9D36-2774-E62F253CAA02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B6887CFF-AD7E-9DA5-DB43-A6AC55FEFAA9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012F3434-3DBC-E458-BA05-1FCB57A8A96D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E48B97A0-99A1-BC32-F9AA-D76A3EF1FD34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6415CC3F-CA29-8857-39EE-000DB9B66651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AD6A763C-7752-0743-C9AA-6E0D249F1612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E00433AC-9715-4ABA-1FD7-5DEFC0CADC4A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AC7D5727-2007-3793-65B7-20D3492D6A43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0DB9B1AA-A908-34FC-0A2E-3A4AF14E7EDA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5ED21625-56CC-6905-13FB-02735D004CD2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F6B7C58E-505E-A77A-625B-D5992B5C7A3F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6E868EC7-7E8D-184D-CFA9-8AD1C324C442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C32A64B1-C642-5356-C869-B35B69C7E8D0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32AA6740-9237-E0D5-1083-2D2584FA272B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8EF9B580-ADF6-7D4A-6DE0-1A79C3FEB831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3AD134B1-5B22-784E-B75F-323D97BB9BFC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B9F0246D-57F6-9CBD-ABC2-5CA5D343DD09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74B1972D-64F7-CDD0-203A-A675ACA95C23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BE97CD3B-97D2-CBD9-9FC2-D122657A87D1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4C18FC54-30F3-1A8F-63CB-BA8BCBED9AC8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6BE74DC6-4B9E-B8BB-681A-4D169FA9E2F1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B0ED6CEC-1C13-98BD-F35A-4F9E38EA5D25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83D96C52-10DF-5EAA-55B9-656371F14B2F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8CDC2AD3-4BDD-31D2-361B-3B39F599CC24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79414A70-8F86-F401-3E6B-9E524517552B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BB2B60B4-742A-70EB-5CE2-C3979AFDAC52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29D88937-C721-15D9-16C6-D567093048B9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BE704178-6071-06BD-2176-37427582730B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4E59E976-C178-A8BD-D10F-D2D73E219E93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26DCA269-E37E-32CF-A0E6-295016D0C8E3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268121FF-5AA8-75FE-ADE5-E463A40D2686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CE66A52B-E814-DF3F-766E-B754A50B649C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9F656375-1188-9CF3-81AD-B26BB4D7418E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9D2A3EE6-8336-1F17-5F10-0A1154507BC0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1ADAEFB3-62E9-37BD-48CD-53E6F03192C2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17D59372-1513-29BE-C413-37F20E00296D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C7978D48-AB58-FC39-A796-A06B9E0839DD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D933F37D-428F-A321-025B-5A7FBD3FCCD0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EABAABD4-0214-8A83-E6FD-A4987F0B6583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73E088FD-5B59-B055-C405-1810CA70FBA8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032C419C-47C1-AF39-5D22-13EC4BB8A1A6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02269C8A-15B4-2499-90F1-BC054F7A5859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C93E0973-0E4D-8E62-4D74-B0126527D077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E9ECAA53-E017-5686-ED26-3DCDEBCB8514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FF60A66F-C268-48C0-E156-E4E08637059F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D769D8C4-E38C-0352-E163-A8365EBB628A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53B10D62-63B2-C320-20FB-A82DABF15D0B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C84AAFA5-794C-1679-9624-14F6B89150C2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7F008869-F8BE-7769-F77C-E71142FBEE35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BB8D01C0-AF3A-0EA5-2DDB-039EB7CF6E5D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2DFED42E-B701-4B29-4D53-14E56F8AC62F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6DF01F97-955E-70EE-BE86-089EBEF4E784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9FDF41A8-4B5E-1F06-5504-D306056CCEA8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B593B12D-4944-D4D4-FE89-C73BFD2800E4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1ABD02DE-2507-EA5E-67A1-E6B20F01F262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B8CF9B07-54EE-F229-88D8-1C842E6AADE3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2D227FEC-8923-5F2A-A206-7E2AE72D8EF2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0C304943-506B-0690-1993-172E49CA9C2B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2315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41044705-D9BB-2BCD-5CA7-DD755B85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528C55CD-3114-8795-3264-47476DABD2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561C82D6-3972-FB9C-3888-7E2741D64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77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A866A360-550C-6586-D1CC-D0DEB138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C7F715E6-3357-F226-3218-EFFAAAF28EAB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C6D1AA81-E626-9D64-5EF4-C6DEF6D0AC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6B2E6B1F-F5A2-DDEE-C6D8-73FF0ECE377D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BE23D8A1-EA60-7105-91C3-7B9C24CED837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BD653E41-B9AD-BE5A-B06D-AF4C9FE7C7D4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D790C243-4AD0-851A-80F3-9E58CF3BF881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1483EFCB-5C20-89BB-C472-9E35D0FB6B50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31739A7A-2EC8-7C99-6AF1-731D88856857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4349239C-4729-DC5C-760D-EC0D6F9676E5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92C54C93-70DE-5320-14C7-DC3E2DDFD246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D4548DDA-D68A-E770-09F4-0A24F4585CD9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8F9F9AEF-A084-8A4B-A93F-F10ABC9FEEA2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78B2A7C1-BA94-F15B-6890-1B4CE8CBF146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6A92BB85-A39F-D20E-38BF-2085C2BC0D3C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EC3AF091-77A3-0153-338C-612AE308C121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D3BAD360-85F0-9594-12E6-12AEC393606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574E0D45-FBD8-8A37-9542-375FC3FB7B73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E1C0DDEA-BAAB-A3E2-C771-124582A77369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8466C528-5F11-2794-42C4-4FB8BE747E31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1A6AD22B-D4F3-661B-FF39-1554FE96C9ED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7E7C44B7-681F-82B2-04D6-210F8DBE8C3B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B159D55A-009F-2A2D-3129-58B448C374E6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BC2A5BF4-5513-BAC4-FCCF-BA004CC532FD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278430CA-0B2F-2DE5-D4EA-E8B2239D679E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DF70F544-C4F5-4C3C-DA68-0A4373A77193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8E3D5C0F-B1B8-30BD-8710-F59906309FBE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6AC345FC-0573-217A-B36D-410309D34883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9D8CEA72-13C9-590D-C46A-CB499451E309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EEE52D5C-3784-19FD-3A9A-906D989852DE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977003CC-7D7C-8903-729B-20FA256DAB23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0F692075-766B-CBD2-8B75-9ABFB7CA22FE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A2FBFC0E-F09C-7292-6D52-5960523B6506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2E8D866A-9ED9-A095-67BF-DFBBA385DC83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8C582B1E-4514-8E67-4259-B45D8F676586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0C4D4116-3629-6439-7C71-9B301FAF6BD1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6AAE39A1-EA2F-A354-AA3D-11DDB27C4B6C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B81556D5-C369-1007-7FF3-31022C2935B8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B30AE065-30D2-5BF5-C77E-56B1D7CF909D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B240231C-147B-CE21-14A7-1DD3BA167659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04F47BC8-4A76-2000-375B-05A84F015B35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CBC42F6D-70B0-8EC3-957A-0E0FE47DC52A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E01F4FEF-8A3A-5933-D340-E48B3E4F50F1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B2B6D7A8-93D4-EF10-163B-6813F019C4C0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0123F6E4-AAD1-95A3-757D-DE3A6FACDF7C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D82D33C5-C89C-2E51-F351-F89EDEDE9756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3CD774F7-2643-B6F4-2DF0-5AFE998E2CC8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5CD168FF-7787-9617-9746-4A7EE1031520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4FBD74BF-306A-3D67-A2E1-C6F0EC217A6F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782EDD1D-7A76-6C57-50DB-48007E3AAF25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DE92B912-CC7B-CC40-4A79-7E059C7D3DBB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E5E5C914-61E0-EF19-1E39-27C70378E82A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02E56462-7840-2559-6B43-87EFCFE3F031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E615ACC9-5876-4D74-4D6C-62BDA1E84527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A2D1F1D3-26A8-D4FE-9D68-3744FF8F5797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A63AC4D6-8578-A8FB-1759-425F77E071B7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1AAF3D61-154D-7B8A-5C8B-EEF778338C54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DB57D2A2-0230-EEDD-E4DA-DB6A2E04AEA5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EF95061A-8DD3-97FA-56F7-95ED083027D8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B3F54E2A-C83F-6623-406B-4907D0BA4795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2BD94FC0-8895-0E23-58AA-2DEABFCF3BCC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4266278F-1BEA-35EE-4E14-91E15F4004C4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CFB2567E-5C9C-39C6-9075-D7A7553B673C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68C81233-C9AA-F0F4-8F4D-B1D308D48097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D54AB5A0-1E9C-1D4B-DFC7-B720E32C33D3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10383755-E819-75F4-ED84-843D5A7A177E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7271266A-8870-BFEF-8B97-141D4BEC5AB5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939CCD49-589F-615A-ADB9-898EC984E890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D19F36DE-DEB4-42B3-5268-3C55C66E26E9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42A6D340-CE76-DA21-8DAC-320B9204764E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F8D275FC-06F6-C2B9-A59E-EB9ABAFC8936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1BFC475E-2D43-CA0E-4FCA-43E55672AE21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688DE534-EA37-4E69-AF7B-BA55B074E274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01037A71-1640-C3C1-088B-95DAE30EF87E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A6B639B4-3337-FF41-95D9-877E374A66AF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C82F87A4-0338-9789-1CD9-6F24BC0E5457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51DA9D5F-6942-E173-80D5-851FBD82E237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930109CC-5E9C-78C3-FCAC-AB4816A90E49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0E74709B-306E-4C53-8E82-3BC4F1C77531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98C1F137-3E78-15F9-882F-F180A75D99FC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9ADE2AB3-3ADB-E84B-EF85-A31CE6EFC814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2B6795AB-4594-2C6C-9A01-44DC24573E8C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31D02DEF-77EC-7A0A-DEFF-D5BD13340228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A7C080C6-BDEF-F09C-BE93-10A94FAB1F4E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92D7B317-D642-1EC7-8286-585AF7C16DDE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3CBB8E00-F473-C167-09EF-1138553C521E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25EB33A3-D296-6150-4ED1-FAE5983BECA0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A2E94CDD-F46B-AA12-BEE1-AC2496DAB6B9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E071B202-B505-51FB-F232-7A67A644468D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439EE64C-2C9E-C2CC-0687-C54EC405DA70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0D44B3D6-1096-4EA7-7A4D-49E5A636C698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CCF05119-621F-7C30-AAA3-7870C0D6EABB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238636CE-C494-52EF-242F-EED606E4FFDB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A38FB91E-70B3-F7A8-A1F9-233CEC559A83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4F5F24D2-801D-1747-03BD-917335586944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06173752-7D12-E645-58B7-4A6B8210451D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2B262AD1-D895-15F0-960A-01A005F6CFE9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9A364602-741F-2898-8016-152CD53B9E5F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CF6388F1-FB3A-4C18-C2C5-724EEE01DA81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399732A4-BF66-543C-C098-FCE93683D589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0E61576F-4576-F652-A88A-E3472E1612C6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D6CBCF77-3357-364B-9BE3-B7C0FD4C68A7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D1E94E16-C021-65A9-745B-3FBDD3171156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D7F15114-34E0-90C7-0536-4D95466E4AC7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71D8DB18-D166-0BBB-3DFE-D379AFA0B723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A1C00ED3-7131-25F6-CE6C-20CB15F41368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5AB1405D-F8AF-3AEF-E9C4-E07A3C25D082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571AA4C2-5503-DDF1-0D56-7647E55AD64C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0700090B-583C-932E-E945-5C262351796F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9A867A95-69C0-D441-45B2-DE002326B05F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7720CDB1-F4ED-D6C0-36D0-F45307BBF838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E27DB483-71D2-9069-C4FD-053E2349B10F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7F58340C-051E-C58B-9E0F-F5061F38ACAC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B878CB27-BE76-1B55-DF2E-502FE5B2CEAB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5CD617EF-E855-15D7-7E38-1BF8025297E7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D9A75953-C9AD-E7D9-9F72-413CFD09BA46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2683E34A-556B-A31A-0A86-C1FB68E6A610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A7DC32C0-FB31-511E-9146-9CDFD771A183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4C220EDF-F244-E77E-F5E6-38D5E9B10190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A22E518F-C232-204A-8902-15D8B3AE84AC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0D29280E-9105-74D1-93EC-311D47E34B78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47DEF7BB-E394-8C88-0F8F-C8887C40E3D0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A86536DE-6809-DBCD-C1BE-7F16F7ACD17E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BA117C63-DCB0-5ED6-F3DD-68FBCC804BA2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0F043BD0-3F7A-6958-0C16-09A5F609D8FF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4BC45CA3-078B-9C55-F676-4CD05A61DBF1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EB8C1364-649A-5898-A60A-B2A4CB4AC8F9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32C98032-FF27-3EEA-155E-74A60C136CC8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AD254C05-F11B-C68E-F53A-9B2DB8E16C5F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41CFBBBF-C592-6C51-BD29-FF6FE9E9F5AD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99B51A56-FAAF-3CC8-999D-A08FFA3963BE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77640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CF3D7BE9-DB8C-6A36-FFE6-2D4292354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49498555-D542-AA21-9FA6-BA1810DA83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D9A5589E-9A78-C672-1E29-8F09404E51B2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C4146228-8A98-48DE-0FAF-A2B483227052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84643B69-8BED-8646-374A-C470CEAB2094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90946A62-A071-F1DF-2F07-0C609737A9A5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A00FFF0F-C0DA-D98D-B2E3-CDE89795E574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E9C85983-0ECC-220A-F85E-81B6971ED439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0B9E6E81-0939-F86D-5F3B-0FB7AEDF7146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50F21BB8-8100-2023-082F-9586D2A99329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A05D8F4B-FC17-02E5-FED0-4CF6A14F2D93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4FC41165-5792-830D-0C1A-013ACA856D46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65E50D81-2D88-792C-72C5-55FC7FD7C625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2E099289-40DD-D789-A9C1-6C372EA5333F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781BF92E-B761-3F56-6B6D-02DB6BD2ECBE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41D5A3C7-56AB-3F9C-D54C-3473B16C50E3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51D35237-E31A-AA55-6DF4-AE43FA5B7876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73BC7B1A-02C5-AC93-352B-8C72BA73F80A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968D1DF9-5AB1-9F31-C145-C8DCACC08544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7091A701-C0A1-91FD-A775-AF0A0C72B7AA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26B37218-8B8F-FF81-A16C-45F61679AD18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D3BEFF23-E594-A706-852E-F719C98BF3A5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FF346C7C-2D9E-797C-4A86-2AC79FB7CA97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8FD716DE-0599-4070-5072-E65605C8411A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5A19FD24-F899-D49B-FD50-59507E451008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D5B298DE-20E5-83AB-A1BF-3786950CA2C0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3C62F27D-F4B2-1434-155F-0AF8D8E8A6AE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AFE9968D-F7F9-6A58-FC2B-78C63B2250D8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F75D9896-F8DC-FCB1-B9C6-8809CCDC0320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9B4AE106-80E0-3B8E-5471-C2E7CF79DD31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8498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26F2BC61-6206-74C8-13F0-D3130895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9AE883CA-1B51-AC84-976E-90AF4858F3B4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FAC2280F-B963-1D8C-941B-634B7B8985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D153629D-EB0B-F865-74BE-D5A85689C23B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AF2E5E64-DECC-8CBD-221C-4CB154811154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F56B3420-FF4A-3881-5331-077FF48114BD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C0D8B39D-519E-54E5-AD8D-BA3D6049DF2C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53D2DA2E-30B5-96AB-2C13-2AB017A1F92A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AE2E7296-636E-F9A6-070E-83A529E52698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6A100F3A-A9CD-F786-A76C-1C3483AAA086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6D66C3D9-FBF1-5BC3-A648-4C1FCD54F7AB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4B7DF5B3-8BB6-EAFB-BD61-B7770F7B85F0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E6059028-5834-284F-78B2-7BAD2EF8E7C1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4D80DBE7-AD84-D059-C41B-D1436616DFF8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F1B89F94-FA1A-D8C7-6453-9A409CB57612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7771BB1B-A5C1-BD01-6E97-9447F420ECF3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93176FBF-9138-B061-4B04-A5F5E83B0843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68A6E564-84F1-2166-623F-ACF923B56E78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4CC53DCD-228B-F44D-7F13-33B0B017AF78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CCEB83D6-EF63-B692-92FE-48891FDFCCAB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5BDC0D3D-5AC1-3877-DA6B-D5BCD961DB93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4E82D0F4-197B-159C-C627-0E6E85FADEDC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78D4718B-EE76-0670-2947-2BFEE084A72A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E6F94D1A-F75E-6C10-F673-6A04C49D6B07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D7B5EC03-42A3-7199-F9D2-740D0D60CA51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E5832860-6DF3-1318-1413-5A29E504E1C4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EA27874A-890D-74F5-1543-E6DFA0F489A0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534DA3DC-FA4C-5312-7EDD-678390B0AED1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A3825246-0DBC-B1AC-8859-21F85277295F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71C51C8E-51A7-8290-9AF5-DFECEB125FE7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07941228-BD7A-2232-1944-FE03C314B025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36D044FA-9C8F-E500-1A40-9A17710DEC3E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BAAEA1A3-5D4D-0FBA-6744-49F8946B47C6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42D6BCB7-DDE6-4977-8CA2-27F14ACF0570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31057CAC-3856-5FCF-8111-B274F0AC22A3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45C94726-E63E-EA74-AE34-BEE4BB67150E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1EFF2387-1974-6A38-1223-D87918B09D1C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7866D876-8D29-5726-9E8E-B37722CFBB7F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AC5805D7-0DB9-4FD4-D8C0-71511BB87068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55F1B429-CE6B-F91C-0A5E-7085356AE301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F7830E49-69EA-34C0-6A24-B27050E6DD86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C73F15E4-F2F0-30F1-416D-57D5991FE652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E149AAF4-056A-E88B-8A9F-C5517F6E80E4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F35C15CC-3284-BF8E-E204-48E6B15B5A15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3B859808-4BF3-28A1-6414-9C6C6842CDE0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2B4A3936-3041-9496-399B-BC01CD419053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2C0F5587-E4DD-459B-19EA-BE352A5ADB6B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4FA62A34-9743-08D8-A5D9-D319F70D2855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0F29787F-D679-1625-FF5B-FC53B1B9B2F0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5CA4443F-570C-DD88-5887-062A4D56010E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C2C34D3B-FF87-566B-F5BF-AC2C3493F309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8D680B51-B8A5-0AB4-3009-C8DF8EFE5E8E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E33ADA8C-7243-F5E2-F82C-A7E6C4CBD70B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D5B0EABD-0EF4-0023-73A3-9BE29B8AD231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06D7FA2C-7FF6-D3B2-9746-EF416DA6BD2A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6D96C7BF-B07E-1B98-9B51-722E6467BCC4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30F7B284-7E9E-99E2-014B-28DF1A77F579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6DFCDA76-B387-44BD-01FB-216348D5B811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07F0DEB5-AFAE-16BC-1009-DCF0F4AE458F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B5266BA3-3F07-1326-BB3E-B946B27ABF9D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917407D1-42E7-37D9-DF7A-9F6BE90D8012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6C3AF4C7-EC55-F2AE-3268-B6C507775687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BA9BCB7D-6239-F03A-F54C-5F3B16C6D610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EB11B7BB-59E8-E6BF-A2BB-B5908F991696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0376F5F8-D204-AC6B-9A14-25B87C69287B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33CF0117-C1A6-8A1E-6BE2-F2266B29E79F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68F9441B-335E-8570-36F5-3632D36B7627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D1195C2A-C4D1-57A6-5F55-9D1D9EC74449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062189F9-58C0-B6B4-DEB1-B9CC1414E43D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D271A450-FCC4-407F-5BFE-DB30443FFA42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3A91A438-F5FE-006E-9271-8464EE2F4A2C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244B19E5-0AB4-8B89-B1C6-9027D611AE3F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3CA18B0C-C353-4701-3A3A-9803A947FEF3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5AAC6D22-4F2E-060B-99F5-B38259610062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62C067CD-C22D-E279-EE28-9E70DCCD0934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C1B21C8E-7459-9070-DA56-30DB3E9E959E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97084C1E-0494-35CD-34C1-9AF601ED6403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CFFF80D9-C43D-B260-9515-D67DD33FF755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69951541-C034-F8F4-7BC6-333A9BA2A48A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97DB261D-449E-BE46-4459-44C722B4D848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92A4315A-BE45-DC3C-662C-1F71810C8AE4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E58D402F-4242-D30B-0B18-30794BEE7C31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83A2F711-32C3-2715-7B28-7263D5FBAB3B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9239FFF0-3DEE-DD87-B01E-0C49DA3DBC1A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B6941594-20CA-6724-AE81-8C4769D7490C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250C3109-5F6D-5273-6689-B0B503F666F0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761DB50B-9476-E4D0-59B9-1A9A989073A2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13A1F0F1-2FEA-0305-5A70-AE66BF0B7A67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9947051E-24EE-4B5D-E905-37AE87C659D3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8E0688B6-40BB-C17F-68FE-372DDB64C2D5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8185279B-B548-F5EE-F2CE-777D573C3017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9AF8B58F-E309-F30E-3907-FBBC6D7B232A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52967FDF-6327-FD7B-77B1-80B1F0A781D9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0C9EB3AF-F77C-C849-B868-990C9E6C69B8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4C35DD5D-0CBA-E88D-35C2-4E3AD8A737EB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502F23D7-BA13-D11D-B54C-202173424716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B5B35B0D-2285-EF91-8EB9-099A784FF2D6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EC89AE83-D003-3335-49E9-D2BE04CCBE04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684CF427-C5E3-0009-5195-04657A41D2EB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229123BF-C0D8-B61A-B374-08AC0050DBBF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23B726B1-D257-C57D-4387-581562E2B9A8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3AD2DC91-2131-7DB4-17C1-46BC8BBB6F89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A9EB5C9F-0D66-72CC-63B4-26E90F6404E6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1A95FF76-246E-9BF3-DDF2-46FB20AD88C9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C690AD62-3000-5B76-2F43-5893DACA721F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B5723F6A-224F-81CC-A90D-BE588D570554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083C69F0-C0E9-5473-7EE7-3583D8B72FAB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CDC6D8BC-9C74-3037-1529-0D3B3132F313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19790384-6D5E-70D8-4478-BF81A8CEE45E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2D964E44-F266-641D-3076-248DB802929E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DEA1FE96-A66C-B87C-1632-526D9329E500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08DA1FE0-4F47-C288-C719-27BCBC990570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2DEB34B7-8237-E9C6-97CC-75A7A7DC72EE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2CE17929-220F-BFB5-4260-E064F44624F2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58EE8326-286A-CA55-7333-1621410EC856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EE01717A-D1D0-BD19-CD18-4C60D9BC9A74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06EF9EAC-3595-8B75-0D59-7CAD7ACA3DF7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470B72B8-3480-258C-5976-3813164293F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DC853DEB-2D47-A6E7-8DF5-6CC93DD45CB8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E0CE674E-831E-F100-54B9-49835B637A49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DAE4CE4D-0E84-32D3-061B-1C6F57D8061B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67BA4A1E-5167-D744-245A-C4A45E2FCE6A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A58D5847-D706-F0FF-543E-95D06B99FDF8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F1F96091-21F8-0846-0940-A60CE629CC73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FA5FE820-75CE-0829-9EAE-97244F886CB0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BAB8C6DD-8E19-B448-B17A-DEB80CD9E4F7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50DBB391-8CA5-5893-DF92-5E691A150BE0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8703FE9A-50C0-DA0F-E05C-1106BEC31903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DD696C66-5E3A-B437-B059-4528E9A0AF72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DD8F7D41-0B08-7932-154D-4D8A6021B85D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9E3C41F6-4CAA-F4C2-EE90-82D24E97CC1C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1563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BECBCC33-DD3E-A408-917D-50D607571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CFC21116-8455-8D8E-A86C-61A936AF63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0218D299-3F68-4F1B-A79C-2B6B4DF5C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88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682A1EB0-EA9C-8C93-553C-72CBD2C8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20FC2C71-7566-E713-3E63-54340A29346C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D97CFCDD-7628-1E27-40BF-578CD96B8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58F0D0DC-2E57-FB59-C29D-C4BFDF0D7861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B65CC51B-622F-6DC6-9D06-A9C6CE6D1782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AA8AD447-C8CB-30F8-334F-F693F1496177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CA5C0E83-0F62-BF0F-4BF2-3C4764957E31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BA74680C-69CA-720C-12FF-4A3D0A308223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2A4C9935-82AA-62DC-A0D0-34332E87F14C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501C18E5-9A0E-CDBF-5DE7-0109D9C37DBA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26B1A274-9E61-20F8-0B0E-9E71E03FB514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208803AD-B008-39D8-3D81-E6B4F6748972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8BB9CF54-24E2-45E9-78C8-86C00DDA9D54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1227FDF1-F401-DC01-2059-97E2CFB7C3E7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DBF3875C-AED7-3702-8E56-37FC5733A4B4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C7D17C33-BB1B-3803-03FA-74C00CC6D127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27BA9212-F2A3-C6AE-BE54-81356C4AEF07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462463BD-6F24-9509-973E-5BE11BEFBA50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0F077E05-BBC5-DF81-C0C9-0D196A28A70C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498B3A54-441B-CCC9-46FB-F3F897FD222F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B14BCC85-CB44-23EF-1E8E-B16F2F5BDA79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4A3D4AB5-3D90-0AAD-5E76-90896F8AAD12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7270612C-B7C1-14D6-6CF2-DF58C7EDA602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647C88AA-4EAA-B6D2-7A92-482472E64DC1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6638E578-C849-2164-A4DD-DB720771381F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9DD50DBE-A104-F938-57E0-F4A6D02319EB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A862A74F-8AA2-7622-A238-CBBFEFE61930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E4E4F2BE-C13C-D457-70C9-5BAB38510D5D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DC69C211-E66B-1A90-F479-35ED29FAAE47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499A918B-4F29-486D-52B0-DC0448A9F361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8E17A1C5-5648-B4FB-B8BB-044EECBD208B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52DFF6EA-EAED-B5A9-D989-6B24BB78252D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95B85BA2-5231-B372-1546-A889CA4FF23B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5A1BE810-8082-FCCA-86E4-CEE807C8A33E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CC15B0D2-6B08-95F7-F6B8-51633AA3A778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96DE0C01-3CB4-CA97-E506-CFEA6F5863E9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EF5A08B8-E79A-7618-56CB-629F9228B1C9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009E3E59-69C0-1A5C-8B54-6A7DEB0FF7BC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BC8645A8-66CE-034A-26B5-59275F59D961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E19BB6BA-09D6-D109-3A1F-820B473A0300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C0C511AF-8C9D-5F8A-FD79-EB28D40535FF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43C9BED5-0866-ADC3-2F55-02E613EA0FD1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C8A7D6AB-F291-0D4C-9EE2-884669EE0C7D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3A75D9E8-3D09-5D68-022A-84C06E9F9490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E61C8AE0-9FB1-8B54-CB63-D2262248CD3B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B2BDB1C2-35AC-27A6-C34B-27DDED46C161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1A7C40F7-7E8B-9D3F-1980-18280933D481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06EA42BA-E116-CEEC-3F77-F0F09C3245E3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CD8F2E66-1665-FE10-7208-2BCE1C6AF679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DAD64B44-5F86-4D2D-3DEE-ED09307DF53C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A9497CBF-F4B9-4BE0-3CDC-1433B94F7E32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4AD9F565-4D90-75C9-FB09-E07CCABF8FFB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9C3A04C2-E0DC-3AD5-252B-C97EF65020F9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A7232257-ED98-9F95-22B3-7FFD9C7CAAB3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61BA4DFF-C586-5BA1-C79B-1099B79DF90F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621EFF16-1016-727B-7769-C3DFA2C9F740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41066C2E-13D2-57F5-3ECE-99AD44ED541A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F225C4A5-38C2-0D0C-DD97-3F35202278C4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1A47D05C-F0C7-6BE1-DD9D-CB36A7A70A42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28E96110-B84F-D1C6-15A3-EBC8A9E6B8D7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7B65F3EF-BA3C-E5A4-522F-FEC1A4A5C30A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823F6F16-0AC1-F96D-28D5-A8E0C13E115E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4EC4EFD7-6BB7-E203-8B0C-7CF30B6D4975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F4A95CF7-296F-4444-8B64-9217F165A546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3EACD30A-C67B-7535-F9BE-7A0C4966BBBA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09B1F57D-B6B9-AC01-97B5-5931EB5B7F29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3773B8B3-0D4E-E9A2-8FD2-AAFF5FCEB90A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984CC553-DDF8-9931-4270-EAC5DA35D5B1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C9BBB485-D9B6-1623-D85D-B2F472B959E9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0A7AE9F9-A965-8618-E751-3C190B9A0DB2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BACF96EB-FC7B-C552-0B71-4C50CE10D32D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19551D94-5A04-882E-A398-341F01D6A174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4BCF4BB2-AE6E-D4BE-3299-027B7252D398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DD69F2E7-E7AC-A766-06D5-590FC603EA91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C297C815-0C46-DC64-804E-219389B0A439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FB4BD38A-E75B-2951-70D8-25CA684C6FFF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2468541C-F13F-2362-DC55-5EFAA15E1E71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0F22033F-A63B-6193-BF83-D648D8838F54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9064BCCA-9849-0DF5-079B-ADB3F3BC3D51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8104D7D1-3164-048C-6D24-43BDA1C17377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5CA613EB-D2FE-D9C3-7BDF-C2E6AC4C7F8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CC6BF1EC-061D-823F-D463-E9F57B3AF2C4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914E23E5-18C3-091F-0524-2F2462D7EE33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8CBC9995-033A-4759-B88B-45533A1BE01F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D75FDF86-D392-8B95-1B39-0DD65C5A3EBC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7A5D32A6-93CF-CF71-9783-C77DA4FB6D8C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A22044F7-8499-13F4-0CBA-4E234BE5C2EE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5157AC4C-DCDA-983B-F150-9B036CD5CE7A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26996FB1-B475-BBF2-6B53-35A52C0CD11D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0B7593CD-8190-4900-27A3-9873E67014D5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FA456C93-416D-26B9-9E16-FE73ACC4FAD2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FDA737CF-3606-4D58-F0A9-66D7E803CD1E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A9E7C46A-8DB8-4539-F339-805A75090789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3D39A27C-1C4F-3950-A933-620747A18EFD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C2834869-3FC2-93C7-A029-A27C62B15D8E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93C9F592-459C-32CC-990B-DE46F678EFC2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8090CF03-CF63-E09F-8433-5F65B9673034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6F84761C-D661-AA7E-5209-9344762231F3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8C1B4929-816E-484D-A56B-0514EE7814B4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77F03E2B-17B8-E4C2-C6D9-5E490ACB732E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CA935474-C577-B761-CC2C-5C303B861DF8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CFA802FD-9591-4FCB-7359-61635DE552EA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265BFECE-1E2B-10EE-458B-3F5110D28C7A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89D3B41A-C5DD-94A0-F9DD-FB95CB276212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A2BCD9C6-E3D0-E03D-E73F-0B946AB6B637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100B9EDD-6990-1A5D-B9BE-CAEE2944DF9D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D140182B-7B78-41F7-482D-70E072EF5F86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1B075E06-DC78-2237-FAB2-1931284F7A8B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5D678E00-4BBC-8FBF-F2B4-B7558BD55964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D2E49785-50BA-2224-F9F7-BA58FB4C6F0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0C7D2B05-51BA-F617-3704-DC13AF49CA00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673899A9-8E31-1EAB-96F2-5240EC772E9F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69B60AB1-6FC2-2F3C-EDB4-315D5C5B49FC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1138471D-17DE-58D5-2EA2-27FD4B1B46AE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B7E69E9A-8C62-E106-863C-BCCFBDF3DE74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9286C07C-7C47-506E-58C9-CCBACA0246AA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BD3BC0E8-8630-BFC7-2E91-610E36022B19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BE3C8699-6D1A-A4C0-177B-EE9038A91612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A2D77AAB-489B-667D-B62E-1BD1BDCB8AC6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1807696B-9EE6-316F-BB0C-97E017B83BC5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D74461C2-B552-7ED8-7052-301B28C95967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5DB52130-9017-7F24-1D05-E67F94901D25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30C8EFC5-AB08-DF5C-1C44-CC88B0438449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A0D0696D-7136-0BA6-C20C-F8020D83CB30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49C6BFFB-6684-5C19-C420-6DCB2EE46A75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5FF8F950-A62C-2463-53F6-424A63533777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02F01598-B903-4830-292D-445BAFB10449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E3C49FA3-28FF-5A31-630F-943088F9D621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28453A5D-7086-A964-CD6A-3BC5D3478C7E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8DB66ED9-2AB2-7461-C78C-B939F027471D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D1D2A44D-C747-C389-3F7D-C60AD05D5C46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89228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371AB684-587C-E959-F5F3-012F1F1B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69A6C2F8-AC39-AA71-4FFD-D6D8B43957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A6B37F0D-0BED-93BF-786A-802AB68CF344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8FA3CE97-2BA2-B02E-ACED-9860FCA315F2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87621F6A-60CD-A927-C35D-8E065CE7A266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081CFD24-63D8-5F3F-D90F-85CB4048E282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B5F3C653-E4FA-17B1-8719-78C9FB4BC058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7C821664-3D47-8E06-26AD-4ABDC677A8C0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47EC9CAF-3430-E252-08E1-6F99A22D0CB7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49FAF8CB-BBC7-FFA8-8549-D260B44B8E83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DDDF8FD9-107C-E7DF-A647-A8D605024326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7A9804AE-7D9E-C118-6486-30A79712C62F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E672E60E-A7CC-B2A0-F0B3-A1C84ECA4503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C7E92513-7ED3-0865-E656-212B68207044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4E74AA0F-BCC0-E67A-3B9F-E70E72205ABE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04B2BF17-4661-74FF-1CBE-CB3FF6EDB910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17207A11-136F-72B6-4ADA-D94C59A0D5B9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20B4E3D8-DF1A-E4F8-9DAD-521D9CB8881D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0DF3D063-531D-3408-CC20-8E2BAA545E0A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E12BA905-BEFA-E1D3-FBA6-84CC1EA1F6B7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FB86EFA6-A6D8-57B8-C4B9-772C4EC4BD7A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5B3228A9-F1F6-14DF-6E0E-71DC728DBA98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CA091817-AA88-3C5A-16E6-29719F1F887F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5388D4EB-81F9-0BCD-17A9-C67C9242FE7F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D8221F47-1D4D-84AF-4AF6-53FF73E18AB9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AF5CABE1-56BC-F38E-62A7-348BAC3C3ED5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1D2D2FF9-06D3-4DE8-F87F-94D6ECB1498E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11B4B9E0-89CE-0DED-A4C4-AA6883C33F39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1671343F-E8E5-A003-ADAF-BA7743FD713A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60124C4F-EEA1-F3D1-5574-4ACCC3E27F5F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08777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D6CB387B-DA92-83BA-EF38-7CCAFC19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42EE0055-5FD4-656E-0DA5-E3B2755CA0CD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DE927CD9-1BBC-00B6-5DFD-604FA7181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85A7EACD-ED21-A44C-EC0D-E03ACF0EA9EA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BB240EE3-DAF7-6956-E374-700B59E38ABE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CC868BA3-0D2E-27D5-9A4E-85401E376794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4A3B823E-87F6-D73E-9DAA-FC28C85821D6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ED88D566-9217-1C37-D9C6-DDDFA45DCAE4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77678FC2-7255-D7D7-4FDD-20A918CE13F2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51FF7A05-3AC1-CF03-C365-D6D55DB2FB9E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0EDFE1F1-A54D-1658-4320-7097EE497934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2EDB1686-596C-E78E-374E-3414FBEF5FEF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121B1889-12A2-B590-094C-275718268B4D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6B1D9483-A29C-0684-77E5-B0084E04B48A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E1EE9105-98FD-AE93-BC51-4B542BF3CEF8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D4A0F761-E678-7CCB-336A-8A5FD6D3BD48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F972F128-B93C-BCE9-2289-392DC242FA01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EC5A36B2-2411-33E1-703E-E3FE36C7B3D1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41C7BCF1-E3A9-1FD3-A291-A0A0C5C61939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3F20B242-33C7-5786-74DA-15D8B094FD0C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0A3F5904-92F4-5184-3866-DB125289075F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78D69659-9A99-DB86-862C-E3042AC96BCC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94BBE3F0-0B6B-E5CB-4EE9-096A3A263D0A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E566DEF1-3AE3-FE3E-D6E2-0D9FF267AA6C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E651E76E-EA6E-6087-F1F9-03670779D1C9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F625A7EC-BDEE-0B36-0F46-CB98E4EABE1B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9F66BF4D-EA53-777C-52E7-DD1E3479E064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8C9BFF6B-F2DE-7B10-CB0C-2283AD478E6A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ED836047-2166-AD2E-0B6E-82010D3C9F0E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DD41288D-C3E2-5F2F-F32F-11E98E524E87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10E8278E-1CC5-888C-088B-1B1689C1490A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2A3ACC02-69ED-981F-5C83-4042869ED423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33BDCD02-DDA7-5FFA-530A-B329EA94233C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1BF6AD1A-D095-73D4-B759-25B4F6AC0AD9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0CAA7DA0-4DBF-F811-5AA9-1F17106D4BB4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694511F2-7E54-712F-B91A-0BBBFB7072A1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48ABE2E0-AF46-8899-A1C6-84482A013B63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20DD793A-94CC-6D0F-8C8B-88225993F41B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01EFABF5-1304-872C-17C4-6EA1060F0DC1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1922F339-710F-50DE-00D4-A952A53EAB78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3EF53335-C0DD-3F07-0E55-500929FF6F83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8F737F7D-B985-7203-5A43-75B634365A21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10BE37CA-0F23-D377-641C-DD68B326A791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882B6579-804C-0E19-0C5F-E35F3F6623BD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73E7A904-5644-FD4B-4C35-58EF37D827E4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C7689C8B-B425-B2C3-0588-8820ACAA4C8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AC10DFE4-FBFE-8087-C608-FAC67DD9A318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8799CC6F-FC93-9376-5CB3-60EB8EBD5BEC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AC73FA93-BEAF-C182-8C19-86B6404AF3A6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09A3057B-63B4-FAE0-0244-0F635B613924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3BAC1E0A-E82F-01D1-2CB2-460792EB9CEF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B48B07B4-45C7-4BE9-8C39-B5FFCBEC4068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6D3F1436-E1B8-241F-3B81-6BD66448C845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829156AD-2828-7A14-A8BE-9FEF28117845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DD18ED0C-36ED-C494-0ECC-CB604EA4F9BF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7B2EF9BE-7987-75D8-839B-1040E5122B8E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2ED516B7-44DE-616B-25AB-F9601B29E165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8082F681-4D8C-3263-B3EF-59FA06A7073E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F2955501-F185-A75F-9D41-ECC4A0C1FB5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0A0B9ED8-2020-5170-F8E2-E7925F71B59E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67B310A2-F156-F633-4A98-F7FE944FF744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622D71B6-7EDC-5EA6-F6AC-28A31F24A5E2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81263351-92FF-8A05-A378-D32C003CCD71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9F043034-87D1-417F-03ED-489C641C03DF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14B281C5-A391-159F-D34E-5306BEF54C93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3B43C14D-E3D2-3E2E-D1C3-BAB8A24F4063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804EE6B8-9603-C06C-AF91-D96870720B1B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8DC13C02-B9C0-6F09-5D47-8CF01CEA6BB0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39C32589-BAF0-C6C1-30E1-2C6B458B6723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3DAA7C02-74D3-7274-4A26-5826C6974CF1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F681430C-0F2F-E656-EA32-165AEFD1139A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8379B4E1-C1D1-0874-6F94-A1829DD77B05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F35E92FA-F4AF-D7D6-99C6-89FED405CC04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761B31C4-B4C2-3AEE-F64C-66CD2DEA58C7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4BD014E5-F2F3-5255-BB81-66CB4D0A01FC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0E961CF1-5062-BFCC-E759-5937069670AB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1BF06C25-679E-33B2-2FA8-EB24E1D8A2F2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CE599016-0130-8083-89B7-D1BACED137EB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9FBF299C-FF4F-7327-DD23-183C9765C7E2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112C2134-194B-0E6B-70E7-A91C57C5B59E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C70F3F19-E8FB-5C62-5057-4B86889CDA8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ED8EB5AB-2EF2-D04D-F6F2-F3498867219F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984D2CEF-B5BF-D8DA-6784-1A8DB62F6634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4C74E0FA-A6DF-D4C3-109E-B362B4F28262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F2542A93-7402-5D3B-368E-43EF05D69F2C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61675507-26A8-AAB9-E56F-7D36C617DF92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1139E265-D7BE-9318-4CD6-C2E0275AA322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1A4FB49F-1CDA-4382-D5A6-D84F460587D2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FC096248-A2BF-DD9A-C693-23E3E2A06F00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25A8AC44-D16F-1042-F22C-2C61CF7EFB2A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DEC139BC-A930-6EF5-70A5-6A659D13A2D3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C61FFD7F-C1CD-E5E5-7193-7F0241B36A29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3C616D06-3CBC-89F8-08E7-B8F0DA952568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36D9F44F-4B8E-CFB2-B5AA-7A1E4D5EDAE2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53923149-E7C2-8CA3-9F3A-C7F8A9609CD6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82709DCE-E349-B1AC-4A58-607C48373EDE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E2F3AD26-3E5C-D4EB-BDF7-EEF99377691F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6163AAA1-F716-C8BA-A88D-D2FA78E430DC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290E6F68-C4C9-C63D-70A1-2124D4C207AE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33881213-D048-F13E-A0C4-691802D4F7FB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B2743952-4943-625E-88BF-3FF20A6F5B43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C505B7B4-510A-110E-A935-E61A1A7003AB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7C797DAD-C5FE-0240-08C8-2BC235B4B921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3DA93366-6507-2887-5315-851846829455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33F11579-9F75-5ED4-8DE9-6175EBE4DD6D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FCBAB5A8-E106-9192-1DB4-2F3F3008030F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75C2D895-84C3-7F45-CA1F-F0A84C60402B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300EFA5B-DFE4-F9E7-0562-7A7B7F623B57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C3EEB7A8-A40B-DFDF-A5F4-B8152F30E9F1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7DE32C06-AAE7-4A6F-BD20-9EE085ACEF6A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7F9D927E-9158-C405-7F01-600E22E23565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79CD8DED-D054-AEFC-8382-54461CDB6598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0AC17A89-B5EB-9DD2-319A-1867F0EB0BBE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FE15BE8F-4CEF-0E37-EED7-C560700B97B5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62BE6A3B-223A-844B-742D-C95190AAB292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B14DF427-E024-C62C-E12F-6F8AFF5DADFC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41ED29FA-5C8C-A192-7ACC-E26932868219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2626267D-30E4-88F6-B17B-2988BA6F1000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35D57F8A-6205-809D-A0EE-9159BBBE89F8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1CBFE099-3175-B926-3D16-FFACDBA06F3F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C1050A90-0D84-8311-49C8-FF4196FF8B6C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109DD106-9047-CF09-2C8D-FC1FE99C5FA6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C2E0052F-D59B-4EFC-07D2-41775FFEF6E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DF60CB09-1E53-EA7F-F89B-B193D27A529B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5427118F-16C0-78CD-6392-D22D4812D08D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70F1114C-A77C-08E6-276B-EE1C3C9E5A5F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1AE637B9-943D-6276-B739-3D56C1500A64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C6BD7D6C-B8CF-1B2E-FCA5-F3E69428608C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A7A05ACE-90EF-2E1C-9380-E57F82371186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4D90B7B0-3C67-B40C-9FC7-615AA28472B8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7B4E099E-ECD5-EA07-E457-47896D53ADFF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34731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811C702F-E50F-E9EF-F930-0628D6CC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5B7F1997-F29C-B37C-2680-BE961BB55E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10658FAA-58B2-3A88-22AB-40FD0EAC3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55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F39337DF-2A3D-B59B-041A-C72BDDFC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EA190BBE-84ED-4FEB-7B85-B6EDA2C92CD6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F70336B1-8394-4D34-D938-EC942765D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3B934AF3-AB82-3BEB-267F-F36D0CBADC46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ADC096EE-0613-51BA-8BF3-C273D8DB2532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DA4A2C7D-72BA-67D9-8D72-BD71761FB008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0200AA4F-C3F9-ECF6-1BA9-5080B2BC3373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31155895-718E-25AD-2BBF-49FF9F04A053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545A21BD-DEE1-0CE7-FDF6-62CB4F9DD3C9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0D997DA9-E026-4175-57C5-772DDA1C33D1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E26DC4C1-DA5D-6481-C087-68CC6AC45CF6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E106A9F2-50B3-09A2-9D98-B32E051F83F5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3F891F06-B79A-0097-B793-2EB56334E95F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8F196B40-AD29-608D-A723-D43030DB0596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255B61C2-A148-3B0A-96A0-133B908B379D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508649DB-5453-D61D-4261-CB18A925B6ED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90A2F79F-FE4C-3793-5946-D045DCA48E17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4C6012EB-8B3A-5D85-582C-2C2431C0C4B9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E7D27492-0250-7DAF-F1E5-748BAC695910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BE0A21B0-9E8E-ECF5-089E-BCBED92C1358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06A0BEF1-4CB9-154C-C056-97C39FDF8B1B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D8187836-CF41-52F6-BD1E-683CD0CC39B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44658E25-DCE5-A007-BEF3-EEB5D3686672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63B306A1-4ED7-0F59-6391-A88BB2920B93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E5A47C32-D58C-4738-F29A-64DA0A88F8D2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2D86697A-6F96-94FA-CF26-63BB9827AC0A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BBBA9D61-F97B-C7C3-CB90-E98D8D0E7E5F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F4D96EE0-5548-3FD5-C02B-183625104CF2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300BD5BF-B4BF-6CFD-2384-B9D6457FBAFA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D9D7F8BA-E4E8-DCCB-1EE8-63257CCDD4EC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D6F51657-29D8-3EF7-B8CC-B6B4043FF289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15A6E160-8092-6BC7-9012-B8B81CA1E332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CE78D823-BD37-82C6-2ADD-B783065355EB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452600D0-2B13-1836-A3A8-DA0027AB3BBC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E0544ED2-8E48-73EF-77F2-A8306A47CDD7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A303C241-9E71-5F03-4BF7-BB89BD748979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2DC527E9-8049-F3F2-6A82-AC7067941225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855CAFB8-F591-E769-F12B-436F37139CA4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DE5D1C00-3340-D418-4DF3-EFAC10AC54FD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591BDEDA-A35E-D563-2167-228B651E542F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E666824A-1100-A08A-6E2E-EA6A8AA04B2C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712731F0-8536-C7EB-C0EA-39760996E7FE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F9B3A03B-F3B2-6D0A-157B-FC49391D9499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F114C4F3-498C-20FA-2241-298D1204235E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935E2EC1-FC72-82EC-F35E-4280CC1F6CA6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20EEB438-0ECC-DF68-AC1A-0948F5C1E836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979B4CB8-864A-A0A4-B5E6-9E1FAA899FDF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82FC580D-EB36-CB52-28BA-B550DE9A43FE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8BC56F24-0C35-DCAC-61CD-795042DC1D74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84D930F4-EF92-BCBC-0AA7-DAF108877325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27061D6E-CFBF-E089-BFEF-C7C5DA5111C6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2C8C7B8F-E0AA-80BC-7F97-28C0E6650480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808E09BF-7C0E-16DB-6F81-47640E78E895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B11679F8-C3FF-A9A5-5B16-1CE715E7CB5D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39665D50-C409-4992-0AD3-B50C998F24C5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22D94E0A-F787-D7D5-7301-64417A05C187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79ABCC41-1AE4-B582-9019-7C0B8A147DB9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28E3D761-BA52-FA7E-5CBD-12885992797A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62C30B41-1919-F01D-739F-DB22F3BC90B0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34EC1710-B944-3AB9-2EB0-3B385C5AF76C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4D8AA288-93E7-AE0A-C2CA-867E4C8E1278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D70ACB61-D8FE-8363-C873-2953585B6B0E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44F15F49-83F4-2D68-E65A-514EC64D9143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3F740391-6B4E-7306-2704-4B78E02501C2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327D1421-FAB4-56AE-7F9E-7D823BE158B0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904B2B68-30DD-A2D2-6E21-069F1562BBB0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BEEA86FB-9556-D104-4B45-D97FF1C1010C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3C86B587-DDEC-2053-A1FD-1DAADE8869B7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F7DB01D7-4F65-D429-3383-EDDAA7DC3DEE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A37D3AA9-AF71-F6D7-C76F-127FD92DDEAB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DA0F3DB5-6044-16D6-BE98-2C3E217FEE1D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85E10BAC-C6DA-3705-5344-F0F4021A3C5C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377D7323-511F-0EBA-2142-8C0E0E6309D0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49A75BD5-B6B0-B969-543B-8DAC3B91C26C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A749759D-AA0F-E0AA-5035-3EAACB51A5F5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60F17470-B0B1-8489-6C3C-F386802023C1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BCB5A314-D043-F55F-4A50-05C1962EE326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491201DA-E1EB-D9C5-30B8-5F64A659D784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865B13DE-1CF3-B190-5016-F8F796E86707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C3F2D54D-5E8B-A0F6-1676-53C80399F3FB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1B80548C-55D1-6AD3-7199-10F5A19881C5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C4D662AA-0B9E-9869-E5F1-514C356CD6E9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19E4B4DC-1407-F39F-32F9-BB8C9A41607C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90AE35BB-F8F1-55AD-77B6-B28A1DC1EBD1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B6E48427-53B3-E38A-8482-3251F93C1139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2187B831-315F-9051-EC48-2DF25EDFDD4A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65E26611-1B15-D161-0A1F-F063D2DF90F0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69CA0880-1BB4-4529-DD20-AFA658450D1F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91800E5D-09D1-61EB-CCBA-209D62BE8367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9D1E7885-1789-BFFE-3186-2046CB06551A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04B0C524-E26F-9816-F678-7C20DDD66216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F0808EFF-0FAE-4EA3-26C9-85D83AA98FFF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C7902783-3B11-AB17-6442-EE001783B08B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39F45EED-9CAC-2C81-ADF9-27242A8B7F34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1F4D14DF-02C4-3D54-698C-EC4CAAAC12F9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4E94F03B-B4BF-7A3A-91D0-410D4C3295D7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45C2B9F1-8527-A562-42A1-B8F9E1FB79A3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69ADB3D6-1569-87D6-0EC1-26F1219DC8D8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424FAF73-B7CF-5B65-8223-5ACFE6CA9EF2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194DEDDF-BFFC-A142-9525-5666CCC74881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AA70F505-01D0-4A3D-28C5-2D26196E9E35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B841C1B1-3731-B4A9-A1C0-3F953888E8BE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0A4FC8FE-FFBB-0160-2355-2C77C79093AF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6B30AC6C-95A5-A215-89CE-0C43CF8AD6D7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A8C4B227-7008-3E57-D84D-363D1F47892D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00845EFB-8EB1-E46A-44ED-E239CE6CDEF7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56B21B13-56DC-4235-325A-E29CBB23AD9B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7F230236-BEA3-B5A1-1FFD-5243130FE036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EDEF6931-332D-E7EC-49D0-4EADE657E2E3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1D356C6D-523C-AB61-8E2B-31B1F777CC89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0A5FE73C-F86D-08A1-F53D-312592462FE6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D57F0757-60F8-451C-675F-88D614513DD7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FA2F5564-5FED-CDD9-36CB-459EAFCFA1B4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8F2DC07B-5B8A-703F-5F74-D17689A1A509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687BEF0E-4CE6-8F96-3863-1B4DA7D5596F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A4C9A182-D162-BFEF-2A68-9498548256E3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EE29189E-59D2-016E-D56B-B31AEE35CC85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3B036F98-EB76-6ED2-2196-3EC32F15CC16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D07E4F5F-8D43-B630-DB35-914EFCAE5944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7E26A866-BC37-1CA5-C3B0-828B05BF8A0C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0B783A7F-EE24-F63B-6FD0-7133456F2EE5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008687F1-2107-980B-9E20-20F9584FEAD2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5D8BC4F9-2175-52D9-FBCE-9EBFE7921DE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8A18B9D4-0CAB-CB92-1F80-D4E410AD84E4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7A58E689-D102-27F8-7D73-34A5BB5BF56A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6E7F2AEB-7C42-37F0-3EC1-F55D783E7855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FF764B19-E65A-A823-2343-B71D7D620B6A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E8FDBFFA-4820-4C18-27F3-61831924F21E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6DE7A664-4558-7E87-2076-4CCAE4FA1916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CF48B566-AA98-6307-B419-630EDEE46DDE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0FA12F45-3599-B2F5-CD0B-F49D7B96C3DF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2270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83B82050-6152-D1AC-E919-D35F1791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930BF4C5-0FEF-5BEB-57A8-0B94C35BC6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DB9D4C2E-B3D8-4D22-C629-BCB562AE0010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94DD0914-5C4D-44BE-C6B3-4B66888E83FC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1C9E445D-E01F-C06D-A5AA-F2790974A72B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BCF994B9-3A7A-45D0-7B11-C36F87C5AED5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8548869E-23CF-9196-413A-F99DA5F471B9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58C3F073-3E9A-16AD-CA5C-BCDBDB191F1D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790DBF24-153A-12DC-4F26-E530AD9F3A09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5C230AB4-8392-C5BE-130D-FBE062E357B7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B44373B4-9A97-7C71-39B6-68B240E95A14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D430F212-2DA3-E0B8-4529-B6AD013F2A33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9CE9AB54-E519-5D51-C103-A2E21FD4941C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C4121588-7D6F-943B-EEFF-5304BC536C63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E7808122-590A-1160-741E-43BDCD964D9B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AD875599-2633-1A15-8F16-1FC9062048A9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87A4B80B-D697-7213-8C75-D1C9CC38BE10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1F2A74AE-4C3E-7B73-3596-6A11892C843C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CDA0CD0A-B817-24D7-6DCF-404055088C2B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F6FBEA6B-E2BB-4BCB-0F58-076E36429540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442635FA-CF86-B5F6-730B-2A752FCF60C2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D349CB79-A05E-A576-F940-E34EC231EBAD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D9B4DF53-381D-62C7-381A-E99BE466ABC1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7BF92155-D614-FA65-B558-6BDFB935E85B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19787768-EC70-58B8-BE05-E08D57F4FE1B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0041839A-EF14-D5A7-F959-01B267AFD294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6CD9B648-FD6F-5FA2-3F2E-11487330BE1F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CAE22833-E613-F77C-CD10-9F2B86403BA0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B8974C36-0776-4481-2559-6C44243F9616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125A66E8-8CF7-5A6A-CFF4-CB026F0A6E64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39804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12BF8AD3-FCB4-196C-CB97-27B92DF6C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231686FA-A025-5AF7-4414-A5C92AE2B189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8CD98EB6-FD6A-0BBE-411C-97399AFE15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9E357CEA-DCB7-FFEF-76BA-D7AF25A6EBE2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05BFCEFA-438E-BEEE-E80F-BBA5F24BE4F9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5A13C267-3D76-E202-BEC8-1E65F9974BFC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D9BD7F72-1B1D-22A1-5555-3E0908B5EE62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021721A7-0711-CB58-E905-AC9A60D5E5BD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96FD2C2C-565C-B19C-F73B-5EE5B2563F57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FE8EC101-B21A-EB87-29B5-7D45D8C6C183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E4144DE9-DDF2-3619-70B4-0B5CBE066867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765E8284-C1A7-D4C4-D47D-61C6D3883C09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21F7D4AE-2F84-966E-8F8C-B792A133E05B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49C75EDD-5BB5-002F-18A7-EDE799949BD8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043D1C04-4110-9B13-46F1-394D7C232341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7BFBA717-2E43-7521-93A2-16C07D3BB7C3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826ED194-A308-F399-9917-F5678E08726E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F518F241-77BD-6B7C-0A0F-9D222133B518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8A47B930-E392-6DC5-947C-BCCD57FF22CA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E82EE078-5AC2-D9C7-8689-A6957A64D0B5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088BE77C-A19B-E53C-8E09-26DD436A02A2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49B057EC-A44B-B6A2-D6D4-864D22D5B622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B05253AE-83D6-9D8A-5AC1-A1CB3E3AC437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FA01E529-CA22-2343-8A1C-E4B17F032804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2950BF00-D408-F63A-C64F-A4E42024D166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E9CAF92E-480C-7805-6C46-DD58A612798D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7E93E78A-BBED-41E3-9555-84FF03132CCD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35821512-6A0D-E6A7-F84A-0B676ECD15D5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82424200-3471-5EF0-06EC-4E59FED0A73C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0C2BF53B-3B5C-6AE7-2C75-0AD46D2B6489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70A8B95B-5C3D-7D6D-BE1A-E1643118AD87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A1DC1AB1-9D3A-3B38-3AC3-1FDF1872DA31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BAE91BFE-32B3-CFD5-140B-7814C5F0EE9D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85BF2A9A-8776-0B18-493E-7330712AF400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E6D079F9-B573-AC6F-65B3-7123B2617B05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6B53B755-F013-0595-548C-1F89E97F4E86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AB8F3E95-5246-93D8-40F8-A4E2F76B8EF6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FAEC7BF9-D30B-24CD-3011-88E4467E20B6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4AC7B5BD-0F81-B08A-62C5-E74BB1335661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69140C24-6B55-C06B-FF76-4D20B9E4CD0B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EFAD20F0-64AD-8B31-CDF2-5D02F2765163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FA0E171C-74D2-6D9F-B160-BF2BC3CD965C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FF3F17B3-D7A9-4DA3-0027-22F1CD42093C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E2D97107-2917-E3D7-E0BC-3205000756A3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30037DA3-040F-4074-8699-8452FEC14598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D3479A76-6CA2-BCFB-903E-3D299FD58884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6759DDF7-BD8E-455F-3BFA-FF5D5DCF5760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441DB0F8-17E2-7D6C-3662-6057F60AFB8D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23768C41-8354-22C3-B664-A9107231DCA4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E9D504BC-0FE3-28F6-9326-88107F437DE5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B5D49AF5-8794-2E9E-30F0-C28C18F7CBC6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C5734849-F024-9718-965C-843A0EED70FF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E51D3A42-B925-8F6D-928D-34010B2F1DE4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D65D05A7-9C3C-C74D-1873-769B565EDD24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DA7F100B-3A92-5356-62D1-A323BA9B0CE3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379B7DCC-FF3D-F4DB-CA5E-CC58C544D0E5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62AC9A1D-B1CE-B494-16AA-9C3B508A8328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D3333B76-5A28-0F9F-CE09-71755D9937F6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C7AB541D-E366-BD6C-48AC-50355254DA0D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84AD7589-C45C-E37B-4306-818CAA105344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4122A3F3-1B02-6FE9-4D41-F6189223C8A1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88E386C3-41A5-DEFF-B337-0025A69D9195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AA3A918D-71B5-0C45-9FFF-9324C68C4482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2E8FC13B-32FB-5A09-0C7F-40C286148010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07F336C8-0296-18EC-F78A-43D64D6F78E6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45EEF9D1-ABEB-8B6F-99BC-16D07768031D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9D1B21EC-AED9-A653-55E3-D00CEA02D1BD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25528003-8BD0-E9F8-A3F9-7552E55FFF2C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EC35D8EE-A75B-2FE8-87A3-9EF9B9E3EF96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BFF3F36A-2249-C6DB-1D7A-9D1DB8A46E9B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C60B5CC1-36AC-20F8-42C2-782E8292F398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E2A5A348-37EC-7E09-7579-8B5E2F05FD32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415E34F1-B108-B3D4-7FB8-B043CB94828C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D8EE7D87-4920-574A-90D7-11A3708482AB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8ADCDCC8-A0E2-CDFD-58E5-FF45051055AA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1FFD154E-D5F7-6071-883B-CA6867B2B754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BCF9896E-E8E2-9B6A-0045-4B7560828FDB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D95CB420-86D6-D31F-C664-DE3DF633FCF2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D700FD57-6F13-A220-78F8-2BB06A314C9A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FBCAC5F8-C992-8E2C-7BD5-FFD9570F8726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3071B972-9F49-5829-AEEE-D2095C3F7F73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983F44BC-BAF6-D2EC-80B1-866D5DB36656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8C483C6F-BCF6-103E-6277-FE5DBF86B296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46D77128-950C-F09B-51F2-15E072FE7D05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91F069A5-CEE9-AE63-15E8-9E51AA076D71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5EE51128-E8BF-A2CC-86B5-281FC386822E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3AC204C8-1721-66DB-2B1C-7D9446BC9CE6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2C1391EF-4BA3-4DC9-A907-8C0FDAAC77B8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6BAB3D3F-4D32-B29B-C36A-EB2CD08A9C05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027CB48C-1D37-C802-C618-BD3052819609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EF8A0036-8ABE-28D7-84B5-8CA746DE9017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45609C32-0B9E-A9D8-426F-4FCB60301B33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7C18590B-B66D-CCFE-7644-1CEF2D6F2AA0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E8B4F7B8-32D3-72E9-AC4E-7F150555299B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D364A4DF-5A08-DE78-92AD-4DDDDBE7370C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6E50AF1D-AE7E-F390-BC8B-160ACE463225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9D1CA999-B41C-5958-2BDD-8DD04D0139AF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E61E53E4-DE2D-4503-E0E9-B2D2C97DCF5E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776B245D-21E0-6673-DDD6-BB594B62EE90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1AA7BF61-77AF-A33E-C5D1-71C8CB7F2FF4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D36E53D8-050F-5BAD-4F50-D01F1C621BCE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A9C6F5AC-64C2-0A2F-8105-5324AC09F9D1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643A373C-1610-D7D0-868E-542B1FB4EF36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E6379678-DCA6-5C8A-352B-92B55F9E9520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41DDB29B-D636-3DA6-67C3-6AE8B9236167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FBDC6454-D543-2C65-85FF-A82D8781EB4D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01436BA9-6A75-5BBF-2767-D47DEDA642AC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A3218E1E-016D-FB3B-43C0-1A8E6EC00636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3AD43C98-AC94-8392-0ADF-97047EDBBC8B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ED2A6228-104E-B7DE-2F27-FDEB9A20697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4375BC46-04C6-A81B-8ED8-65374A4FD59D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432E2FA3-B728-21C9-02A6-E9811F082D22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D2ED4780-FF89-1B1E-37CF-66E3FB681C5E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CDEF36D0-CC2D-5E54-3919-46B67D3D50EF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B9389994-A3CA-E5D9-B20C-E71CBCBFC268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B02AF4C6-988C-9B98-E36D-00CE5572A7FC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357D9A66-EDCD-0780-7F17-25AADCCF428A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F9FCCA08-D8B4-26EB-6626-38CF57A0FA7B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7E55A707-FCAC-2A94-445C-853F00C4D776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719BC450-DDE6-9D01-1A98-D03DCEA23A02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8996EAC1-6FD5-EC10-5287-FBE246D1FC6A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53841CEC-6DCD-2090-B50E-8C8A1334F27A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BFE7926D-52EA-5D2A-02EA-CB2D0D4D76C3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A9972AD9-42CB-0D43-24F9-DAFF25AD4674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29F660DA-707E-3712-7557-103DCFA9DE99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8F1356F6-A38A-7BCA-E6C3-FB8E0F711D42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D2BA2C46-6B2A-988E-54B5-F0C57A17F054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865E5D27-51C9-EC5C-976A-5A1FA2017BFB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2E957F4F-6974-6611-4BE6-F84CC1A754CD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27DC3974-6DDF-0801-231A-801CCEAD51EE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F270AEDD-EFCF-73F6-5835-E91299475261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19106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527B80AC-F831-CC55-DA3D-9E43EED7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CF328E23-86D8-8DAA-94F2-5A9791FF80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E3DE6DB3-B80E-7D6D-7FB4-74900255E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93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466EB759-9C37-77CF-D892-89B420C7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F652D076-C869-2714-E5C5-4FF68C5C7DEB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2D96C0F2-CC1F-9498-60C2-8173B2C57A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D6383C91-064C-BB5B-71E7-16EEAEC502F7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E765D9E5-5FF6-F5C6-C355-543D9DBB61EF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E2B69C7D-E298-505B-64A4-DA78A9C5CEB3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4BD47B2E-5D71-CB1A-2E0D-8CCE0009E4CE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777F3A2C-C8E8-C452-B7E6-8B4FF5E9FC2E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098291EA-8ACD-C5EA-5F88-A8B85ABBE266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C0900DFF-B068-EF6F-5726-B6624818DCCF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3D6F333D-0EAC-8E1C-91FC-5A43D6930274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925F9091-5A2E-8CEE-9377-6AD8B878C21A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5AB987F6-9931-2930-20B1-9F034FCE5EC6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3B0423A0-A748-E1E6-0229-06F28FA8637E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84B652ED-81F4-35DD-CA9A-4E5EC8C699A9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9C4E8961-CCD0-4881-AF32-5DB89C03EAF0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ABBBB86B-2E1B-0B1D-4AF7-7F2E113F9E3D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4FBB5231-6238-97F1-702C-F7B589598FB9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90F822A5-C60E-DA77-E87D-5C7AFE2B8034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D6D5516F-F543-E9B5-54BD-D1BD0392BC1B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2E91AB13-53BF-443F-5856-649354A338EB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E7EC8E58-24CE-F437-62AC-3B7F1CBCEA8A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5D181592-4709-D85D-A991-0AD80E036C1B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C537E967-EE8F-1937-48DA-6BC57F38F5A4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0C28F6F6-38FB-228F-3457-70632C99D1C1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AF2676E9-6613-2FE0-9556-9C0F249B8815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C929E721-46CB-82BF-35CA-80F96CA91E98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3E8DFF80-50E0-02DE-8E31-37D72E74BD59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D2D4BC81-BF20-E1DA-EE65-5014362A43F5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92236900-E974-FB52-2938-4BE7D40F233B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377FFE1F-2EF0-1EBF-2269-5F47165EF8BD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8292C55E-C1BF-C604-8404-F1DFD3371D9D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4EE27FF3-B011-19D6-2413-9FF01E67998A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68B10DC3-A3FC-B1B5-EEDC-866B7C2E90FC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B78F3302-9FE1-1F0E-97BC-0F520DD78253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BBAB48AE-29C1-6FBB-6FE8-90EE01335499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E320931A-BF31-9990-B79C-10B62B0F153F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1048F19B-552F-A604-C7E1-FC31F85C1536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A4F7CA89-A38C-7BBD-47FA-C6280E2DF511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69E7A2A4-510A-D9C6-3C2A-3577E5473F60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805FF98D-0841-DA33-9E71-A133AEDB5B70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C5893F52-825F-6F0D-4F87-97767DAE0FB9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0E1D75C1-9E25-13E4-2414-C7A9AC7D16A3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A0AF1DF9-E9D4-3C3B-409E-F4341172ACFC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897DFA64-C65B-A466-813E-CA3B4533921C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503A2973-C5F4-F2FC-8A46-645476665835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D27519CD-5E3C-761D-5009-39993DE3750E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1E549C21-0122-47CA-E2BE-E3D044032183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070DFBB4-4CC5-07C3-7D99-C2F6A092D09D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B803AE01-9C5E-A640-D404-7EC9A58ED533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DA1A1139-0535-F111-C933-442606B72507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3F22BDFF-C092-66E9-5A8C-0BFD9D2C8BED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CB1F7F24-6335-1364-5699-9CD27FA3FD5D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063E6B31-77F1-3E09-1E7D-AEBEC0CDD5AF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77E181A0-5616-D7DE-3641-E61062501784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97989D55-9684-986F-2761-4717F777FE35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5D6442E6-8CC8-F642-6994-304BCE649592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F7B4F24E-4593-32B9-AFEA-FEF02CE60C64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A7A03E05-C0F0-EB4B-6121-17320CA11CE9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A1B1A903-66E1-915D-E7EB-52E073661B2D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BB5B78BD-B902-12AE-C406-97C798ABB015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368CE67E-12A1-1F44-C38B-2545E3E7EFBF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E252A5DD-E52B-3128-9D3C-7127E87FB224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002B7001-9239-A33B-99B2-3271213803D0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B54F0B95-1434-4879-1028-27A96A3C2404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081D53DD-0D23-3DD1-A09E-AADBDB87821F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43698802-C47E-5E29-7A63-7DDD48DB4681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8CC10674-929C-AF1F-84E7-50D461D7FEED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C96876B7-5012-078C-264A-1C5E24A58BBF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5D495427-7A2A-D98A-4878-EB722447E46F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10B21458-8DB2-12DA-6D12-0E14FE3BCBE1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23C2676A-6A74-D593-58F1-A62C0E41864C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120056C1-D0D1-1D1C-D7F7-DE289FBCF9AC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A2A6FF5C-0CF8-EE90-4E93-381C04761B4B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B848F0AF-A900-BB14-6E27-4BAA5517E41E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C3AB20ED-2E13-774F-7CDE-AE9E9AA2B5EC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2B6A7EA9-AA56-7E73-80D6-87872CBF4F45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2ECBC9B5-294E-DA15-2009-34F9AC4BADC0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F4D21789-E9DD-2465-BB77-2A39DB3BDF8B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70470BFE-A4CC-2922-41E5-F4C5B6BC3D79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A438BA63-9237-9CF4-FA76-5A0A29F87828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BE94952D-54BB-BA0D-EF89-9D37D12867D5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5BE9779C-86DE-2F9E-A004-D136C060E4B5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785BEAAA-B8A2-8A7B-D55B-654970EF65BD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F50EE7A6-1B0A-6AEE-DED4-2A5029652747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688CDEFB-9826-3C35-9A3C-19E0B47696FE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B45CBE9F-C1B2-34EE-6071-9C5E9EDBB10E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6911D098-F4DD-5921-DF69-5D0210A67B52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08898EF6-8551-5EA5-AC8E-0AE4ED2F49AF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0D27FEA4-E9F4-18AC-9A91-20F628A33899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C32AF52D-F7D1-8990-ED1D-D90CAC57517F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DD0105CB-E748-9AF1-5C6A-DD7646C92AB6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8967C963-C982-280B-26FF-FA2FDFCDB036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35AE526F-C007-F601-9248-14959622E0A7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E09B879E-5812-BAAE-A4DB-C81346B5FDC4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4631608C-A008-4AB5-DF53-4976BD0CB906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9B1228BD-C90E-847F-5062-CD476D57BD39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934F9EAB-2F47-2768-E758-3CCFD259DD13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31FE8736-F5FE-987F-FFDC-2AD4043460A0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1DFF0694-5D2A-A401-12E7-6D9AC6227C2D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1CB9A52E-7D32-F6B4-7DC5-C61AF129E739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4A5E65B1-D375-B38C-ED9C-11ED1BC40110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F49C628D-EF58-600D-C3EA-F2E5700A9615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776C005E-481D-106C-CBBA-DE7C56E0A84E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557D4030-C28A-3E76-F766-36A5D47C9281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91CF90B3-1003-CE4A-CBBA-EFBA1D2F8185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B242C1D2-8945-F95D-8E93-C89C0A36EE1C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343399A3-2921-BC4A-9145-D82F3EBD1424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105F93A1-EC19-DCDC-FD3A-2FB4DBDDFF95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C3FBC50C-30F6-9618-B319-D8332AF35174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B9A77D05-AADF-8B99-9A8C-36EB9243FF09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B034A2DE-EB8E-5FAE-5CCF-AFF89B9B77B0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81F1ECAF-3949-0E3D-BB0E-CC9ACEB48570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A3E655FC-A0F1-BF2B-B72A-313A2612ADDC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1DB728E8-7E9B-3387-6F60-F7CD6C8E4C03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EBA921AC-EEDC-2C39-8BFB-C75F4B1A36AA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4495A156-558D-DD26-1FA0-EB05C522A828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C4A920E3-19B6-2BEA-5F2B-C3FDAFE5CA27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2084CC6D-ED62-7857-F392-37168B76D028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E6513C45-248A-B1AA-F1EA-23B9AB901A52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3C9B8CCD-2C2E-0504-67B9-7193E8BF67D7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B5AA1CCE-038F-8E37-7945-AED32AED654D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6551B8CF-5EBF-FFE8-998D-C45747A80840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D94104AA-64F1-28EE-7E57-061CF69211D0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95BFB446-FBAC-51A2-B397-B1E5F8BC138A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28C88732-9302-0F55-AC9F-87EF83127BDB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6246679F-DF34-0182-CFCA-CC35AABF74EF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6E653E78-AD04-5E3A-9A03-55D0A9527F03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A757C4C6-6E13-6E26-27AA-B1F6C7295494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4AD416BD-B305-F4AE-507D-B203096B17E0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B73568A3-4DE4-8AE0-1C07-391B5D7BAB36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04346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345D9C52-AC5D-D965-CCEB-A5D7BBEF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E9F0E6D0-C4B8-E338-A118-4AFF0E0552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DC91A6B3-0541-1E76-AEE1-FF66EE284B2F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7EBDEE81-F696-3C14-DDCA-1A0888125DCC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81256CB5-407C-69BE-7B07-26AF62C64D15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8B7E0B11-8A46-35CE-C388-F9AE3F01F47D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BD4A53CC-0BEB-0B49-B91C-C37EC535445E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2B656FAD-0670-F0BB-94B3-6E7B99621E3E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18072270-F3FD-F93A-1B2E-F4D1275DC141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6E3C23EC-5144-C69C-BC42-4A1C9DA2782F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337BD6B8-10BF-CB96-6621-314981E8C6E5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4E7F821D-19B5-EFF0-8987-684510CC9066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4360D158-7EAB-C2A9-22C7-60D1117799B3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76F37D76-D148-E668-F598-FB2AD2993234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04EA832D-6958-E64A-BD93-1AD0523D768F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4FCBE463-6300-F00A-A316-E718E0F01DF3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25F52058-2677-9DA6-DCA6-B030A8287A54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694C24C1-59F7-AB0B-9641-654199A036A2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4E41C611-EAAA-063F-D064-DD2CC351853D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ACD2A208-0C61-0AA9-903D-B38BE39A1D72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B1F16E4F-CE91-7EF4-D445-0FCBA9BE108D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3CC15F3C-AE54-EDD7-DC5D-769796EBF144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B7AEDF7C-47AA-472D-7574-81B3C7101F6A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3952429E-6326-141A-8479-00AA60EDFF85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8C1DEF55-4218-8E7B-3158-9483E37CCE10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2AAA8610-5E3A-E86B-B816-BF5E2C5E9721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88FCBD5D-023F-7824-8B4C-BC5E3FA54AA0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D1769194-CB82-C49E-E868-6431B60B14A0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BC807F94-351F-1FFF-AFD8-9144A09EBEF3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1C6090BD-FA3D-4C9F-1A0B-3C1C8C5BF193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70792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A091B214-EBFF-5038-E87D-7013C7998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93D22366-B5E0-DFC6-20C4-00E7C1F36F4F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C5AFBED0-865C-A766-E4CC-B9994BC8D9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976EA04A-FC95-DC95-B6AA-53448B91FA85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F6D62A49-985B-8C8F-C0D7-9FB8629C69E4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B56857EE-0940-A1A4-4589-E3044E7E7114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7ABDA49D-4F11-AD88-5A9E-7DEB7EA154D4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6ABDE5FB-2DE7-64FB-034A-81C944A69FA9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56AE6BEF-D5FC-BBA3-5022-49A635B8EC55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8F27CA90-661E-652F-5D13-20C67D7E47D5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AE013FFC-101F-C116-2B99-83A8F5D7315E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8E62BF7B-F284-7B7D-739A-DBED018D95A4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7455113D-36B5-7E8D-1A20-9211B76D25D0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A1A40F78-BC81-1C33-4C4F-AC37398799FE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11AB9D55-067F-BD69-4D77-786434BBB36E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3F5AC738-497C-AF5C-7F6C-ED23BDB467A2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7526CA12-5556-F524-271C-953EDAA6224E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F1619DF0-8E51-B83B-5CFE-88623128E19C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75544B3E-4DF1-EB08-D5A0-365AB8B425A0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938C5C24-0D6D-E3A5-B99F-B7F145CAC6DE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9FA38EA8-B60C-24A2-F210-0B641D1BFCA4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F7BC9BAE-BF8A-178F-DE83-719AA8BD9578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67B5F48E-8840-73C5-67DB-3F332FA9BEF8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1B440F9B-1A16-6C1B-6422-5DD99E70C1DA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94B8597D-67B4-1934-791B-C8479E144D3E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0E2B038D-531F-90F6-0668-5FF4EDBEF683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27B66344-A06C-F326-24AA-39D67590101C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ECC01EE9-FFBB-C2CF-4D10-423AA0E1CAF9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286320BD-8F99-A64F-5DF8-F0AA1EF1A7EF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AAD727DA-C514-BBFD-E9F3-B7EA3499B4ED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E90A3490-FCF4-FB52-CC19-F7E49B10B19E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7C97E415-4B55-0E43-F332-536B65C9F4BD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4F4CCBA3-4913-2B06-3D08-74F7D7AD6130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A1D83AA9-0A2C-62C7-1041-A8E3AC3BAE20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CCE301EA-F009-5013-6964-9A8C6373D928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779B9092-106C-D1B7-1342-C39E9D281B4F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BEFF1C0D-DFCF-7402-9E35-64BEBDAD7036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21C5D070-0100-4E3D-DFEF-6F102BD12837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C9FDC062-ECFF-94A6-4DC9-AB0751EC23DC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A04C4800-5994-3DCC-E852-EF5AE48002DE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839BBBA2-24A5-53F1-6D26-00EDE9AEF388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9150D1D5-2ACD-7623-F4FF-008313FDDFA7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5EDD8ADB-5C01-F785-0CB3-2F4F72DFD78B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F160D08E-EB88-69FE-87A4-BEBE1D198AB5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8640BCD3-1BB7-0309-1D70-ADB46F5E1144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4EEF2742-D260-65E6-9610-0CD3B3B8A063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377F7970-538F-D2CF-9473-22AF65F99994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1FE1D00F-EBE2-D72E-0164-36BBD5898BC4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DAF43A13-4E2A-6B14-0A04-C8A3174BAB26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BF1C9B1B-762A-A756-ECD4-F76D3561BD6C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10E10F27-460F-2360-1753-C42F7B82D7C0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19C07755-8013-150F-3232-3426BC635421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BED9BECC-4DAF-236A-864E-B29DC43FE3B6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C6EA658D-3014-F95D-142E-AF1A2F02F88A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2011483D-E2CE-48D7-6A3E-792BF7B4BB0A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57A60B19-9870-016F-FF6D-E224D4C1C967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8825A5FF-11FD-1A7B-04CC-C77420512EB2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5915595C-7D2A-82AF-6DDC-F0CDC6B431FC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271710C9-0787-A2FF-CDD9-4E7D15C9532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4E8BEBFE-39E2-48D1-E6CF-08FCB668FD08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F939244D-0C97-E7A8-2F93-65EAC8DB1C42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0834EB7A-D8A7-F4FF-CFC3-16F8065ABA25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5393CBB0-4CF5-DC7F-8030-7FEBB8FC2D98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1BF57189-959C-58EC-0DD4-E8AB728D2066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38DBB69E-18A4-54E8-3F26-5FC78F8E6FB5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7960683E-D143-64BD-D7FF-5BAFEF42517C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B2848AB8-CA48-D114-8BC6-1386C91F0630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0C4C47A2-5ADF-9D65-3495-2504BB1ED77A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31889765-0557-301C-D1BE-56813403A1D7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97E2B07C-CBF9-F6A9-ED0F-2D4BFE2492AE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DBEE4C9F-0246-90AE-7747-5C162E157725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B33B83E1-6064-268B-BB95-2C3353E1B258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B6A8C6C2-E82C-CF7F-77D0-4DCD0978D156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3ECAEF39-238D-EAA0-9A30-CDAC3C0A0F31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1CF55493-BD9C-D9E3-0BFF-3449C324FD91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1967E76E-58E0-6DC5-431B-3ACB8E8FA893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D10760D0-6C5D-4A3F-BE2A-9A4E0974A1EB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DADCDCD2-9FF8-AFCC-9660-F0D07FC3CC53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A4B0A312-CAB5-F7ED-366B-54C814E997C8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30853E12-7AB2-15AC-64CC-3E9686C0726C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1B94F20B-1CB2-37D4-D209-FC49F282B793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C73F55FB-D0A6-7763-16E5-0220F3B0D868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93397F44-ABB6-88A3-5109-4838B278AAE2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CCC87C0F-7FB3-6A89-917C-46CC60BCDAC2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A7990B60-C0E8-2D09-14FD-A76C0F9ED87C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DCBF20C7-FBE9-1097-7D7C-D1C191379C3D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2AC6CD0F-F864-A916-49B3-E66A842A336C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5E8C176F-6DBC-87EA-A48D-5B8798989E77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5A7927E2-E6CD-1DC6-CFB1-C98F3139BFD6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23494C5F-D461-40CB-2020-587BE0F002BD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08D0C474-795E-1615-32B7-91F04269B3A2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47D58B69-8E4C-5473-5CAA-E0F628C58B04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09B92742-06E9-0922-EBC6-45C73A350E43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A268575C-84F0-2361-7CE3-EB0793DEFEB7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E392B94F-70CA-61D6-8CED-D9A7998B56C6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8BB4E96D-5150-0831-4D0A-2DEBC3F91A1D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9BF428B2-C840-B4F1-BC66-27696B7CB55A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CD672C5A-8AA3-C4AE-307E-AE3DC4323371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D557C213-6206-3C6B-0781-AB768D7DC4CD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059FF656-2CFB-AC4B-54D6-03B050F8C190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5BBCBBA3-2219-8689-3C80-D42877976D79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EEA950F0-70D1-3792-9008-84396B470ED2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001D9ED8-0073-EA4A-0BF5-9600B92BD604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939F52AC-673E-A3E0-B64C-C5928FDF613B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CFFC8866-54B3-8BC0-24CE-FDB6F9226912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5A253EED-E855-E03B-0BD1-F0630CC449FC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631B3DD4-A0D6-67CF-D300-B66DBB442097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E91D4801-EB94-08B8-C42D-7B35FF0CFB10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9112ED08-9145-25AE-7607-24EAB11AA6BD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F4B9C072-B37F-CC03-6C23-035442659B91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5FD7577C-F091-2B34-D33B-79F2AC8A520E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A37F944A-CC36-875F-152E-A23397D36F0D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C6082787-5D6C-0A3F-D63E-FA2E39E26595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2C73CD78-1734-06C1-E002-95A493ED531F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952DF7D5-BC46-093C-DA7E-9291F01BC253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A996625A-A90D-5A20-93BF-F50AF2D54DCD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84574B01-2F58-37D7-A831-23C678F2355C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8496CD94-7EE2-F234-DB3B-EB6AB8A537DC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898D41CF-3DB4-C5FC-C0FE-507C57B912CC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6C12B42A-5D74-FF9F-E611-CF19DC590336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508824A5-D239-E2BB-3785-784DD19728A2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9BA8FF55-2DBC-41A4-55FA-ED3166F04CE2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E89CF92E-68E1-408E-8487-0DA37C3AE705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520B160E-C124-7A21-6805-99314BACF899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8A5A9E69-9E9B-A4F4-D5F2-33205F403B8B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609F6F83-3F97-D3BD-0486-DB1B39E69709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A0B0A766-418E-898C-8F72-C13789839A84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26811EA2-1D02-42FD-2ABD-68615BD10792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26F85DA3-CA0D-5453-E226-1F359B4CE5FC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CBB788F6-B860-5423-D109-29924A84BFE9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70390B57-2645-C344-5328-E460E14CFEFC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30110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7A426BFE-39A3-F070-D6B8-1357B3AA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ACD12FE4-C4FF-D1A9-56A7-4EB3721867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D5DAA938-3B49-0D3C-E52E-02B6FE93C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1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474A8C42-400A-941C-1E54-2C4323BB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EB9A9442-CE10-B6F1-417C-662D839D51DE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C91623AC-F9DC-A50D-CE27-E291F1E2A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FA0C0C1C-F37C-EAC3-7A4F-CE8032906752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F7E7E8C2-F9B9-A5C3-6E84-ABB789EA49B9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E49C79A0-EC4A-B547-5102-9C4A1ECF33CB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611191AD-D0CF-891B-D885-5DF51CE51A1A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440FC66E-7318-DD2C-295B-43E2242DCE84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79BDF013-D5F3-C7A0-8B8A-95CB828F300D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FB07AA7C-D3C2-FB9D-CEA9-61605333AF17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4FCD0BE7-592C-1280-BEE3-E3DFE1379849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300C3AD7-6915-C11F-6CCF-16F8635FAB4B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D930B182-7AD4-35C3-A306-F453944D094E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566FDDED-05E4-0EA7-4C22-2C4843B9E04F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4C50B39C-DC25-416A-BB50-2BFADFB81818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537DAC6A-781A-B977-B8AD-861192A69F3A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28D6D966-95D8-B30B-321F-1108BF55AD3B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D42D410E-6ACE-8166-BC77-4C8B7471A35E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7603ABAC-AF7F-D3A0-5407-091723D74E4E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2490D11A-73B2-069D-3113-4812245DF5C9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F2256209-960D-DBC7-2FAB-2E34B11B9CB7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B5D725EA-CFC5-DAC1-067C-07F570B2B2BD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55309455-6F61-1EF9-E5D8-9D426A254EE0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2CAEA063-A1F2-89DE-5EBE-DC5B748D822F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71B2EAFE-A852-769D-7FEA-D5BFF899715A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9B749373-E13B-6EAE-F554-5EC13D843605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DF20975E-4D22-CDB0-C57E-046755A420B1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BE360238-44F7-9B53-8DA8-CCB5C79D3031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9D972C30-D318-9FF4-C38B-9C3EA4B0E551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0EB60430-6A99-92B6-C9AA-BF2DE6C33EFF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4CB03741-3565-808B-BB1E-1343930CDFD9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2F1D0C10-B9D5-605B-28DE-A92A3A6457DC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2CB369E0-F65F-38BD-7349-E64C01A4BB3F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E1CF363A-18A4-289E-B7B2-1BF475B1DE23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AFDA69CA-7200-2537-4B27-9BDB50552E0A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E42AA9FD-C8E4-E943-2285-C4B9E518DA87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8E076F4A-90E7-CBE3-CDE7-E6955912A6F5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D5FEF9F3-A2FB-7774-D870-A9EC98B7A2A4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DBC85946-46A8-DE61-CA22-0953CF9DEADD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C7E9214C-CF4E-E37F-C205-327CF408DB27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7D986C0D-C096-7DC4-AB2E-C7737649709E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D3C7901F-2427-0337-2CA0-DF99902F73B8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450D929B-1264-F71F-F2B7-C2583300FAC7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8FBEC565-88DC-4138-7BDF-BB8CAA7237E0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26CE0754-571D-D946-3D8F-21EFA7EB30CC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98FA3DE3-FA35-5062-2CCC-AB9AAEFF9439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3FE8FFAC-04E9-1365-4F13-EFDCB84D10E3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F3A25577-86B7-A07B-B3EC-221A025401F3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54B25434-62BA-4D6D-8D44-96B54843FD19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8CBC740C-D47E-B5EC-F554-365CD48E4532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FF908DE8-AE45-AFF3-0DC7-E084DF9038DE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A6056C6A-67C6-652C-367F-5933B6F4D995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AA7711E8-48DB-B726-8895-732ABB25BF71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8AC8A596-BE6D-BAF3-E05C-DB1592920135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2E48AC56-0F48-0451-6919-8EA5AC88120E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B9412B65-54F9-5F6D-9159-23B390C53637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567B1DDF-7F1D-5C1F-027F-D402F7586DA3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2AA3C329-4D9E-5BB2-3527-9486A363F573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EA63EC2D-3EA3-2B23-39E8-CD1A6D657149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9AEA381D-1E62-A3B5-C634-0E5C0291E8EC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5608A704-F5EF-3F82-AB9B-4D406668BE37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7187EE1F-3058-40BD-6303-C192E9D13B0F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D2B1602C-6289-075D-C833-08B9E58BCECD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F1911710-DB08-6C20-BC48-438E7566DFEE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CB9E65BD-77C3-2475-2DC6-EB5ECBEB8F70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9E2C073D-D898-1456-08D7-E1D7CB43DE1E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CB9169A4-CB42-1745-36F4-F83CAC77B0B3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A81959F9-BC9D-B29F-F844-FBC815E3D39C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D355ECEF-99D6-F379-2949-6144B5D783E5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ADBDCB62-27DE-7BC3-DDBB-DFA8FAA0C77F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57485C9B-C85D-F83F-B2DA-9457B2E78912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0FC426DA-8258-2DA9-5B07-7FD36A96936C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E52D1643-344A-32C2-E3F5-972793CC0BAC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A7D8D343-2C72-CCAE-DCAC-488FD70E854D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FF19C4D0-A0E3-8A09-D6B6-129BB89B6836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5814B6EF-CD54-168A-5BBD-925D76DFDCC2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9F9117F8-8F7B-BBD0-1EA6-59903E82F364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236ECB7A-E026-36D0-3AF5-65FD683B371D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3940E2A1-082C-F62E-CF36-089893B594E8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43BBCD74-ACB0-7013-9E00-CF45AE6FFD14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1A381D51-D779-5219-60E8-236C9D7669FC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7AA435FB-7ABA-B241-9165-D179A2A8638C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304DFEF9-C920-D8A5-8281-3C56BDAF6E96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028982C2-6A55-77F0-4ADB-DB02E782294B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35D4B364-1497-7410-820E-007151A3E8BD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D57B1DF3-2B12-7FAF-95EE-3A07AAB5DC0A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86652C6F-3C61-4488-FCEC-7489A24C76DA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B0BA9839-8214-7548-3A26-0B4AA1185A78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4C77C76C-06A7-CF3F-2139-9B40C9C59B43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704F49BD-6CB4-39E2-6230-6BFD324D74EA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82802D30-503D-5AAA-C78E-D8878832BEDE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9E807265-8B77-6F19-E225-643B3D792EF5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9C2D23BA-C92E-883E-ED02-4149707C7FE6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F33D4022-BEE3-9A3C-330E-A7CA67E56B8C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57A20D80-E4A4-3586-F392-A492A23614C0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BB7E9C41-68E3-C1F1-0E8A-3C547EB7E2B6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B6B81775-50D5-B7A9-F5FD-5DCF1338CA72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0602D41A-CA72-F50F-894A-BFE2CF6EAEDF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303FAD18-B7E2-C07A-EF98-C8DEE872DBFD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26A1620C-E548-BC50-B71B-4BEF8CB0B225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E30C6C7C-880C-0253-E7BA-D769E0926CF7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FA94CF4D-1DFF-2FF6-B095-5EEDC7DD46F0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3DC155EA-36B8-7F58-65EB-1FBFF364C237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56A99B6E-C031-D978-A159-45A5D01AC08D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9DEE4FCF-AEB5-071D-31FE-3AACC47175AA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45BEBD51-DBC5-8B16-94C7-3C2819998A65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98216A2C-4D88-6697-E72E-B303530182E9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B711F204-7364-2DA0-BE0D-1084BA05AC96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E5B17DA3-C2DD-8ED2-ECEC-0E498B4474A4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A8E68F42-FA9D-6322-2E48-5665CE5C26D9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8D7A7167-F3FB-3397-63F4-11FA511FFF50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00BA97B1-364E-714F-3226-A3D80B2BF69F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ADE33799-2086-DA7A-6528-13D6E6E88CE0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39E0AC7D-5D01-3A9C-A29E-B1B40C6B79C0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950BAC0E-FBD3-9B99-C80A-5AAEBCA2397B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7EA81BFB-D27D-7E29-12FA-6BB7F37449D0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EC9949D4-62EF-40A6-ACDC-EF15805AA81F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E5AAE328-A2CF-0481-90DB-562CE2DB84BF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6818DF96-9046-863F-4C49-815C58F17454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BFA45B61-774C-185D-3689-9891F586CDC6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FF0EB2CC-FE5F-2351-5174-773DC7E13DE0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1AE089D1-4B61-CA67-AB8F-93E520BA6920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0B1B446A-A2E9-6A9C-C1F8-BE13867D7963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A5446DBE-CA56-23A8-EDD0-E25DB05C5F10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5FE457C3-412E-E1A1-B205-C1DB0EE363A6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7FF4466A-E347-83D3-6ACA-58B0B1D5997C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774AFEC5-3B72-2BEF-7A7C-3AD92F01E545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4E075C15-86DD-5486-C114-6F9AFF3D7140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516B6E36-F95A-3BDF-DD14-33ACF0379A64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50052E34-90AF-9B97-2B36-B956F153CA75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7E86FA13-0730-4738-4FEE-77DAB22F1CC3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2599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5811EC8F-230F-2FB4-6C39-A3B4F514A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11767EBD-EA8C-8C8B-DE61-CEE8032A71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21FD115C-FCF1-C802-8598-D98BE3070F4A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2BBC92E6-9740-1F26-C599-E57CD020220E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C785D997-C643-D355-B9E8-D996D807D8BC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32BA05B8-482E-8856-A470-3D71AD8FCFFE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CE2645D3-03B9-9FDA-A65A-01A64CD6745A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C3A54172-990C-20F6-46F8-ADFFFAA0AA60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0CD1C19B-CF83-C311-A28C-42C7B312A434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711053A4-24F0-9207-B269-7A902D2717DC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A63A0EE2-30C6-1F2D-7FCD-5E5031CCBEBB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6225C4C4-B932-3E24-D61E-45FB541C12C9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3E317DE4-BE26-13C1-ACFB-924CEC77DC5D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4F9C1149-4B73-D6EC-716A-45A80C8D5E2A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78AEA19F-25B1-20DE-EF5F-FBE335E9CD97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05382171-11E1-6132-9724-F4932AB850E9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ADFA62AB-5BF9-97FC-DCED-D4A1A65DFFB6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93FB2766-739B-0B57-A23C-0EA01403282F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22E3956F-0F69-8DB2-2093-95939C7DFB12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38242361-2A05-12FB-07AB-53167A7ACD5A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603604B9-41B2-AFBA-C411-B0515C233CF7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1AC82F2E-1F13-4B82-8EB9-9E6EF1B0A11C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3B36FE7D-056E-8BCC-73FB-A9B67A23DC15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9B92A8D2-D1F1-3845-7F58-836B0BA4BAFE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3D713D5D-DAFA-A609-C5F6-73CCFD03B7BA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7901B5B5-D9A2-F018-5E68-8F174CBCF6B6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28BC87D3-7C54-8264-58B3-FE13AF54A2CF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FEAA36CD-4807-3017-44E9-528F2C08797F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B77ED3CB-E9F3-BDA6-9691-879BDDAD63DE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150743B0-2732-C9AD-96E4-3C10F1E0BAB7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52457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62DECF3F-B333-652B-B696-D6BF76F9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8BCFB64E-7EEC-6486-3733-514CDA638B14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7970523A-4432-8757-85CF-F59B5B68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60251F64-1844-1134-9C2D-5D5107C8FF14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C63F0A83-9D98-AE1E-253C-02A5DFEF72E8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075781F2-8D65-CBC1-BDCB-0619F97ED923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3EE0D4D7-F534-7C1B-BDB6-6D83C4B198E6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38B20D60-811C-C8AC-00EE-788F5A5EB2D7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19CC046E-1663-83C2-0FF1-AD05482F4747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B95B6334-3D6F-72B6-0F75-72E5BCB80781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48A2FB2A-3723-3E5C-71BD-9F772C686C1E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A3441AC5-A20D-C3EF-D133-65F786330ABD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EF6651E2-702F-1A59-0984-95331E6F0A33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551E2DCD-DD43-2F52-2119-AF6E59441FBB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63349B17-DF2A-EB53-AD89-818AB1A68A56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3F7718E2-95E5-0DED-399C-6268A70A9DFF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B327CF99-0639-F275-EA1B-2451101732F2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1215ED74-858B-5CEC-46DA-3C6B22FD81AD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4CAE4F4A-BC87-AAD4-D3FE-D17DBF01918F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AA268AE6-B7D5-F5F3-91BB-853E3E883029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2C9DF7D5-03AF-E08E-4974-9F3891C8C43C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8AB202F7-8AEF-212B-A4ED-9C2176CDB15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88CC22B9-74EC-481C-685B-0FD27520C1E6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66A94CF4-5A4E-3358-F254-DFC96189D7A4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9184FB5E-CD89-C8B7-EF74-2EA8464CEC90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312CBD31-1A48-AC9C-AE96-AC294EBC9326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246016E2-4470-5370-C921-ECC4B6CA99D0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BAECD84C-1004-2FFA-E9F9-E030B7C8CD4E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BB585F16-DFE7-35D7-6219-A9DF08094AF5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E866E0A0-D050-98B6-F2F9-C83E42E40AAA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903E776D-33BB-1425-E91D-314F79430958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10872EEB-DC91-7663-BA34-2CE293902E14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7C5026C6-99CB-B621-A545-C9012CA13C31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3A2D17ED-59F0-5DF7-8ECB-FBBF7A6E4117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591FAB0D-3905-C160-CFA4-9699D85B0D5B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C3C57795-5787-6927-DFB8-7896564DAECC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27EF77DD-6688-2B26-FC33-DA3EEBF26EEA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ECACE38E-DA06-8F95-48B2-721B694EB11C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FE8D546F-B8F3-EE19-CF60-20F90EA0A645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4A2B465B-DF85-64D1-AFCE-3E1882FEE2AC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46C4B46A-44EE-B972-8A26-994960B3D800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D609BB34-3093-1919-D17C-45EFB5961D34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66C0D14E-4C32-37AF-64E7-F3357E15E857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5A55B5B2-300A-93DE-6538-8F6548740E2D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6C6B9A2D-78E4-1A0E-FFE7-88816885EBE1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0290ECA7-8465-1127-A59A-E2A0211895BC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6555F686-0CD8-E322-4885-8A420A6CE610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3B52CD58-FE9B-3BC9-4C75-CDCBC35BC6D6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3FEE8188-18AF-93A9-C48F-31455CF71B1D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1E17ACD2-9DD2-FF58-8FC0-BF90FD9F6F2C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7E5CC89A-2E89-9D36-24DB-1BDC3D129022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82059E0E-1DE0-FE6A-2472-9C6A1077E579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05762B30-C615-A56B-D547-85813C2159A9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8EF39F80-9355-AE36-762F-EA87928F6C6D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4A327DAC-4C74-38EA-5782-F2A3A7706DC2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6D790869-5675-1FAB-B6EB-066F02C79953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7D233623-49C0-AD0D-89B7-1EA777F28B4B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0EFAA79B-2D22-739C-2326-6A7DC152D80C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CE018A56-45E5-2716-C6D5-0AD6EADC34F7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B55005B9-0094-1BEA-BE35-AE4822CF1802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2AC6089F-DA81-AC79-4A89-5B3FCF6ADD59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A02D3A24-E88F-C028-0154-F6DEEC877FAB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E4913D65-498A-B4C1-E419-E0779E40F9EA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C02ACFA5-4D5A-D74A-577C-27DF60C837FC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28863F2E-EDAC-07F1-F5EE-52EBD2DE93D6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D3489A43-3100-AB35-6304-15D460E9ECFD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39385597-F7F8-86F5-ACF9-08DDAC87046C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0EBB4118-DC9C-4928-6F35-24C60A2824AE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B7E42D8B-F646-A369-5DFD-CBB0797FC2DF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6A1106A1-3029-C056-560E-852536C59C08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BBAA7144-6A92-A420-425C-9AF8E6525404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1D8D9F8F-2C06-BFBA-9BA9-0B37226471E8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1B07AE97-0DCC-26EF-AE29-A57FBDE4F7DC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0BD18290-CAB4-13FC-B892-EBCEE7E92E6B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44701462-1553-0D54-BC4D-4AED1D4CD9F0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A6F42AB8-4B22-B3AB-70AF-B0F580171082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225F5631-D6CC-4935-C00C-B3010ED0F42C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175BFF58-6D76-1212-8968-3396353A1ECD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D8158103-FFA7-61AA-D7DA-09002DD73C81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A346E426-DC62-8875-EF05-16310A1BB60F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08EEF7F6-DCC7-AA66-8D8B-9FEE51FCDCEE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DBA9CA30-8A3D-57CC-4253-3AC5AD0B5A77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638A624D-6BC6-B3CC-3AD5-060A6942FA11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B6163AFD-A0B1-A318-388A-2ED6151811E6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F2796F48-D73F-EE62-2514-FEA5136EE6C8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ABAA79C3-8FF2-8F83-D5EE-6E56FA71082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6CB09922-33B6-C87B-7514-C51A25D2FF03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7FE1FCF5-2906-08AC-E9B3-1A82E9EF7215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7B4BA691-ADEE-648A-F848-F4C8F2A1A8AC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BF0E50A6-4019-1791-711F-742EC9E8D948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3CDD2AD5-2F1F-C2DE-4E5E-704C2D97160B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611B998D-8B0B-36CA-8209-E7490B81ACB2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0660A036-F692-F2FE-7A76-03CF0B4D9A4D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1C623E65-BA0B-178F-7013-3D9646F462B5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AFC81021-3827-0557-0917-62C201F4F2B1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98D53DB7-BB56-4BDE-033F-D0EF5194C9A9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F95BA820-BAEE-6484-771B-9AF910565702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9EDF4562-3888-7792-9A9E-C1E532995AB5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E0DC3030-488E-5D2F-CFBD-2F2D44BDAA7D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22F81381-210F-6AB1-3313-14C1AAFFDE14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5A94F6B3-C2D9-0D04-48C7-3E6D02E16C5C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170508BC-0B09-F50C-6613-0F12AAECF53D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A7DACC5D-29FF-CFBE-4D47-2E60D492DC7F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BCDD74A5-FD3E-23AC-03A8-D4AF8422F21F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171951E6-E8E2-9DA6-F537-D579EFCAC800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17D19DBB-094E-61A7-438C-10CDBA5F5104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E09E6CE3-8AA2-1BFC-0846-520673CCBFDB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9E94B95A-20D7-B266-A4C6-224F2E42087E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100BF42F-014A-2421-9C64-98BB64EECD6E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D97AD18E-41C5-604F-991B-9177DA227C9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E2B39C8F-2B0F-0FA6-463F-A627878830D4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E48156FA-E6DE-58B9-F2E5-F7A399C6CE88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D8073473-531E-2BEB-A147-485EBD8E8414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F37D47BC-FDD4-722B-D644-25FB4B49E228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2BE4B44E-2F0E-1D91-8A93-0C0CFB341918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5D08E516-D225-331F-BB98-E37E629E01D3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6DA1F2DB-E9E2-B702-8F3C-8400E150597F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03CB458D-91F7-B4CA-6E3A-CD326762C17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C3739DF5-6DA9-1BC8-BC3D-ED146EF0B418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3A1CE675-BB92-EE2B-199A-B4DADF4CA096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6CDFAE0F-535A-4419-F735-537B8D533EED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24499AA1-01AE-AB9A-0D44-3DF862BDA825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DC01C536-6FD6-C460-9C12-A41E8FD10872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8484D8C3-0FBF-77EF-C473-7FE55945208C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2E0DCE29-FB87-01AF-2951-0D6927F497BA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E63433DE-E8A6-147C-3FA2-833F97EA9CEC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BDCCF877-32D1-6734-8441-D099E0D7B33B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4908A743-DB72-D2BD-03BF-440EBFA5FF00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17D94C29-68DE-E54D-592D-D84BDD1F4E23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6E284FBA-5C32-D7C3-B3BC-5E534284661B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DF4619BD-1ED6-68A3-5DB1-C652E64D86BA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6284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B98290C0-F4B9-0915-5A36-FF31C7EE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892B3A21-0D04-6F83-A931-9DC6A8CD4B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70C5600A-CC67-91D7-0DE2-32AE93492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42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4ACB6B9C-E34D-A54F-6A2C-A4A97060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7BCCB1D2-ECF1-C524-F0CA-6671D9C09E01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232B74C0-0B64-BAB5-F1F9-0429E70FD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22C7C23E-DCEF-0C80-913D-E20F7978E42D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C9B12B73-ECF8-812B-42CD-62A5ADDFCC9B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8889B519-7509-F2D8-DEC1-EAE84B435DD2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5D8B51E1-8CF7-BD75-CAB7-AF3F40FC6BD5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9ABF25CB-E6F4-B052-9AEF-987869C90F91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23D8049F-24F0-739E-12E8-890BAA8BD6BD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2D76597F-12A9-99E3-C47B-5D3B800157F6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A3402300-95F4-86EC-AAAD-2908B54F1862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F845F27F-7422-A302-C216-3B7C21262869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452E5072-F1F8-B408-163F-BAF5D8C2D1BA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2C2FCECC-5D5C-322F-099F-58B18D2AFB04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4F155BD4-FF80-B2C6-EA92-E3968AD5AEC9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A87A5F28-2035-BFE6-7FF9-063C84856D32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7390867E-8937-7B20-4DE1-3867FD902426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2F3E2C10-8EEF-1EB5-A045-ED4D270158EC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7C53059F-2FE2-0C37-EC6F-E2AD58B570C8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30F36F21-F349-4104-34D8-AF514B00EF56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95024FA7-E67C-8078-124F-C852686CE451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6C28C0EA-E24A-5A5B-3727-1EF0AEEFC074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1B4DE6C7-758B-5CD3-B5F7-56A0FCF740A1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EF957818-7EC7-4996-96B2-B2D43A57BF0D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E814D825-E264-61B9-D43F-CFE4ABE5B9BD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99270104-1A6D-AAC1-8C26-00CF493C92E1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C6D6D7E9-30CF-D72F-6FAA-472E6A0B7BC1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9174AC23-888B-8537-3C76-11D0FBFE9A92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AB18A167-2BE3-F50C-E7D5-E6D7552C3477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7BCDBF39-1B85-62FD-D939-06A613ACB594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1BEE806D-16BC-0DF1-4647-AC7C7045C836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601E7EC2-1BE0-BA2A-DA32-77034D50DFA2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ED29A49F-AC72-380B-58DF-C5A6B14D9D70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5E41BFC3-D118-255F-7719-BEA39BD8E56F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C2DF1A15-2BDF-5CA4-EC4E-831E3D703445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B654AB7D-37FF-C810-E0DD-3023CF540B84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1A19B9C5-A0BD-BB08-27E1-C98CB4541119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32F9B568-555F-6F0F-AEDB-3698F4E36398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9D515929-46BA-1FB2-FCCB-1297A36FDB7D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A7393F0E-02CD-ABA8-9611-ACC21F02030B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007893D7-A3AE-576C-3D4A-1CE1A448677D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DC447118-E438-2B91-DD1D-581E6DF0E5F6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27B0230B-C96E-F04D-003B-13043D26BAF0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75282F00-E422-21FA-028F-10496E8302A7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FAEA8CDE-74E9-3C17-96D8-985D87EBB3DE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9BDDA8BE-FB3F-7149-3C7E-E0A8F831E696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9600D037-788E-AF10-300C-5C9C8D240E85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FAC92C2C-32D8-4CFC-F059-DBB33D56A1DC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62C1F0FE-68EE-4311-553F-CB8FB050DB75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F00320C7-6435-99E4-FBA7-2E716F1A38AA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0C613442-AD38-D94E-201A-F71759F63A57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CBAB0AE6-073A-84B6-4DB1-6FCB4D330ADD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E5827C6A-54A8-6060-ED3B-21216DAC6D74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52BCF5CE-2619-8158-A69B-A1DAB9F09CA6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7695D7B3-0225-46B2-C73C-6D3F99A19770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87971C78-EBEB-50CE-F0F4-0B6DC3AC0A94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913B256B-C337-E71A-3F2B-DC15C95B6258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192F5306-C419-15B6-63B5-F23718180FFF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84FD0FC1-C483-AF1C-0C55-DA3C421B9A5B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7DBAFC2B-22C8-1FAA-F423-5FA2F1CA7601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1729630B-0304-D46E-14FC-7DF2D0C74076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B0BEEA03-4C66-FB04-396C-4F1F7AEF5D8D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8AEFB252-C66F-A042-8B0B-50762B2DF4F6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49CB129B-64E7-3BE3-51CC-2D47F6F8C794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91F9470B-F6F9-CF4C-04D4-686F11AA57B4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C32F3500-AC28-E0F3-0EE9-ACF89DC25B37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2E660C43-38CD-9327-70CB-0F57330120E6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14964B20-2A38-D503-538F-DD885D0A6D81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5D6A3825-7003-A7EF-A3D1-D4C06C8CB9B8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E6C9024D-9F44-005C-AF8D-E52FFFA06BD9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CA4314AD-4C7C-9608-F3D2-0F9B01582643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FEBC9C03-10CB-DD0C-1071-661DE5098562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7D824B85-DD4E-163D-0086-CDC4506E6E33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E3ECC580-3303-EAC4-9A2B-19E623C8BD5C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7E747949-CD33-8B6C-18B7-55A6AE17A318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C35B6205-6065-3B1D-5D91-AEDBF5C2697F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7444DFDF-EF61-E743-27A1-57B7B8840FA3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19E3BF30-443E-B5AE-EED8-E1AC52AE7098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A5503859-C4FC-7071-61CA-985056EFAFFD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E9D82D65-BBBE-A933-E4D5-518F4A0BE807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72E8EE54-E56B-02AD-0C3B-1A8E336A804A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C1C462B2-BE3B-91E1-0FA1-7439C177B7C0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D76C1073-D416-B7E0-0ABD-B73E5BDF7DB5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5865D252-8CAD-5CB6-715F-759C1F596A38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20A17359-3206-8009-D936-03A4D6BA6CBE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A3E14FFE-CC87-A7FA-C196-C48E368E79FA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288C709A-7A63-80A9-C66E-D4FA6D1FB797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4D2097E4-03F5-B883-610B-E37E67745C1B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72F1DFE4-F074-EDF3-CE18-7F5AE8D92D93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ADF28237-0123-B965-6665-5B43324FBF02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406907F5-82FF-43BE-BFDE-1698D31D7A80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F50469A0-7CC8-CB58-206F-9D821A0262C9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2CAA2E67-DE5C-AA08-E31E-DC813295311E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35A65FDD-5527-856D-42AB-E22F213AD82F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B98A6ADA-41CF-6AA5-E4BB-0A18870E0460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B0A33838-05E2-4106-2667-65F4AE746106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2430448E-CAC9-74A7-FCD4-0D4FE6FB4C57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B14B2D4F-C6D7-A4AE-FF1D-6406213EFCA1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2DCE26CB-E92B-2DF7-B19B-B75A481741E4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C57C7AE4-F1C2-8888-5DE0-3CBFCB679012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D898E8B9-76B9-7126-59CB-DA412A568363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C8D50409-24AA-9796-8A3F-7D9D6EEA9D47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9C114B27-118E-FB5F-55A6-BBCE96984456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6A561FBB-6E3C-3E01-95EA-2FCE0BF5ABB2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CCBA477B-B12A-A205-E4B7-9C0791325343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C8019606-431E-580E-3162-42FD967EC4A3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DC4D993D-F1A5-3808-4751-4962A1D1B215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3F1A9634-85F9-66C4-EF5E-68613490C6AE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699597DD-0571-1EC2-2876-647982D57109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F68034EB-CDC1-67B7-8CE2-F6D251A675EB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7FF5EF97-5990-29E6-F78C-AE352C220812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A403C341-F3C0-A2C1-E6C0-65C706EFA435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86D0A5BF-EFE9-E41D-E79D-34927E02905B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FF68C1C4-ED24-3465-0F2D-2523DF6218F6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45C77F68-2C58-99CA-EF71-72423DED065A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3F11623C-268B-EE29-2FA0-D83CF5C0C070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BD299C1B-DF11-DF09-2669-B7473BB2CE23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D80EA8FD-1C78-CA6C-1F5A-C52C930C264E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302DB68D-969A-B098-D65D-364B7C70246F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6A4472EC-1491-0DC5-A16A-E695AA5AF841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0A829711-34F8-9BA8-A9B7-5BB0CB52A770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4CDD285B-4A21-5C05-82A2-4F92509907FD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9170BA86-1C8F-8235-F6D4-71F8B7F9F9B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5031AFF9-D6BF-ADF8-44C8-C7B76A8AE085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B6F0F616-43A9-39AB-60F1-AA3CF1883E01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DF71DD3F-3E67-6CB2-5000-2D39F81F1038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B76A9995-D1BB-543F-F3D7-970C716AA99C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7809813A-7051-14AD-609F-166EAA3114AC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E296E1E6-0AE4-EA4A-E3EF-7A2EA9A6D872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E55C833E-6597-0B6E-B951-0E0770063382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7CBBB336-1695-32B6-0D64-0E17235CA598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38068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801760C9-EAB0-24FA-437A-C832DA0E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D47728E4-048F-F252-04F6-9FCFBD20FC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2358BA71-DFBC-CE9A-3542-1950B72A6DF1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567F936E-055E-2DCC-0CD0-123564BA206C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1616AC56-0702-3F63-272B-B918E94F6A69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5A8C9845-5B8E-60F1-C4E2-A120EDA296E3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5342FF6E-B56E-B3F8-D9A7-A192132AD0C3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5AC222A2-61D3-9CB1-3D1B-6380ADE20541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07612499-D644-0292-30D0-D3953D16B71D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C79616D5-EB90-87EB-102C-F524EA2B5EFD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1D39E6E3-E447-A793-4230-E9DAF94EB917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F8EF6728-D667-904E-C6F6-C4C36E72BA06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26E3117E-D6E8-43EA-B363-415FB11CB3FE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E8B817FF-A18B-8BE0-6397-316FF5647DDC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EB83B260-6CF6-54D0-42A7-60A455391EF6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8A6AA368-617A-C452-7F11-132AA737BD39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16E7D818-49BB-B755-EFF3-7D775BEF2813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D35AFD44-A448-B5E3-36C5-5D83D83C460B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A48D1CC5-4DF7-1815-7937-E4AF92E533F5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30747E38-EA40-0A60-CCB6-A99842B6D637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59FA102D-AA92-AFB0-6176-71AB7881203D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4CD217A0-586C-2125-AB98-C08227FAE6EF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701A39FB-A2AD-7153-D39F-3CA5157CA1C0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D02D1202-FD31-4044-0F92-837307AF81A3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76979283-F282-CC5F-21E2-E9D074B26E31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433B6A23-E3F3-2F30-D935-A5FA606EE68C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4F0E2405-FF78-8DD2-3811-25865EB9509F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844930F8-8D8F-B845-9BB6-8EBDC13B4064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05777E43-D0D2-1A15-C625-7AA44A612968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BFFC398B-63ED-D6E5-431E-2F3197BC0456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39169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199329CE-CDF1-ED08-8F47-114D16A7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A2C8EFE6-F1F8-87F4-1869-4D9F99EA973E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FC8665F9-CC67-AC71-3BD8-D0A1A15AFC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7F539AB9-1CB2-CF4B-670E-D227F87024C3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0DA946C4-F5D1-9F44-DF0B-1FB1BE62333B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D9B90E38-749D-B046-AA5A-F4E009DFCE1E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8E4F3AEF-485A-9F95-637C-01F125D2CF6D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C3252107-07A9-A084-9890-A0E15A037FF9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7D696F7C-5F7E-04A8-4194-16E2B3F5172C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0C3B3DBC-A026-346E-1267-C8D77D5CA720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964DE448-2028-E100-77A4-33D937C32600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89CACCA8-66BE-E530-3388-429573AE7C12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C8E4E004-5063-4796-C483-5ADF48D3E89C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99BDF140-9600-BE95-D99B-E42A8B267027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68689C98-514F-2B4B-D698-DFC0F83F49E6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774AF98D-C8AC-6971-9BFF-2DB185E74579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BB13B447-E2CE-4A41-4942-FAAEC6F2F85E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C4A2D776-1648-53F4-8FEE-DBC9D47B7B3C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57D3CB58-1F79-62C9-AA3C-F7D2BD72DFEE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64A6547F-6F24-2C5B-6923-D3D91C074C8E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2A874651-30CF-31C6-92FE-B38D5B533143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2FC5EF9F-6666-B286-2BE9-32875130A0C2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74AFA6C7-F4F2-2ECB-16C9-91062F72325C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8A134C18-CCD3-4FD4-4EF6-5EDE9B82EB02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9B76C489-0AC8-99BC-CD68-01F3C987CCDC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B4C41D0B-F64C-EF41-3BE0-B76A65D1EE74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D0091979-1A05-2235-E183-4B10FF0A0E07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2EF45068-026D-D5BD-75D4-6902A2C327AB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715EDCE8-9E85-336A-EBEF-23325362E13D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DBD4A96D-F93E-8955-71F2-7397EB6F6A23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E925FC3A-6033-D429-30CF-0D1040E6C47F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760F2DBA-831F-3BBD-969E-12B38EF84F54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44F732C9-F3A9-FFBB-D9F2-DE5EAFB3956A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2E4760E1-600B-FECE-DE3B-148227D30AD0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B3C42287-62C4-CEC1-AC2E-BEE0F2BB0336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553C8068-839D-30B8-9C51-EE3954FD9A8A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F5F300A9-107A-6559-BEC0-8DB24F39DA97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F3E7C353-45DE-8C3A-1F6F-D74C8401E0E5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7471F073-189B-4204-FCEA-7773B7FE1332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60707BA5-CB38-80F4-0BC3-15CD372CC91F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804A8C90-7250-B4B4-CDD0-4110DC9041D1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6DF48B6A-34AE-C8D6-1744-177FDA0C3CBE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18275ACF-3ED7-8EA0-2930-EFDC9BE35B95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C42B56B9-6320-F0F5-CB36-7BBA05F9A2C2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3ED6EACF-63A7-6CFC-84B7-5081B659116B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4309F25A-42F7-5132-E4C5-855538F93C0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D73829E0-ACFB-531E-AC4A-BB1560E6E547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01F89509-6E77-262F-A9B2-7DF34A9A0EEB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3782130A-855A-DF81-EB4D-5B567E2A2CE6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F87B75E8-1BAE-9C07-F2B1-0E2D2E9D58AB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F1F2C5C3-D02D-E167-63C5-AE57AD645FFA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2C11057A-AC8A-538E-C0E5-9F1FC7AE2114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E25C5B08-6465-9496-8583-0F918841A745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AB51DBBF-5030-5C9D-B5B3-ECC5CE30FA35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CFD03240-3E1B-3193-62F2-A251ED1A32B3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52608099-41DA-2158-44D9-A76F615519AE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6280D7FF-20CA-D1C3-0D6F-F1D2B3ACB197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50232E99-32B7-FD88-9C19-DAA7F0FBDC54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C5B81F87-EEF6-6935-66B2-2C936F17AA28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AE9ADB63-25CF-C958-8260-6F543ACA9C70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64B18F1F-2B35-81CA-C6FB-6AB6A5BDC7BA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E359B5A4-B9E8-D783-47DE-34DA1A54F790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A2A0DB43-07B8-FCE0-240E-AB609C2BAB9A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289A2958-298D-FC75-1234-2B2E755056F1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8E81BC00-2C09-41E8-6EDF-280946952BAD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C3F01E76-E664-8049-3C94-7233D56069C5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F0694DB6-BE38-489D-FE0B-51C46A2E7803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21D2A2C6-4695-7C8D-FF36-D244149184A0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76BAE11D-FC38-CEAD-C5DD-24E6E7FAF4FE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3B97D222-8361-8D09-563C-DD1AED5D69E5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A5D22A9B-BD45-D8F4-DFB6-5303987106B7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D55F58DF-F5C8-F26B-4C64-E2F9E03DE074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9B5C5370-21E3-070A-B28A-05A8EED05A08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7C7E3FA0-49CF-C79B-2966-24CFBA4BC0D6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B2B71992-9E1B-166D-64DA-ABCCB33E431A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255B9FF7-1859-C975-5225-0399BDEFA48C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1C0F41C8-D092-F4B2-1FD4-CDE8D854BE78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B60D28EC-8905-3C62-F934-D6069BE7500C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96E3679A-00DF-7132-BDE2-169F24C00D55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68E18AA5-B5E6-2774-977C-3F7898A5BE91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70A9896D-8A3F-7E46-A204-4FB8FD878143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C83F16AC-BE4E-2C05-C6D9-2CF187837D52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1885D67B-6FEF-428F-C286-20ACD9206261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970EAF5B-7196-E139-B7D6-1BE0C04E7B8A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72C5F778-1E69-B563-D38F-344552E43F86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7EEB2307-A907-18F1-EA3D-11F9F1C3F1F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C6EB8A96-79D5-A9C7-D6E5-8C212FA54F7A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29E86AF6-95BB-767D-8571-A5540EC0C242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5638AB21-7B39-EA63-DE34-BD119F6D89F0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D54CB369-0314-E67F-3001-ABFDB0B98250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0B6FD7A4-23FF-42FF-0755-E8008CBC3622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D332ED77-C17D-B241-5052-4ECE56C79AD2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74CD1627-3AE5-BEFA-F434-99A9920708FE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0BFF04AE-F667-0C78-44DA-D6A71D40824E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29A81F67-BDFB-3E3B-8771-009C118F7AEE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B34E52B4-E9D8-82C8-804A-3B5FF99D4F0A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0398E4CD-3C0F-E8D4-C6AB-5DF5F345B431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079085F4-947B-AE17-2A44-796641D6CAEA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34230C25-9FE2-9802-4C61-87350BDE2290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24EA2C73-054D-D771-7583-B9515DA195CB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82A19BFE-3A00-C65B-478F-8AB068E9063F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DE4CBD44-6008-479D-AC88-1FFFDFA2A98E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DB6E5DDC-4D47-B90B-E48D-6DB5510686DB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74B33D5A-EF91-8045-001D-81AE4D8AB34E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7AB36A3C-C7CE-6541-A2A8-C47FB834268C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4B4F29C7-7EC2-F111-B50E-3F424A33C0C7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378E9BF7-8D93-CA23-B1F7-B172773BD8CC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0816E3D8-454D-540B-D981-43B82410D981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CE53DF93-2001-3941-94C3-182463DB4791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EBF08381-EB0C-3D91-B28D-0955C3BEB1CA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D152473E-A7D8-71AB-DB32-0CBC42CA62F3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3F5F0A47-7C2C-D29B-CA2C-104ABA145097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BC023C43-BE28-985F-472B-D2D0DDB6C2A6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3729C481-B044-5715-DFEA-6C1C2B751BC2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39ABFD06-2A3B-01C3-9BA0-D788CEDB3B78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8C1485F9-C2E5-53D9-8E39-21FE9E6DD24E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4D7CAD07-8201-46C7-5A75-97AA0B71AE70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78CA69D0-5779-E711-087E-7778E9F082F2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BB2A1EFE-8DF1-2A50-87C4-5E63C7BAC592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6BBC7378-34A3-3FAB-F648-1F828AEC110E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3783B83C-0D3A-555A-22E0-AADF53A7EF86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CA8B72BF-A61E-362D-C8A1-EC8C6FBB4021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7789DB6F-D074-9757-FAD1-A6D0FB2A15CF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C20DBA2D-4641-EADA-66B1-7D65B837E86E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25AC6BBF-494C-EFC0-4653-DF6186CE9EA1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4D18592B-A856-6B5F-03AA-F7C1CDD3B99A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8568B4B1-B7C7-7462-9475-B4B33A72C60E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86C68D52-82C3-F493-7D62-A39B51412F14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0CA33B73-EC3F-0F09-80B7-F3A300AC2AA0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02FF8766-C366-845F-DB18-963D06469064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9A2F35EF-973A-BD90-5F62-EECF024D01CE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45630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87DFB045-282C-9967-274E-80E5043A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F2F5C2CF-C572-C3A5-1B8F-9D0D7D4171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A0E0E844-F03D-0CB2-862F-3CD1C6CAB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10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06CADBE3-A52A-83F4-BA48-1F579D9E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299C8C57-D0DF-0D16-CD3B-2C3EA3329D78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D81546AE-1335-AE8E-131F-052C6608D4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5D5A2B70-5F01-F656-BBEE-E582C41E104F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18CF711E-9916-04AE-05FD-09B8BF77C2CE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6C054BFA-DB9F-EF06-FE2A-EC41788E8FC1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7AB3FD60-631A-E33F-364B-83080B06A2DB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04027692-1FE4-EDBC-5606-3A6603C42015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778B8AF0-1E16-EF19-D60D-1EC0D2C68976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B9E1FF25-E60E-F008-5FFA-70955CFEE0C1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6396B421-3C70-70D7-8180-98FC890B23E3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225AC58C-1473-D95D-C0DE-97CF2A020761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F033322F-22B9-2EE0-BEC9-79477085E24A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63DFDA09-6E13-93E7-AE99-C11C74FC94D3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63A15AF7-0B3D-46C9-84F4-125C538480FA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200F971B-3CC5-3AF8-8068-A96E8F7B9897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F0FEA6EA-007A-FB57-AAF9-35B73F71F024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8DDD177A-76B2-E8F5-D2E9-9887684698F5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18AF52D8-F90D-ACAE-3F8C-23303310D60A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3538C0C5-6905-ADEA-286E-74A783A0BBD5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8F195223-31AC-A4B4-7662-1D36EEDBE5F9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1BF87215-EA85-B2AA-0F54-FF21AA12ECF9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4066B8F9-89FB-7CB9-7FAD-C9D0867B622D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57148539-6DE6-1CE3-3045-3D929791CDA3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9D250272-8020-92B9-2B7D-3289873F7E69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61F75993-C9F5-D318-AA66-9FAB203EE9AC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839DF070-74E6-0FD8-3D3D-FE6729F0499B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1EAAAC6A-A28F-5490-9F81-C7A7DD2C63FD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44A62519-14FF-C04C-DB87-917E98B0113A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09BCD2DE-B85C-6EE4-492D-42221B1CA3EE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675EB053-4F1E-165E-C8F7-E4A29CBF90C7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E2BBEDEB-BB69-C70D-BB1B-581FF6D9B0F0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472904C5-3EF5-C869-EB36-8CE13E348EA1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11A22774-E21A-812F-4914-783D716D798F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8F35181E-F46D-0485-575E-D5138E4CB316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AAC2468E-C32F-B7EF-E429-D4F5F57EAEB1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D1DD7081-38F8-1FCD-A2C3-1CFAAAD3A806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D628ACA6-93E9-1D07-7FBC-1150F1AADC5B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6778E542-B502-3C4F-A71E-B41740571987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E3D27F76-3725-712E-1502-0529630B29FA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029DB3BD-42FB-D8B6-49EA-DF7DB9A04490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07B945CD-8002-AB10-96A4-9B57EB79BA46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580D289C-7042-36B7-80BC-F0CF4FB721EF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2149699C-B026-9E81-A27B-164D3C3E6BD7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6AD37127-5D7A-C7B6-C75B-9D192F17D05B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E93BEAA9-AF02-C283-B92D-DF5C0B2D0E73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77E798B6-90BB-1A73-4CB5-8FAF305F7D56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BF00DD99-7D38-5E01-7C0C-5C4CDD54D8D4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C22A3088-48D7-7B4A-4F25-BECD58FE69D1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3B9841F2-9CCA-38CF-1679-D32E0306436F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05B8EF81-956D-1EAF-FFAE-A9706068BD82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57BDA70F-6AE5-D2CD-C1B9-15D85B813114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40B65DEF-40B4-935B-8E92-95E54F26C744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BA1C2CE0-8B06-BA52-D519-6B5363627E36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27CFAE0A-3A69-978A-4F71-BAB75A78A80A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7ED66AA7-DBBE-B2F7-6344-D44BB513FAD9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A0736C70-2D5B-E0AB-99CA-41FA5A16475A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DFD8360C-9B52-AE15-0AEE-96F98BE9F083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FE6813E5-A82A-C5AC-099C-65021847CA5E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67F67454-E505-BCA3-3AA5-EBD8148C5D40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272127FF-92BA-AE16-C319-9D26F8C08E1F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D21E3013-2F4C-63C7-1401-9523329A175B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956A789B-551F-C282-17EB-4A1B61261B2C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A176E2C3-DF4A-8893-6F8E-73A5A769700F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6199F7A0-DBFC-508A-E9FE-8D3B38B4DA08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61B4ED9C-8272-B16B-64E6-BFECC18A144F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92A98DAF-06BA-4B4E-0839-68B706D425F2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ABA45333-02F2-78CB-6F97-AD3305AA17E5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ECD7FAA1-4FD2-5631-F7B2-BA6B31C5798C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55E84321-3965-0FFA-D7AD-F4D13A86551A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15AB9467-733D-A8F5-1EF5-5E7139366BC4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8E1C04C1-755F-104E-674B-F76A311E00D1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45FB14A1-0809-EF0B-2E88-389EE6423448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A8E342DC-3C73-2806-D1D9-8FC4B18355AE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20F84B78-770E-187E-CDEE-3CF7F2363015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CA78B039-FDE3-5490-1FD7-00FCC130A4DE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773147F8-7383-1709-8CE9-BCB8CE359422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C5E72753-7985-7AAB-0F27-EAA54E83F255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38FAD587-628C-30E6-E976-A12DE3BB1241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DD8B8D4C-5C98-AC7A-BBF1-E653B6094B94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68A8A87F-98BB-2C2E-E1C7-87C15374028F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C61CA4B8-EEB7-0C32-D938-2A6FF3C77691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98569653-4E00-F9D4-99E2-1469172975F1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B6E5DC5A-850B-22D6-16FD-4EF6F04C20E4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4E6158E9-0694-FBA7-7A1F-05A49DD2B2DA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E55012C9-E7EF-2643-75AA-58ECE98C60D7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CED2BEAC-D4CA-CDB1-D78C-A4CF0259FBBA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8D2478F9-571A-9160-2F3F-DCFBB9930F2A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17FE71B5-D516-0135-1E5E-9581E32B466C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88781C48-D7EB-FB2D-0CBE-B5FA8056D014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67CDAA4D-4494-F6BF-91DE-03ED3B0C9082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E1D3435F-92AA-810B-A2D0-46CDFD1C8CAC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287BD5A9-F8A1-A692-D28E-460263728C5F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DCB4FB08-E295-3E18-1268-5A439A618856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0D07F0F6-0354-649F-7911-55459CA1BF7C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FA9BF47F-971B-9BB2-1A11-A025DC323BED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4EB29F81-C4E2-63E6-B6A8-186CA5CDA640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AA85EBBB-98BE-9D59-DAE1-733FEAC03AD8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E9D7C0F2-AAEB-697B-21E3-3EE239FF7FF1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E979AE1A-A29F-DAC6-2EBF-9544FFE9F085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2129B05B-31EF-45E5-B9EC-9C86AA3773D8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8A3C046B-39F0-7922-8AE8-C90FDBEDA0F0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7249C9FB-F69C-3A7D-A907-187ABCFD577A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D22E884E-19AF-C155-ADFD-1CED54904FDF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96784F0E-E243-ADCF-623C-534D27EC9AD8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9711D8DC-AE78-E33A-2CB4-B95F15B24BFA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37C961FB-F13B-E5AB-2A39-204324BA9A3B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D2583B2C-4C03-229B-3DB7-3E2FFBB6156F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8E4C9386-BCA6-2BA9-D8D0-99FC8C4D8DCD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5DADEF13-4E55-53A9-BE6E-862CE7985D83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4063395C-EBAF-1E0D-DA40-5C3752A05B76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DEA283E4-B144-6D48-E3DD-1A49CA5B3FFA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D919BAC7-6408-2B9B-CF2B-D3A8D43F444E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9A11CD1D-F5D2-9613-6CBB-B11A69917298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EDF6135B-D469-A898-267C-43957077C570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4F929D52-4BF0-0ED2-1A3D-A19AF2841870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A88F4E15-FD6E-C1BC-4FC9-EFE6F4D833EC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1E7DEB14-D736-D69D-C1A1-7AB02F9CE5ED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798B5242-3D38-F47A-B437-A33E513660E9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91F3746F-F77D-65A3-AE7C-AB2B7C5E13EB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3E86F497-22DF-923A-6A11-33857CDDCDA3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44CBC5E5-C724-1C5D-8280-FA9B117CC0E7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CD8893D7-5E3C-BE86-7BCA-782954ECED95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0B61C66C-A63D-7B30-CB01-9AB334396411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63417CC6-4968-2E50-7C99-E9181B3AB051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6559C218-DC9C-E6D3-F088-FD006464C908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47BC9AE6-8AC0-68EA-065B-241BF1D86092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7BA75D5F-60CA-4BFA-3A18-449E4C0FEE27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C3FD57DC-1D6A-2EC2-C2E3-6E6B20B3EC44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DBBBB403-196F-D08D-B62F-A4F2AB6AD946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D0D13994-3F0E-4672-CA70-50E67C9C9DE9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7631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EA2F5B69-F0CF-F461-A327-3BB1062E3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D3E3433D-6ECE-D0CB-84D6-60C85C8EED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ABF19148-8FD8-1788-BA47-CB675CB50FAF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4396B729-CB6E-B6FD-4119-EFD14F6EA70C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62887855-5392-46F2-9416-0CD6ED3559F9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31EE1D69-103A-F715-F822-1A42E66CE433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710D1454-466E-379E-F2B5-02A0EF1B45EF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C04D64B1-D4B1-45E2-0775-8814CFFAD64C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F86EFA6C-2495-4B8C-DA82-FD84899A0C62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9E746B51-B01D-0270-596B-B6780ACDD0A8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83B0E704-8867-BDD7-EB62-2F78BA1A8ED7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87AE48C0-9E68-8234-3A49-BB0ABFAA2415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22DD2E60-3857-0A63-5865-2107820FEB85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0AAB9C04-CF4D-BAAF-0381-F64A0D073CEA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50F347AD-C027-BF34-73C3-BE0EEC6BDC51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9E536928-8C0F-8939-F6AC-64BB14E2048A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A6D8F6E7-E4F4-C316-309F-162DA26AACEE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781EB1C6-2034-0ACD-D735-0DC10E9C7376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36930C4D-390D-3739-2A29-E57532F2CAF4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0EBE589F-E327-C3E4-F6A2-14A520649A09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D6CD6CA0-D017-E728-C37C-92C70DD6906A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46D44286-99D5-B6C6-4B2B-64D158E9ED17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DCA35B1F-4A66-0687-95D5-B3864FC2D4D8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3DAEE28B-2006-472A-D1CD-45A407552410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C3B9A25A-C82E-1C52-D143-E640E74825F4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B113ACDB-EB0E-84D8-D8F2-551C75A5E994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B8384A12-F5A0-396B-0556-7820EF7BC9A5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8E20B1F6-C848-D271-1405-435EC608D024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C544C588-6942-60D1-B566-1E81AB878D4C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F253C812-00F1-C0DE-589C-EDD4A6A6CC78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7946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1D09CFA0-4D55-673F-4F10-3B8CEC57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82B5AF1E-C836-D691-D8D5-6EDA22CE2962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F21D9202-622B-1E8B-8BBD-B2C84381D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4F59D11C-805E-BF00-9834-FE7230531A46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AE1F4AB3-8EDC-B4EB-54ED-49EEC888470A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F7D956C9-4240-76BD-42FC-133BC00E02C1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BBF026D3-414A-C8D9-A10C-173FE1FFF90F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8A1BF8CF-A6AA-555D-6FC5-5DB3AE7805A6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2BC1221B-4B7C-571D-F258-157EA0ED8AF9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1F359CF5-C524-8C8D-B1F5-A8661E79DCDF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2B3B77F2-45D6-D445-E002-2CC3D56AD126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C90BAE5D-0DEF-3EBA-E174-5422AC729133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61EDC5E6-B1CC-C6DA-A31D-6388F1BCB4B4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0270F23B-E467-14B7-6854-1E751655F1F7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5A44717B-7242-7B57-52B3-BF6A9D8451D6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78594C43-5F9E-7C9D-2817-F5A3C22FC601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5319CDF1-4FDC-D9F2-99A2-53FFF58D00FB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CF8F2FE1-426E-05A5-1125-25F25ACADB9A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8F2C5BD4-E17C-B5B6-C66E-E369D25CA715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DAD5C3AC-BA09-AFB0-4A91-22B13CC8B890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C5ADDFCA-B705-40DA-3DE4-D2026B9BF996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0C71411A-018C-8734-4C7D-6375A73FE334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E1C9306F-E1CC-6330-9D19-AC026379675F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072BC7DB-9582-D661-D667-0DC0E88DD88A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C447B0CF-7A0B-11C4-88C3-2747FE97BB67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5A6D6BE3-06FC-F036-B2FF-A39B3C8A4212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4BD8F151-0EEE-98C1-0668-742962A37E1C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331D5872-88F2-B6CA-CA88-884634C35EC6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78DF9FB8-B44F-F021-76ED-6094C28D3C73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CCCBE201-D1CB-2199-273E-37496227A3DA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405216DA-20B3-A7D1-A7A7-5E0BFF1A4B75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7760ED8D-CC43-99E4-1DCF-36EB05836BE1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2725BFD2-F1FB-138F-A8B5-321BED076A3B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4441F032-6CFE-A5A9-382F-8136775B6998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94521054-42EB-9B0E-E4E7-68100159FA46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CDA50404-E46E-E020-70D3-B46943403F8F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A346B0FA-1FBB-B252-F72F-C419F8D67B5E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D02543C6-DED8-EADB-D63B-AB89A6717C82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CDA0E0C0-DDE4-3525-FFB4-5723F130A02D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CB444274-3976-6E39-C308-070FDA5B1E39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63344EAA-7F15-287F-C4C1-8BA975BD7D0E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97E6180F-65DB-55F0-FF98-D334EF28BA5B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A47EB3E0-C527-5FD5-1E2A-F312F0CBF0B9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9B75312D-6BFA-E86B-F4AE-CA1F91FEDD1B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C31F37AA-BCA8-248F-6CF6-B0EFD7C9FEDE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4588977A-9FF2-3C47-609A-45C2AF6487B0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8207FC86-93A4-B97B-10E6-505518E1857B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49A958D5-E066-DDA5-FECB-91ECFA4F2B21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B1FD0664-01CA-5A06-8DD3-51E23C1CDDD1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97AE3450-EF6A-FB7A-C584-656B7D6142C6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D77A8363-80B4-7890-0B49-7996B35F24CA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354ACF1B-9C01-1E93-3FD2-BE4C344368B9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B4179E4C-19E8-D00C-F883-668E560B02F5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B05047FD-EF5B-9BB1-8626-668D7C7AB8D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EFC03960-4A4A-44A7-6147-C636FF0364BF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6DA0E9D2-B185-B7CC-D6B3-A446AA389376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72779EEF-8DF5-FD59-2ED2-CD6A07782B3A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53EAF785-2DB0-AE52-5BA6-A2917B3FA1C7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20CD8C79-5594-D5C1-7ACC-0776F322B0F8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09F94A8D-A0CA-4E32-7FD8-1AE2A4AC2BDE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A76F1D74-5E89-0CAD-19E8-126D1120E3B9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DE93617F-AB89-977B-D3FB-3FCE07D74813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60095841-7037-0A4D-42D6-6F1B63D9D519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BA3A035A-183D-7057-1089-7FEDA287F5BD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4FEF639F-5228-4135-A0C3-B796F10D7A25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346CE509-002E-31C7-BE95-8D6AC6920C89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BE84E3F5-804F-EA4D-09F0-DE368EBC7392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6541C6AA-F723-D5F6-F043-99B5C7BE338B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A582268B-7AA7-4243-86BE-FDE11926536D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F876AB1D-ADB8-79DB-55A2-7CFDCEB666D9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3A2343A8-56C3-8C68-B57E-9A8226039811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D4E91793-1FDF-EC32-86D2-AD9C1E972854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133BDD42-2416-0BFC-07DA-69E16E224DFE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25A314C6-9E48-979F-83D8-64296E27BF72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1E1C7066-897B-FA30-1772-8EA4AF31F255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BF565758-7887-3917-DAF1-1283AB75AC62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3509A9EE-649B-4326-9041-29A421E43CC6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3E928D1F-A72D-1168-6642-A7EA0E0FE93A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2062DF62-51AA-4225-3878-E80234A4887F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2318939C-0899-0A57-BA8C-71A476DF7F5C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E9322734-2D68-8F3F-EA63-0E9B44FC5029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5B92E6BA-1C08-58DC-59DA-CBFD8900B7BD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25D38961-CF07-6380-4A0D-67CFECDD54DB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25C50FAD-CF32-E485-CFD6-79EA359754CB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D4FC01AC-C71B-F0C1-7140-EE76D4DF253B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1C552879-544C-A8E9-7D1F-446F9A58870C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4F56093C-6B5A-7A0F-9431-B7757FA025A0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A688B0E1-060A-F5F8-2D7F-BF1A54DD1D3B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05C57C2A-9E29-7422-9E46-9BB16D35E422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6EA23F92-A2A2-3C4E-CFF3-9C0B1EAC79C4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86B2665E-DB97-23F7-44E3-2EBC3682D60A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D85DDCC1-E930-C4A6-540C-9BAEA8E2DED0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77986926-E2CF-1814-B290-DFC60EE26864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A7A09888-DBDB-8BE4-71F8-C4584B6620D8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5571ABD9-CD37-277F-6543-9B3CB3B127F7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244553FC-93DF-7C3E-1C29-E911A30EA243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A342D9F5-0364-4CE2-563D-13E23B549272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BECA14FF-7F99-79C7-1EF7-734DC75B8689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0075C100-7D34-5159-E674-2AB15A727518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C2FE4505-1183-B85B-FB6F-25DA4D521184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1FDC49BC-1F07-509F-3841-9ACB2B000535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35A93C0C-1B68-2C9E-2A5E-D55FCF7F8600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950961AF-5037-3FDF-E227-40D82F12B688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CCADE97B-6D4B-41C5-60E1-44033EE51A27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2861069C-3AEE-B0C2-48F5-92FAF660E33D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58F9383A-CFCA-A74B-0482-5A0DAF8F1A56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4ECA9276-630C-DDDC-0A89-6A90A1DDC454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F84C0B8B-68F6-C633-7F81-0AE605677C8E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50D13680-A83A-260B-F69D-F8AEE605A19B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B4EB4F5D-8B6D-B5C2-B343-000698286C2C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D8A79AD6-A031-D382-55DF-5D6A5EB6D809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33BF77DB-B835-7886-96C8-8DDE61AF67FA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24323F34-E001-EAD5-6435-61B555FF14C5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0EC3F671-47C2-8675-E800-BDC64F99A9C7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CF0A34D4-148E-E953-3761-E7D968FF6E75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FE0174CD-1572-C0A0-DE41-EC8DC1089D99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6077CB68-B918-7485-FBC6-369E215FE152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29D40AA4-08D6-33ED-30B8-C3A6131A3714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7F5A98EB-D7E9-412E-3486-CF4EBA53BA4F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F2D2CAB5-07CE-F848-1CE0-4F4FC5823BAB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8FD9F1DE-7F66-13B2-0905-BAC675994FBC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DD9840CC-EC0A-C3BD-6909-102973FFA536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E3F2EF46-51EA-086A-0B1B-D5D55DD217A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A5384C5E-C3C4-9C9A-ED91-31DED08270CD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6B1FD9B9-2F8E-BE8F-C88B-63E391B9C8A8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3F21D6E4-8851-D2F2-1FDB-86F4AF51E651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20B0D4AC-5561-74A5-B0FC-228E30AF3456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12681E16-F2E0-1E4D-974F-EEDB71BC90DC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C39D4312-01B4-73B3-B0F4-161A81BE32B3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CEC495D5-5CFC-DD3F-AA81-853BFFBC5193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362C2115-9456-9A60-30E3-4E86527D2EC6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754444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EDEF5AF2-4796-8E69-E6C9-072AEA71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ABE34532-2893-54F5-90B7-9AC9BEEB489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E907B48F-BAB0-359E-4EBF-648A3E962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67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F570465D-CEC9-F2FD-919D-A7AB368A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44C5420E-8B92-584C-A4EB-CB6F31C37571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46250B2E-F375-0025-7251-3594528AC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39EBC0D9-5348-9A9B-FFBF-25D48D570929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E691D756-32B6-7BC5-B2BB-5986657D9D0A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56380A39-4E3A-38E0-5EC9-E760D7A8A31C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6B5F9F54-1BF1-FD67-C25F-71F1533D489F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733EC59F-32CB-AB6A-14BD-13EFB81FD337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E50E7769-0BC6-275F-1AB5-3E284F0AD936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BBD64DF0-3686-88CB-F44E-4F7D7E736787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C26607E7-B462-4CB0-62A2-172DD852802B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A7BCAFFE-F587-6997-5E74-E4BE67649926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0898E686-0F1A-D86D-59FE-CC7C804349DA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5E9E1895-9413-E66A-2AD3-FDAD3BA4198A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6F86A4C7-7798-F73F-BF4E-137A9699713F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494E08CA-D477-8906-A54A-1E5DB9B99648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310FD608-2720-887D-A3E9-9DCCBA5EF996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A15AFE0B-58F7-1907-8D29-E44E552F9AFF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53FC5BE8-B93B-68BB-329A-6488A08F27F1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02EF47B5-A168-570C-EA4B-6EBE9D93D75E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92CB95FF-F292-DD2C-A27C-6BA16FF128C6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64E0B2F1-F315-EE3F-8B9E-55FC2AD643DF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5544D172-8861-F0F1-FDC8-43B681F338C0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C06168D8-16E8-C3DF-EE8B-8B591D564CCC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4F6E997B-23C3-0241-6B16-C24F0B071FCE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2604D835-6EAF-7BFB-45C3-B6AA67F4B640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A5184FEF-B269-4C6F-6395-1E03A20F8575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B26F5883-9178-76F0-42C2-ECC6126BABCE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D8F62F02-5DB4-2C4A-6E00-0254FCE9BA24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24619D6D-3777-F3D7-A296-2DE80BDB83F5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330973D8-3184-B582-5C1B-C4985D9AC484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4E43D2A3-DF66-28BA-C6D1-E1B615F9FC01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6B74DFC3-E9C8-9817-881A-CAB23AA76F0D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4C28A6E6-B573-BABE-2335-9C1E18C8C340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7E702E5F-7C97-63A6-8901-05392984C11E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00FD887B-5E67-FDD1-3D77-310DBE78E9EC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FC3FFCBF-7692-1FC1-B8D2-0F4F16ECE535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8CB4E99E-6328-CEEC-FC44-01C2E6E5BD6F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F237764C-0114-0948-7825-FBC4822286C8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1EF4E963-2ED7-51CF-A5EA-3186792048C8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A06B701D-EDB2-2A71-9052-427547A2D556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2B9AF559-6E54-3C80-E3A7-028A19F06795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878E5222-870F-CFFC-7CA7-75ACC1479F6A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76360FC9-73E0-751B-59F0-F12F6A166B10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FD16533D-547C-9123-55D9-2B57E06F8AC3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0F3427CC-1B4A-B23C-9512-2A18E8CD878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B6B09AA8-8B63-F31B-89C1-73375DF17839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0C0EF616-0D24-73C1-716B-6CABEA1E0CAA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E4F4E990-9000-93BA-A4C5-7256E2899B19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87E55D37-DE7F-A4BF-F1B7-D80A14617AB0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90DC937D-252A-B3EB-02B6-09A215C9808E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5A794777-F7F8-731A-3DC6-CB2D3A0ED484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2E3233B9-F51D-1207-DBEE-B21F4DAA6967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2E8758B8-ACA4-A3A9-F7FE-711987188FE5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B7FCA303-4F97-0EB7-73C5-0691C989B905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12382769-1204-B0D4-8187-509F0D62F790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E8756782-322F-9311-7CD9-FE955D0BC494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9017D533-925D-3B13-BEAC-AE619FD6E8C9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5D4F94B4-BE88-BA94-F990-31C483CA3011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B6E1806B-CEBF-A2E8-1712-BE3D006AE52A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788DD3E6-7758-382B-B781-90F8A37A0A8D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81C3C22F-F0BA-2872-0546-5777F902BD18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921C2862-3A59-88CD-46FD-8F380A7D40DB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628918E3-E251-3182-9812-C7E1E92A1EA2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0DB6612C-2598-CFD2-A652-5217BF69873C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D6DEDBBA-E735-F85C-3CCF-450EBD9D7A3B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F5C8F7F5-EE1A-35C7-52DB-B87ADFAEDBB8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DF3EF890-82F5-6016-19F5-8709D6670F09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2FFFBB39-064E-397B-37CC-AA076E112A8B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4F757CE2-FE83-E332-D3E1-189138B1C302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41B46276-BBAA-43BA-6A74-D29A3DB66543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9B4B3F4B-B2AF-AE62-04FA-EFB5CBF0C8DB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E9E711FB-7EA5-20A7-93E6-A8424977015D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C4837F52-E3E4-682E-B9AF-719E3D4156D0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5B8D8202-6110-5413-B271-63A2B0EE360D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42C712BB-6729-178B-0AC1-B66A35A7978F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586E166A-F7D7-A3B0-839E-497E8E84D12F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C94EFE41-C27B-3591-7B37-F73BAAF424AC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B2735F9D-8A55-25C0-5965-4774B86520AE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4E92382E-494C-AA23-BCE1-DC68584D0087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A5B1F173-7A55-AF67-079D-468B9D6DF6C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87B38B8A-CB61-D42A-0F52-8AA083D9AE57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3F584B37-D91A-1CDC-A87A-F348641E29A6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54EE942C-1761-11C7-C443-64E9DEAAE1B2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C84EABAB-CF6A-15F6-E3DB-C8013C71445A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16938646-60D3-FD51-C31E-D9AA5ADCBAB4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AFDEC3F3-762B-2B48-0667-1500C13A7582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21504FDD-D777-C2FE-BF37-66EDC3C756DB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A267FC39-E171-08BA-404D-EAD16647AD89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CDFF2F16-BBE4-2415-3CBA-B792D109E7F7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011D8CDE-4BD9-96F5-CDBF-7E2F65ECEF8D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83F8C7CB-CB9F-AC0E-913B-6AB3520C8F2A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6E723DDF-97EE-8B56-8F9A-3175D50C733E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F45AB83A-0DFD-B8B1-467A-2E901CF1535C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8E64C69E-9D1A-15E8-EB5B-22B6F4DDFA0A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1180669B-FD0F-0738-1822-11949D47F771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BE627192-CFAF-BA9D-A200-B6D2726E1A4B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6D52ABD0-D6BE-F0C7-C1CE-9CEB4E264C33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D0D18D84-40F5-6942-E9E2-6395DA5B4A29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14F72FC7-92A5-49A6-6F65-701D1FE88E0F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0707C779-6E8E-D373-678D-995E56C0467B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1D5ACC91-74BE-B8DA-8D35-39E0ECB0FB78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A8BDFB9B-CF43-0365-70A0-4E455987FFA2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BD311BC9-26AF-E106-0178-D6F314FFF52F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3A6958F8-5F3A-B1BC-72D1-FF7EFE2F00F8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201CC264-7ED0-AD19-7BFB-CB2A8CD97496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550D9103-C1D1-824E-DA28-376E5E1ED8C8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CC1C25EC-EBBE-7D4F-1FBA-DB299CA36804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C8C171EB-804C-B287-64CB-5ACDAEB7D405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9B3A0033-75CB-637E-3D2A-EDE99FE28E1F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E9EA39E2-9CED-9E7D-E5CF-E63F1E552D6B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BD75C740-3B18-9223-ECBD-6E0D8FF04221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32C1FFE5-070E-D096-1A3A-18E26899DD7D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2A7645AD-AC1D-2596-0464-9AE04D091569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59871D57-43C7-7294-A017-60847A00810C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31E95858-CAE5-7C11-171F-74E5D03AE1ED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FE7285C1-B99D-DB56-AB57-565A6D465280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2949D193-2285-D3A7-29F6-8DF0921C8746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6AD159A4-01DF-084C-89DB-F1B48936305C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F2E4B951-9E53-DBAC-C76A-FE27DE9438FF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59E87A5D-C0BA-809E-BA41-0EFDF092B0FC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A8A657B3-417C-33B8-11CE-37A2E4C4C4A8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0DE6ACD0-F3AF-9628-79B2-9DF6CE7C03BC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ADDC2420-0D7B-BB70-0BEA-2D6618DD6E2D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DC06E52E-4D32-07DE-6B9A-CADC8C703DF9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50C41D04-6441-AD93-F639-3FFCEE657E0E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0EA25C38-8549-DE26-66E9-B4838502DD56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45014618-0F13-F24F-F709-DB906EF9D696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37058105-A6BE-20F6-A67C-EB66AFE2382E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BEC8BC5E-A3CE-A5E9-7888-656B68C1FECD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1F95BC1D-8268-C524-899B-6C6A7C18DF1B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4128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5002B2C7-16B5-2F35-64C8-EBA5BF43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A196D951-F876-89BC-8F0E-70DC5280EB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94263DC0-A6CC-D5F5-8709-2AA923478F68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2B9D7F85-780E-09B8-8F79-6D8381030FB0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87392CBC-6803-D1D1-B6F5-DEA20C9CE528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955BE5FD-BBCD-5B87-F4E9-E919C8B38F02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5654AE27-3685-3260-6D95-15965B4FAE96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E6A8B502-E69E-DDD9-03AC-628482191BD8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9922372D-7B3E-FCFE-9F25-808116FC42EB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86963020-F83A-62B2-3FC9-DCB03880636B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F4C4B0F3-EFA6-0CA4-AB8B-249B3E92376E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4DC3FCB4-D3C2-CE09-E531-CDC9D0753D05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9A0D5BB0-90BF-6818-BC7F-C947066F6445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9CA1B5CA-8159-ED22-0A43-BE8E755B31BA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FEE9DA71-B58E-C21A-6FB6-E2A3A3D8DF6C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0C4CAFC3-4222-3C39-9EA7-FBEAFF15F0B7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F1A4B578-6A5B-EA30-BD76-69D45A65CF24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DD2B68A8-4F38-7D78-4E6C-3CD427B9BCF4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F38615FD-5AB6-EA15-4089-DF91520CB3B3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30D4659F-37CA-7868-69A6-E505CB261A33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A23EF95E-1448-2558-1827-0447825DC10D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CF87528B-BFBD-CF9C-94E5-29544D47F4C0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2EF7ADB3-BED5-B81F-9827-5F88AF259122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762E562C-0FFE-AC28-C92E-116585E8FC66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58A49831-D73C-DC98-5219-CBE95880D392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26CB0A32-DC9E-87BB-CC47-EF78E78CEFDF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16F83D52-0A64-A652-2D4C-4FA83696F675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8BC9189D-C273-1459-B49A-C9CD698984D1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7FF1A686-0AB5-AA89-0340-D0D8C9ACCA38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CC5A814E-C0F1-3552-DF00-7651F1C41190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236632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755D763C-DC40-4086-AE75-AF88FD15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7330E7A3-44EF-68F0-DDA9-582E51D0AD41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62DB440E-F92A-F8B3-4426-D981D42E8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50390925-8798-38CF-957E-D0C7EA3370E9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881D8C88-10B7-20F5-A284-5CF1D75DB305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813648D3-E451-8DE9-3005-9265E3D4891E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F6EDFAAD-2308-90CF-09AC-B62782155877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54CE8E91-6C90-3CBD-FE13-BA33004FA2DE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5BE32C1D-E39D-8176-8586-6CFE1F1C8615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73CC2A76-A5DC-9036-329F-B48A14BE36E3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4772F3AA-ACF4-1095-1D7C-A94EE467053A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5E525F02-D601-14AC-77CF-8F512B044E0D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2D7AF8DC-1697-6069-10E0-27C018DADC1A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A20BCC27-8BD0-4A14-4C3D-A55DED11229B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F28CB4F4-44AE-B562-8D95-3E08965C59CA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7B4E0060-E3FF-B946-E953-2113824E6274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A4D49E40-8C21-FC4D-595B-FA32C5D9951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68CD8BAB-955D-9B89-AFA5-D1F876F7FDAF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F904F199-DA81-6A7F-B190-E196DCE536AE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CEAB13A8-FBAD-F911-A1D1-13C3E98E8D46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FAFFBE05-F8D8-26AF-1158-6D9A9A3F8600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B2D506C0-B208-9C1C-EE23-CAD7B2C422B9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15312B72-3FBC-ADE9-2558-40C8BD101177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C57C8BC0-2562-8767-1F0F-582BD89F45C2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E821A9CA-167E-E5A5-DD04-B1CF2511560E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D21654C6-178B-1A8B-831E-ED651D8A51CF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894D7992-522A-3873-548E-93B306F97415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7F84259F-A5B9-CF9D-79B3-0AA1E7E72CD8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DBE40225-CDAC-F844-C0EF-B7E242EA0ED5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96CDAE25-B6AB-DC3C-AA21-86BAFA8C7137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A35E3DDA-C2E4-DE89-35F6-6960A2FDAAEB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F7E9593E-9E99-264A-3D91-55B18542DA63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3857D31A-49BB-7DEC-28C5-187A004C9DC4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ECF1E8ED-067F-5639-3C1A-1F11A1DD7DFE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8742ECAD-0BB3-26B2-B4FC-E39192D2B0AD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886A985A-3824-0931-2C8A-03EC67A25D91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FFA061E9-247D-BE0F-684F-DDA1785183A2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A821F317-A9FB-98B5-7FFE-A7F540BF5B83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5B136135-66BC-7407-ECD0-B0794307F137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9A0A4623-C58D-F9CE-570F-DD331B52A91C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DFDDC824-5B3A-0903-706B-869F47BC3667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A6034A49-9946-E235-DC36-A886F37A8D1D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291E7356-6362-F2BC-3FC8-FA525139571B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B5957C60-FCCB-DE9C-2305-7E6ECB7477BE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BDDF7BB2-5B91-2CDB-BAB0-97E4529D8EF3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21CD477A-C02B-8954-96A9-115B96A335E8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D2F53DDC-023C-FEBC-A15D-A18A95883657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9A01FF47-A69F-B697-FCDD-8B0E2827D474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1D9F3D12-4F64-4B49-51F0-371DB48ED132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8EBC991D-DA0E-2B74-022E-DE6FEA9385DC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925AC58F-C5A3-1CF3-520E-6EAF5FC5EADD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2B842BF8-D7D0-45AD-5E90-1010FBCE8F2F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37EF42A9-A723-8E1B-2089-954764E33571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FAC5C00B-E249-C69E-20D0-972C61CC41D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5D909E0F-CB06-9466-88F5-B683BB3F0557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48623803-E51A-E3C1-C7CD-A3C9DF953110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FADF1710-F31D-BAF8-A6CE-74591281906D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15420D3A-89A9-09EE-C80D-9FF2722C6865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81CABA60-7148-B492-8EEC-61D988B6C8D7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F44EC248-A60D-95D6-39C6-A4DC977295F7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76F35535-6024-4340-971D-EEC41E358880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A754D9E4-74BD-22B0-B08C-14D34CAB79DD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AD2E4B72-F5B5-CEB0-6F1B-1902F04AEC8C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D03E09B2-0B2C-A103-D1D6-128A1EDF7D1A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B3AB0600-9EFF-0AB1-82AD-88A0150FEABD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2B8AFAD2-4CCD-A632-453A-37135941D44F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AF4F4491-C3F8-A325-4BC4-6DA445B52225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C0E70794-BEDC-A88D-CCA0-B6E16F49DA19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F56A50AC-621E-5B17-938A-941B57197E7F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440A18B3-6592-01A2-8934-9E07383D6131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5B299253-2195-045F-D6C7-F94167961E19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F33907DF-B172-A443-1D35-1FCC7617ADE7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21D8A72F-BA7F-E492-9285-6D898E2E7DC4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F7404C6A-7F60-C2B7-D10A-54D696637083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8C778437-F3B5-7027-1BCE-4C2078588840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030CC562-E2F2-9414-0E43-E7DDEB0DA2E7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AAA85F9D-2C3B-91EF-0AB8-9C77B274433D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6CC50399-58E4-962F-2AED-B0896E650CE4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D26C1D6C-DAD9-956E-2FE6-9BF8BB02ACCA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DCFED11B-C556-E127-FD60-D3DA4B768711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3B04F164-D941-FA79-EF65-9D9CBF6E00C7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72BCBF0D-A565-AC57-C909-36A37C0C2048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1E5BFA35-F065-E661-2D89-B40BBE01C70E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1B5D471C-6290-AF06-8337-7D9FC7529644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52588EE7-1A5E-DA75-F77E-F128C8212491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F1AFBE5E-3220-3FF8-5F60-9C6273197CB8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EBDCBD42-3D5D-E24A-5FAC-22644415FDF8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DD739709-99D1-24DF-1FBE-9127083D82E4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5571F0FD-43B9-DD2E-C527-FD907AAF1341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82945862-62AA-4A3F-25C9-3FC1AAE8F1C6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5E37F477-617B-7B2B-CBF9-7449C53C9D8F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E9D2A165-2DF1-9335-0DCA-388B5779684E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4E0772BD-D9E5-CD35-1D19-7CBA4570AD8F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78528C51-817F-1E32-5D7C-590A218B8F12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A49C3AE3-2F90-E572-5747-3D1EB561E2B0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397B5FE7-EF56-4084-C1C5-45FC0594C1CA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2901BFF1-54C4-E940-2DC4-4E35BE2604FB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02DFD9E8-D71B-580B-E9D2-FD5EB3EB6CCD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ABB2FF35-C5A7-FF21-91D4-F8F5605EBAB0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DFDB3318-8C5B-CD08-81BF-B6A7AFE4114F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D1D7C730-4824-A710-4644-19793D0A27C7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6B376AB3-30DE-F782-913F-BBB7B2AAFF78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E66D828A-D481-35EC-FFA7-F39B58958713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D596E9E4-700E-1F53-34AC-B73B754D648A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1B6A6C83-E5E9-AB92-85AB-D1997513EC7B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80AC0CDD-90D8-6CAA-BE58-9A472C083B86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07CB23FA-0941-55B2-1CAF-CBC1BD68408A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15E8A448-C165-0724-4A8B-6E5E1F712C8F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1D163D64-0EC3-06CE-1C2E-1C9C358FAD68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1691C2A8-BDF3-39D6-C978-83133772A6FF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86953069-EC25-3E67-6DCF-EC0C6D8AE977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C0ABE64D-E8F1-C8E2-FB2A-3CF135B9BE78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D5BE500C-3D41-30EF-9652-CDFBAE40AE06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C8922585-8B62-87E1-A713-18A7B4E767C2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9CB254B2-77D1-6F7F-BFF2-447E57E5BD00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8E7AE7A5-F119-67D2-4CF1-1C1F0CC27232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76180AA0-8A2D-3CF0-196A-C4E059DA6960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B8700F98-D992-0D4C-3384-91BCD1355946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FC0674C0-513A-0536-7BC6-21B6E13E3C8B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67235B68-972A-BC7C-DF1F-C4320B0035DF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D66F79AB-E3EA-15C7-6872-2763CE9D4BBE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90C629B1-8789-4CB4-5473-1A157D9A2BB7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C0484765-012A-4D6A-5574-E3BA3B5D8793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BFA65579-4CAB-D666-4161-9186C1DB4E09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6A3038D5-97EA-8649-F5F3-9571F69137F2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79D97FD2-9C9D-6146-46ED-84214C3E96AF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E98CDF9E-3F65-884E-F4AF-4ECDD3715D07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333FB732-D780-E00F-2A3F-950E7717DF34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672B7D24-F814-0BE9-C03D-2DA68AC0204B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097B2F2E-2617-471C-D786-16818CBCF331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9C73BF2F-CBB9-0240-3D00-ACFC237DA0B1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780926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86B983E2-E509-EA01-B7EA-DDB94B9F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9B029C32-34C1-B610-A32D-346B597DCC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F3C1D56F-B4A7-D3AB-2A26-76ECBB9F6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793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9B9744A8-BDAF-19F5-5C96-28F852209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44A118F7-D788-B85E-628C-3D808FA12055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03407ED5-F192-3F38-23BA-A91C3A985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BE90CA38-537D-F7A4-9A98-1E2C201F3014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725198A1-476D-598A-00F6-432A8FEA0D60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1936DC29-FA12-2FB2-686C-F8A71A65526C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6984126A-12C9-F395-7506-81894217914C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6318FFB6-AD28-8009-EDE6-4E6C3F9E25D1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0832C739-8808-1807-B689-20A4B2AFEB4F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7C6A073C-B6E8-8B0D-2DFB-5985F9568B40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CE9DE94E-4FE6-7B93-D3BB-3EB2006AEEDE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F6718564-6B13-772F-6477-C87275436B81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745BCD53-552A-C9A5-2D88-A50D7968121B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2B3D38A8-B54A-425E-153C-C199364B5534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7430ACFA-65EA-97C8-B66A-48FE39F95123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05CDC4DD-802F-5C98-02FC-C386130E77CD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EB7C2094-6277-5770-62CC-9829E408C8A9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3B088601-A261-864B-372C-493491C21585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376A2BBC-00D1-C292-1DEF-8309AF0B8099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A65F56CF-C37F-E63B-1669-55D77BDCBF9A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C7964E73-0F8B-92C6-B015-FAB06FE18F34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05AA809D-C120-FDCD-4C22-0D94B6A3EF7E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27EE2F1F-FD24-1602-4F14-5FB66CD78C6C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2879A55C-D54D-A211-ABFE-D73AFBA5E93E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C2936124-97F2-2CC4-34CF-468A6C73CC73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E7BEBF35-0A7C-CCFB-BAEF-C20AF80B7144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968C358B-D7F9-970D-A143-AA13ED56DDCF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A2B55811-2883-6BE8-C65E-3367A02AF1D4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9EC993A9-7914-4D48-3BDF-5002BAC344C6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0DCCDEBD-6820-F534-7B2C-912B3E328CB5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2F68D1AA-E62C-82C5-8F6C-14AE3E8B29EF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D38CB2BE-3016-9A44-F871-B47367ED26F8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83B145E2-E857-12CF-4DBB-D4857A87DE0E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5346B854-7245-BD17-1CEB-7ECEEA032F9F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729B73C1-3941-8467-2409-61D2386096E0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8E796DA9-EEAF-B060-E1C7-AAAD4F42DE1A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43CEA172-82D9-DEEE-5D5B-971151456758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6ACB308D-5866-A60D-2489-4131F0878910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995E34C1-24F7-5D2D-BEF4-3B345D7BB239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71AD0828-C400-5F5A-7147-8DB112ED188D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4203282C-CC05-FD1F-AAED-890CDD31AB77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8F0687BE-00E7-4663-B372-855E10719317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A81696AB-CD21-5473-4278-295523F95178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EAB6905D-5D5E-B14D-3EF9-E14C95E9CD7F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82FD2C76-AF1E-1C14-79E0-E40E342062C3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DA00B9A1-A1C5-D972-6275-D1EB8C01F183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A0496FFB-24B5-3151-2D84-8D58ED23826E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28E703F6-B0F0-4EF1-70C3-661C8994629F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FB1660AF-F98F-05B0-CCC4-805662834F4F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82E702A6-6450-7B96-A067-DBDAC1C848D4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383F4BFA-8FEB-0920-97E6-ED6838BA5782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7B5E3D55-CFDF-F9E2-DDA1-C4949B858F4A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E5C3C7F7-3AEE-DD62-9D2D-D48D1ECB6B45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2513ACF6-41DF-BFAB-A68B-8B35F911E3E5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518A7022-37EA-0513-D9ED-42BD17CB9FBE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19D86BC8-0BBA-C0D9-FCBF-E165C5F05A6F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EEEF5F94-AB44-26FD-9B43-BEA194C8D456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7D7FEBF5-C533-C68D-0377-39F007A91BD1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B0FD32F9-72CB-2FB9-86B0-0FD7FA2A18E1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0EE40DEE-8C98-BFD9-3B2F-4BF74FCACC06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35356D41-D004-89B6-E639-C1A235E681E5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74FA2A79-E4D1-1808-6C87-D4B00E5C4406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383C62DD-38B0-064B-A763-C0F29E032547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D67F1F62-1269-BEF7-0C98-17510E57C34B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F9500221-D493-9316-80E8-CD3C72176219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C02E1E88-90F1-82F4-4C88-DBD73AFFA25E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70B01434-FAD5-6307-78B8-0613BA2461C9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4A705813-8455-F5BD-B54A-699131B9391E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8CB56CA2-7B6D-2536-3E51-ADCA5222FB20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B520130A-A1D4-2D14-274B-2A150CE04E00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F7277344-5F41-72EC-C161-444F1B6685F1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C3C5EF9A-03E3-DE09-5DC2-B2C2597D1DFF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B0A4A45E-3CCB-A372-95A6-36CE0137E181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8F7A32B0-2F3C-4004-4C31-3DFE70D5BD18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3A90F21B-EDE8-933F-9A1A-AAB69FD74392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55B8B323-A2D7-64E4-56A0-CCC62E718F6E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2237C5DA-7610-8188-5AF8-150F64279191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473D9D37-3EB0-7CE8-C12B-45DEA82299F7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CFE61D04-7482-EFEF-46C3-56A001995B55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D533EEDA-A6B9-C599-684C-E74780A7058D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A93C9CA9-F511-CCB1-D32B-58AE3D501AF1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3EAAE8B0-E714-13FE-B176-EADCB41792D9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20FC7045-30B9-FBC7-734B-FE958A8A7AE5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37F9AFB1-CF00-3DDE-03B8-8D946CF17706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FC7E8C1A-EC70-2F2C-E81F-ACEBE4554D9B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EC51B3DF-3176-D57C-FE73-D4FBC4008DE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4A16EB2C-D74A-D5EE-E024-E0ED6572F97D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D717E13E-1E3C-AEEC-A6C0-BD3B4C188217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B615904D-BB52-D9FB-80B2-E4FDC10B8039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0565E19B-2D15-E640-2FC3-81005E50AAA4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E7C838CD-1C5B-D287-ED24-08A19E57AC5D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48A1EBB0-9FDF-4856-6570-F5A6D82CF88C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FC01ECB3-0E83-53CC-60CA-A8F57E3F5BEF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7A8FF38D-0295-3361-6076-81B31EE4D9AF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DC944A20-259A-9CAF-B9FA-3110BC840827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7C17355C-9021-41F6-99C6-757A638B10B2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28A191C1-AB7C-001C-87A4-FD18FCBB1588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33EE3C11-DA65-8E34-B2F1-323C99013A93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243BC05E-2280-4319-3905-49FA1369EF4A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1BCB6B36-5A99-FEBB-141E-CD71714DBB1C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67788445-64B3-6FE5-5834-4974DE96E602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9E1E6A55-DA59-3F2D-57A1-999C6BB67035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70A1B5F3-6128-149F-99C2-32B97A87358A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096655EE-4898-4FBF-BD94-6FB57322D120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481F8DF8-B3D1-EF16-70A6-11FBCD58A1FE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21B3CBB6-6D9A-8A98-F0E6-7812EE4D2905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E1E568D2-8B82-8956-7CDD-6EFCEF98B73F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5ED2C94B-F372-27C1-AAB0-017F3A652911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79CBBAC8-7E39-D915-15FE-21C9C84E164A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CBBA9CC7-660C-B3DD-D66B-2AAEC97D4FE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D3DA59C6-44F9-54B3-A4FE-91DD0C96D65F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53AF13AA-BA64-44F4-3806-4E186223C275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B99573BE-BBE7-D85A-ED77-8FA708A6CBD1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E7B5D3D5-36F4-496C-43C8-E9A92B02C4C2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A0AD80F7-A3A8-8047-69D5-67B531D36333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3FAB5FE6-D08B-AA82-C750-3543C2BAB6D4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E86AFA1D-425E-D6F0-31D8-863C4CD841AD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541F498E-1FC2-D667-9C84-1340322DA457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5D8CDFE7-2EAD-F695-EE41-58749CB1F561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829FC32C-1F67-77E3-E83C-BAAC1A7FEF06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09892417-1630-0083-A16A-24D084B6CA3C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44655706-2E6E-05FD-94C2-4D909FA64B2A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3A32F8A8-0200-34B7-4945-460AEDD0772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8B2CB87F-6731-B2C6-776B-D0C3FA019131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591645AF-98DD-3CBB-626D-14CAE3F3F176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FC27082C-52A1-3C6C-474B-681312F165F4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771A88E0-6D85-D56B-2D51-97C22E5131DA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1AF629EE-045B-87FE-7C08-DA3F9C42F410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8E9253CD-3470-3061-B311-9035E46E7743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8C723575-1232-BD9C-066B-7A66C2348A6C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FB0C31A0-AC9F-F3F6-F369-E68D24CA667B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86674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87121BB2-D206-AA3A-1B5E-6DF7057C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16187BA2-95E5-FF02-7AF9-CA88B25BB9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AFC6CF02-679C-4C13-6BF9-5F4220188F77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CFA871D0-5731-E68E-4B55-99DE6C25ACD6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740148CD-160E-FCED-D086-61D79C1CEDAA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EBE1CF4E-9FEE-8D3F-67B9-A68397140220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15FECD09-50AF-BE16-7746-A5AA42BC0EA3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30FE98EE-7325-39B5-C30A-9E8D22FB1B3F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4F555E07-3862-100F-F9E7-ED014C56CC38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EE4F566F-43F3-4437-CD12-1D5E8D208033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6A5DC35D-86A7-F735-873F-0523DFD9B414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424035EF-C87E-3117-4076-735E4CB20758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0253BC80-8124-854C-009E-124D621AF9B6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2DAA3EFC-D156-49FD-9EA3-BE70E4752BDC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3B88CA0A-9A36-1E34-D273-31A72C68D678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7BBFD215-41B8-E38E-C47D-645929539621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13C24B88-8172-5FDC-DC82-0105260C4E7B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FD0B3561-CD09-439D-1201-827E66DAB12F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14F961C4-0960-C391-D95C-1C9B652BFEFE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0E38248C-155B-1E74-C703-5B8EDF019315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B60A8407-CF12-BDBA-79FC-2E8251049B5D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67E34C0A-B585-FF85-9ADC-FAF02E02DAFB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01B15BEF-4D6E-6DF5-8051-B6BAAE8AD017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9A81C116-DCDC-490C-62BB-67C546D8768C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C42010FF-3E8C-9B37-BFE1-568A5D290AEC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8E9086F4-5412-6CE9-D462-EEAB851C1973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3A0FE844-875F-B1D1-074F-87CB02F185CA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89B655FF-0C48-63C4-3E73-48164575D2BE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BB57199C-B024-7D47-D75A-88658402E190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14FDBC7E-37C4-406D-D568-6355294F9996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65287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740CCABB-C956-F26E-2257-5841AF32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1EFF7891-837A-E793-C1C0-F30C1AD6A1CD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94BF9AF8-8C9B-9CCC-BA57-2F3602060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425C5E0C-B5B8-7903-5C99-21D353A33245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67C0C40F-AEEC-7B32-6CFB-56ABD8E1B2FA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6889A7AA-9303-29E6-E434-51F7FC4EF36E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48E55F9E-25B4-3452-852D-A605642CEF03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A763374C-3904-C6E8-7355-B00472962A4D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B64322BA-1331-96CA-39A4-83F0F0E9A8FA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109CC324-CAF7-65EE-0F4C-46BE59E73F0B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4BBBA577-6130-968F-3917-C1F6EA92474D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09FEEC7F-BF85-16C2-2C88-D274BCE839AE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C34D4CFD-EBF5-591B-350C-C1D38A48CF80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81DA580C-7910-4500-0E43-BC6B0D52F47F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BDC5BC69-7EEE-3921-CE14-DB4999FC12A6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7D4555EC-BF0D-8B55-A049-56BFA0C8D797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8E73BB41-C046-C9D8-7EE1-625086E18AC5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B2ACF8BF-A506-4BF2-FE74-8A9BFAE2F6CA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FAC202A2-D9C3-AF9B-6C6E-0C766D9ECED8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A873251F-C776-361A-BCA6-6CA44A2ED9A2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BE9E68B3-2F8B-7BB3-8CF1-2D95043EA327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52222C1F-BB7F-7A92-00F2-F93E5B041465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C5BFE023-5F21-4826-DE14-5886F632C954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5F75E47D-994D-990A-4FA3-FF7827B84F3B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0E42A527-DC43-AD57-2C20-31C88D215BF2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EDE76C71-12C0-9AC6-0100-A46A90C8B8E4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99356BEA-7650-2F23-3DD3-4C432E3F5DA8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B2F77F72-2003-9F7B-EB84-2C1B180D23BD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9B0779A5-E40F-4413-5F38-A8DA0929E20A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F71E3259-B14B-27F8-989F-3593B2769B72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64FF2396-BB60-02A3-9BD7-0E7CB350C561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1CCBB7E2-B115-AA29-4A66-D6A9C413DBD5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DD8C2C36-FC62-EFCB-682B-59D042747DEE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E472B17A-8C4D-53CE-4C93-47367C2A838A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A3D852A0-F756-4489-24ED-FD49CDC8793C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88AB2280-0161-0D7D-2485-3AE9DD27E814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A046F036-E4D3-D612-7AF6-FE50A2CDBE00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FE467551-2402-1052-9D66-A17237CF8654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CEE10814-A771-537B-FA4F-3EC726694A96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B933541D-0E19-D50D-A814-1BFCA326514A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80912D8C-53B9-6C10-5C19-46D4CD98EFE1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AA82510E-E7F0-E441-D547-95D4E9AD9750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0A7D1D87-4005-6BDF-2461-BC09BC6E3FE9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9998DE5B-E23A-B470-44C5-A74C420FC9C4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58299A8D-C3D7-6AB7-B8E7-6143D596B379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A65BC1AB-D2D4-ABA2-0ADF-57AFC1C5BBF7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30EB1295-4A0F-2085-6137-EABB20680CF8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E72696F3-A123-9464-9B3D-16370EAAFA2A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C79BBA18-1326-F6FB-81FF-56CC0B7B17C9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5780F9D4-D0A6-9E49-F880-F9CABC465247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D11497A4-E8EE-FFC4-7C9B-708A858DE447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3FCA62D4-6608-846D-A269-F4F31A528996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8E4D49DC-7443-D1AB-75CD-12D94C3DC5F9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DA394325-782A-832B-B62A-762FFA47A71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DB40AE32-1682-B646-36BF-6FFA3B09EA1F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59CB3BD9-E991-BCF0-9420-C56C84CB7249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46C124DA-84DB-4E17-6895-F52E2CB63351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AFF3582C-2CAC-30ED-E05C-ABFC9C83C496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E9F1FA4D-5FDC-0709-776B-5D7829A73CCF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8215F184-1B6A-A9EF-D8D0-49479DFB0276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1C091CDB-EA06-91D1-5072-3804F72506BD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FF2FF776-0866-8CBE-7506-3649C2E65798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979EEBDC-F92D-B12E-DC57-F8D2D2A0BC87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7BF280EC-6A8B-44AC-8237-AD096B0C298A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A0FD9DBA-781F-FD18-A78C-1819F6B8A9FA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0589B265-9B60-B337-FF63-1356B9303E6F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0CC02B07-4815-C85D-7F7E-C74E0B9AE50F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40E8AA34-578B-E010-3D0C-126FFC29C565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AC79EDEC-9982-38B9-C2CF-4671A21AD281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EF3909D3-62F8-FC4A-7375-FF0CD5333B48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E62314E4-8939-339C-2B1F-60FE2FF8E5DA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4D2F93D8-00A7-E98D-3B07-ABC2D92AEB97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7657B409-070A-62D5-1E01-92277C8A4103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80EC35A3-78E3-441F-A1E2-F20550EB3DA6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6A0BE7B8-7019-4308-5A21-A6FF9A4D9A24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35A075E5-8FA3-5403-3DA9-B6B4171B257E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20366EA7-4308-C304-D501-5A78002BEF9D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47CFC082-D7E6-3A97-1B84-2DAC292B1710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BF26F4F1-2DD2-4CC8-D61C-D136360E36EF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134BFBB1-8A83-E97F-B4AC-1D297629C122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90D93A7A-FED9-6FD3-D97C-D4EC0DCC6892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0F70B0A5-E1A8-392E-B0A5-AC64BD2E27E0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C31BCEC5-3E71-ABB1-AAC9-2107495A278E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748EACF3-4E06-9200-83B8-475B8FBAFC6F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738800C4-1502-5866-162F-700CD6058D06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96E0B824-C91E-A05E-D8B7-E6E13E2C0684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BDF40554-205E-9CF8-11C8-5CD3C8CC90F8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ED433D6B-32C3-C0A4-9C14-7E9A5D34AF3F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C3E9E8B0-43C7-5B13-8A24-D81625914ADC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D0496AEB-E940-71F6-80DE-13EF2421649E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E15F9391-1A96-9166-ED3D-A00C1549EA79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EA04F632-2E2C-810D-C282-D8E427CD49E4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A6D3B391-D1A6-8980-505E-B8CF6E0A474C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D9DCA48F-CE3D-198D-F5DA-D69AA7C86BCA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D9157749-A670-1F74-A9B4-2AEB0CC91AE1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CBFB5E10-F9C6-EC48-72A5-8C7F3C077455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F4A9F9B9-C29E-A4CC-CB45-106DD92E5594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95C073FC-012A-F281-0A31-A61A9E73DBE9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8CC6440A-399B-FB5A-E99A-F0CC1CDBADA8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7D991C01-7A7B-9F3A-4D1C-6072F359371A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007A4CDF-5460-BC8B-CB94-807B3C72F598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44122A1A-0CEB-F0DC-4326-86270B18A6CF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AE76F0CE-8C74-FD06-05AB-032A0F3AB9E7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1CCF1FAC-0C46-FE6E-4023-B8348F635898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170EA2E2-A982-6CFA-30DE-F1C6912BDD41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D7363571-9D08-F71C-B7C5-24E9385112BA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8437E75D-7711-5DA2-5EAD-5EACC8878778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CE7EF0AC-3F7E-D2B5-AA62-EF83EB746FAA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5B244601-F2E6-54C9-9D12-BE7309940906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8FB9A519-020A-10D5-9A3C-2D3AE6DD02F3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1FCC633D-93E6-62D9-8116-15FB85409649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D1A0E275-34C7-2A06-80AF-8044D02BDCC2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A2D81AD2-1C6A-FE3E-4A9F-76054283000E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1378E7A7-9A61-5D8F-7EE3-C72ACF960E13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54C13B63-ACC6-AC2F-C048-6A93620AF25B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BA8C8319-433D-D764-3CA6-72964B061541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A563816B-7079-607F-2180-464D5AACD02A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70935658-CE3C-BD89-4D48-48D57445689D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D851795C-93CE-D363-8CA2-5EA56812EEF9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E7133067-C59B-B585-0E94-57A3629A2F43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E14E7668-239B-E6C8-45DA-831EC3549E2E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BE534A83-711D-24B7-FD5D-EF7713AA0F7A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19E7C551-6C5E-5D71-2D3F-FFBFABED5358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DE180E9A-5A32-4046-2509-4042288417AA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A688E1BD-DAE1-2313-50B5-005E051D7BC5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128E877F-45BF-42DF-2C0A-EF3FE9E9499F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9B0A5892-280A-0372-A3D2-46A17C3A63B8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C14FECA8-8603-549E-03CB-06FB1220D5A6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3EE5F54F-8BE5-AC9A-8911-811216D22820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62D71F6A-5557-3364-6CA8-CEE982D1AA50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183A5A76-FF76-922A-4D92-176E59EE8001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69635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C58C5E66-CC1E-3F9A-FE20-A1ECF0BC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D7430248-3917-205A-D9D1-7316D1066F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D161CE7D-9FF6-B14C-3D2E-3983064C4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275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E1B16295-5EE8-3FAD-A584-4289262F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240ED1F5-186A-3EA1-09C2-8431A9E68FAE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2AAEC1E0-C16B-04B2-AE73-D20424012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BF95345E-39D5-E648-8178-AF19DBF03964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B43D1A2E-9611-4590-9E31-AAB342E37EA5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B47D0512-6722-1DFD-2DF8-A2567ED255B7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C5025FA2-EF9D-329D-DD3B-E41D42EF12E3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211ED14C-86F8-5B30-0D35-BEE012F8F2BE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1778A916-D26F-6330-7C70-976084FC6113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BFDD2E25-68A6-8357-2303-34E6F8E655B8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3492A5E5-55B7-0B11-0FB2-45F0BDEED8A1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F33CF5B9-F35F-6A12-BC2B-B0BA8CB56AAB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61E9E88C-1815-64AF-AD5E-F708EF33616D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FA67E585-0855-4A45-22E1-2279F29419E4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54644C92-BE7A-5C45-4409-AAB2C121DCD9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F2F09A2D-82F1-0514-8F18-97041636AE00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25841B88-EB22-3D96-98EA-CE8723433298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B24BA317-F373-C0A2-C4F6-055A8AB8A275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D15DAA78-84BF-3A1F-231C-45B8F05BAB98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98FA48B9-A80F-21D0-724C-60117864D0DF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8AA8834D-7279-4BEF-1D20-8B87169BD64E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878902F1-BC18-EE8D-3E45-9CC752CB4ED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7493D733-FBB3-5027-CA0E-749C7AA109F4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84A0569C-A12D-8301-5D8D-0F1F6D760CF1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638ADE5D-42C5-3685-1C22-168C69597E72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3CFB6C15-BAD3-B80D-40F1-BC832B247151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5D723615-8638-AD64-F645-70C16AE72CCF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31CDA1C0-878D-37DC-B646-FD6B7FD0DCFC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1AF1BF55-DAE4-77D4-1856-F429D1D3D5B6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91FD5457-906F-FEF3-D7A8-12FF5F46740F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03E4E268-CE20-349C-D838-2B0CBA44AD09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BFCE895F-38EE-CCBF-411B-FEC6946E1D8A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4D472BEA-A19B-9CDB-7AB3-8CD5F58A373C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A053A6B5-85AA-D0AE-9C0D-1F663FB40A90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7A4AEF47-A2D8-1A92-D91D-D7D61923EC6D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D66A83E8-33E6-D9BB-279C-B2157AA27D0D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3046318A-CAB1-678D-A8E0-C4F449C5A30A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3CA18CA7-C797-3FE4-5AB9-9B21294E5895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6E035362-42B1-B8BE-2A1F-4A3A6AC4FC5D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5FEB76B0-E20F-0446-7747-9B5CC0C7B124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3B62365E-B9AF-0EC6-04F8-DA576EB0A0C6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659F8AD3-BFFE-7FAB-BB6E-3AEF93FC7234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A45FEA4A-2FE5-E44C-D952-15032E7EFE61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1324FB18-EC30-BF2C-D1FC-0AD3503C411A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F90E68D3-2E19-E645-759F-E297199777FD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6F3478D1-C3C4-F389-F04E-2DB3634691B9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8189D9DF-BA8A-FD17-F886-F1F732DEE21C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31BC5AE9-D2D6-090B-C8CD-44090103756C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E7ACA1EC-8779-524F-EF15-33C6A9D1F9F7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0101B7A4-401C-FF69-0B8C-3A05081A6582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50BE1CA8-CC38-8019-70DD-78D7E42017AD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C22521C3-F170-45FA-1ACD-DE27A9C384F2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32CF3237-68E5-0732-0FA9-EC2C2E001D22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456798FD-157D-D04C-6CB4-611FC8FB973D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CF6B58B7-B930-B113-9CD5-E00F062D453B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16A7ADBD-DC0D-75A7-FCFF-CBFAF9EB37A8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F40531D9-1181-69EF-C48F-B920DC79FC19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E369EA56-9747-6A21-A249-BC5FC37E4470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B12AFB28-A3CB-6152-A3D9-4914478B4D91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DD5BEE7D-8019-D797-67BA-DE11E0F61BAD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806A6989-CE89-F58C-254D-2440A93F9C7D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DB8B3FB0-46F4-AB6E-9F33-F4382D4009B4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DD98DE64-5888-AB8F-8D3A-EEE73F216AA1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30B7E9C7-99DB-F969-85F2-2BE1A4DF4083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2AE1E9F8-FF8E-5756-2B4A-B9016D30188B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07B94AA2-5F0E-D369-484B-8052925B6044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BB7103FB-EAFC-F4A5-1522-3ECC7DDD4A3D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EA3B6A52-84D2-CF69-6ED7-6DB37D054CB3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0EB03B53-DE3C-AF50-F10F-0D890C6A9311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AA070133-AB8A-B96F-EDFE-27D176986F0F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889D7C79-0EFA-58E1-823C-4B9BEFF7CE95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1EBC608C-D74A-1CE5-0609-FC9DC72D5DE5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967EFECB-713F-D467-0583-4ACE77D8EA89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D033C398-113A-14A8-865E-F19B014C5C92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A00ABCFC-B63F-F9F8-9561-E5CFB8E1AB63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E5DBD2F0-66E8-B922-B011-E5C0F247D75A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E8654239-3AF1-1BA6-0D55-0E9C6250B79B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D4CBFE31-FC8D-646E-23DD-4EB252E823CC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76035CC9-74C3-048A-032C-1D09605C798E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467F7CAF-8C4E-BAFE-B7AC-ADC97B41654D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800C1565-B632-A5D2-84FE-C614302BC87B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9D41EF70-23D9-CD4D-65AF-2F8758289FC1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6475BAEF-3F02-5F8F-059B-596583DB1022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BC8B529F-9F13-DE2B-40F0-564705166299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2382F690-5B17-FAC6-1627-75333CF2F091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551A26FC-4122-C675-B701-D6B304AC2A15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B7F5D9CD-83FE-0C07-32A7-38F182C8737F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12EC69CC-582B-05B0-2075-6DA5F9142B30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AD8010ED-7232-9120-07F3-A0D98890E89A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4DD2D079-2891-23F3-5C4C-0ABE3791DF3C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2E005A9D-D4D5-C39B-E72F-952BAC6CD779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AB26DCB5-29CF-7DDE-2DEC-D0FD7BD5B640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F901AE3B-CD69-66C9-4C36-7D384F2A3796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D4DDEDAC-C50C-3B34-0007-68D997501DA5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AAF5DDC5-D2B6-A350-123D-1EF6AC3E7863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29BFD68E-8A6C-0235-9089-252688184D1E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F63E92FD-9C6C-D479-0924-2EB03CA9BA27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7069EF60-4422-B5AF-FDB8-C7DC79E0AF2B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35BBEC05-0623-E5B8-D5B2-5D63C0284D1A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640F1936-FCEF-A15F-0CDE-1F862E3F12F0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F68BFFAA-66A3-2E9A-B952-F0399220E91A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3B289E45-3284-8B07-84CB-06CFD2A025DD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10ECA37E-D580-CA57-03D6-44406B373F92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2D8A67F3-BE6A-FCD9-C716-52E9607A3924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7CE82E97-EB14-CD23-20A9-AA5024A5248F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C6DEA2B5-565F-04A6-977B-55C08C55FF8F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4C1D0D37-C949-ED8B-EDF9-2B09DAE0ABB6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5D885488-0EA1-782A-5CDD-A863EECFEDB3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171AEC41-3028-8820-7858-E0F95666C6C2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08AF3666-0FA3-CB9D-BEC6-4CEFD1659A80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DB2697FD-D985-BB4F-505D-F7C14EC839C1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6D9FD26C-70CC-13D1-50F7-5A6C521A2A37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A9BDA649-8A3F-9CF4-8EFC-AAB927C498BC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99DA5611-60E1-CB95-D13D-BB656CFED604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102460DC-8950-3A25-198D-7E8E1746AD30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0E8DAEC6-5435-F556-7C68-6DF4DC35187F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5415644E-FD99-EFC8-2864-FD135C236A58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4997CA27-E90F-C2A6-B358-E515FD0BAA6F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3863DD1F-73C9-8B77-0B82-6D9BB7B4EE26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4C0889BD-6559-324C-9CF3-E226C50242E8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020821E3-09A0-96B9-8A47-9FCC8CD41A6E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682A81F6-F8ED-702B-CAE9-D012FBA29092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CD7E8C4D-7DC7-6858-2EA5-4F4E6D3D3F89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C97F5251-29F1-9B73-02B0-EA854A521356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D1B1FA02-8D45-DDF4-72B9-2351D4F092D2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63E78E5C-AFA3-E028-C5EA-03500A473BD6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22284B66-8903-C74A-7E8D-CEFD03E3F9E3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331C7FCF-BF4A-C0F7-7584-872C032F4C83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146846A0-AC60-267A-EB64-85DC6A9F03D4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5C72C9A0-0460-1C1A-AF95-FC39CDC1EB36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E5C568C4-A624-27A3-E10E-A0EFEA603E82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52272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6">
          <a:extLst>
            <a:ext uri="{FF2B5EF4-FFF2-40B4-BE49-F238E27FC236}">
              <a16:creationId xmlns:a16="http://schemas.microsoft.com/office/drawing/2014/main" id="{5AB3F634-6DC3-2076-178B-FFA8BD60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p65">
            <a:extLst>
              <a:ext uri="{FF2B5EF4-FFF2-40B4-BE49-F238E27FC236}">
                <a16:creationId xmlns:a16="http://schemas.microsoft.com/office/drawing/2014/main" id="{47752E8C-7B96-8B31-C580-85A9836A7A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726" y="1322211"/>
            <a:ext cx="38520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{{content}}</a:t>
            </a:r>
            <a:endParaRPr dirty="0"/>
          </a:p>
        </p:txBody>
      </p:sp>
      <p:grpSp>
        <p:nvGrpSpPr>
          <p:cNvPr id="6259" name="Google Shape;6259;p65">
            <a:extLst>
              <a:ext uri="{FF2B5EF4-FFF2-40B4-BE49-F238E27FC236}">
                <a16:creationId xmlns:a16="http://schemas.microsoft.com/office/drawing/2014/main" id="{E8924FBA-62FB-DAEB-D27F-891EBBDF79B7}"/>
              </a:ext>
            </a:extLst>
          </p:cNvPr>
          <p:cNvGrpSpPr/>
          <p:nvPr/>
        </p:nvGrpSpPr>
        <p:grpSpPr>
          <a:xfrm>
            <a:off x="5501678" y="434645"/>
            <a:ext cx="3398127" cy="3619915"/>
            <a:chOff x="5501678" y="434645"/>
            <a:chExt cx="3398127" cy="3619915"/>
          </a:xfrm>
        </p:grpSpPr>
        <p:sp>
          <p:nvSpPr>
            <p:cNvPr id="6260" name="Google Shape;6260;p65">
              <a:extLst>
                <a:ext uri="{FF2B5EF4-FFF2-40B4-BE49-F238E27FC236}">
                  <a16:creationId xmlns:a16="http://schemas.microsoft.com/office/drawing/2014/main" id="{292F5491-7CA1-ECC4-BBF8-535D6FE58369}"/>
                </a:ext>
              </a:extLst>
            </p:cNvPr>
            <p:cNvSpPr/>
            <p:nvPr/>
          </p:nvSpPr>
          <p:spPr>
            <a:xfrm rot="-8196475">
              <a:off x="7019894" y="553783"/>
              <a:ext cx="738262" cy="983792"/>
            </a:xfrm>
            <a:custGeom>
              <a:avLst/>
              <a:gdLst/>
              <a:ahLst/>
              <a:cxnLst/>
              <a:rect l="l" t="t" r="r" b="b"/>
              <a:pathLst>
                <a:path w="2592" h="3454" extrusionOk="0">
                  <a:moveTo>
                    <a:pt x="2025" y="1"/>
                  </a:moveTo>
                  <a:lnTo>
                    <a:pt x="1497" y="151"/>
                  </a:lnTo>
                  <a:cubicBezTo>
                    <a:pt x="2038" y="1057"/>
                    <a:pt x="2038" y="1925"/>
                    <a:pt x="1095" y="2553"/>
                  </a:cubicBezTo>
                  <a:cubicBezTo>
                    <a:pt x="642" y="2855"/>
                    <a:pt x="315" y="3056"/>
                    <a:pt x="76" y="3195"/>
                  </a:cubicBezTo>
                  <a:cubicBezTo>
                    <a:pt x="13" y="3245"/>
                    <a:pt x="1" y="3308"/>
                    <a:pt x="26" y="3371"/>
                  </a:cubicBezTo>
                  <a:cubicBezTo>
                    <a:pt x="56" y="3420"/>
                    <a:pt x="93" y="3454"/>
                    <a:pt x="144" y="3454"/>
                  </a:cubicBezTo>
                  <a:cubicBezTo>
                    <a:pt x="158" y="3454"/>
                    <a:pt x="173" y="3451"/>
                    <a:pt x="189" y="3446"/>
                  </a:cubicBezTo>
                  <a:cubicBezTo>
                    <a:pt x="655" y="3320"/>
                    <a:pt x="1321" y="2905"/>
                    <a:pt x="1837" y="2239"/>
                  </a:cubicBezTo>
                  <a:cubicBezTo>
                    <a:pt x="2591" y="1283"/>
                    <a:pt x="2025" y="1"/>
                    <a:pt x="202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65">
              <a:extLst>
                <a:ext uri="{FF2B5EF4-FFF2-40B4-BE49-F238E27FC236}">
                  <a16:creationId xmlns:a16="http://schemas.microsoft.com/office/drawing/2014/main" id="{7B8773F4-59A8-A5C7-8738-6E066CC5DF5D}"/>
                </a:ext>
              </a:extLst>
            </p:cNvPr>
            <p:cNvSpPr/>
            <p:nvPr/>
          </p:nvSpPr>
          <p:spPr>
            <a:xfrm rot="-8196475">
              <a:off x="7020867" y="551337"/>
              <a:ext cx="731142" cy="983792"/>
            </a:xfrm>
            <a:custGeom>
              <a:avLst/>
              <a:gdLst/>
              <a:ahLst/>
              <a:cxnLst/>
              <a:rect l="l" t="t" r="r" b="b"/>
              <a:pathLst>
                <a:path w="2567" h="3454" extrusionOk="0">
                  <a:moveTo>
                    <a:pt x="2000" y="1"/>
                  </a:moveTo>
                  <a:lnTo>
                    <a:pt x="1812" y="51"/>
                  </a:lnTo>
                  <a:cubicBezTo>
                    <a:pt x="1950" y="416"/>
                    <a:pt x="2239" y="1346"/>
                    <a:pt x="1761" y="2013"/>
                  </a:cubicBezTo>
                  <a:cubicBezTo>
                    <a:pt x="1346" y="2641"/>
                    <a:pt x="479" y="3132"/>
                    <a:pt x="1" y="3371"/>
                  </a:cubicBezTo>
                  <a:cubicBezTo>
                    <a:pt x="31" y="3420"/>
                    <a:pt x="68" y="3454"/>
                    <a:pt x="119" y="3454"/>
                  </a:cubicBezTo>
                  <a:cubicBezTo>
                    <a:pt x="133" y="3454"/>
                    <a:pt x="148" y="3451"/>
                    <a:pt x="164" y="3446"/>
                  </a:cubicBezTo>
                  <a:cubicBezTo>
                    <a:pt x="630" y="3320"/>
                    <a:pt x="1296" y="2905"/>
                    <a:pt x="1812" y="2239"/>
                  </a:cubicBezTo>
                  <a:cubicBezTo>
                    <a:pt x="2566" y="1283"/>
                    <a:pt x="2000" y="1"/>
                    <a:pt x="2000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65">
              <a:extLst>
                <a:ext uri="{FF2B5EF4-FFF2-40B4-BE49-F238E27FC236}">
                  <a16:creationId xmlns:a16="http://schemas.microsoft.com/office/drawing/2014/main" id="{A66670EE-4258-38DE-E489-54A525C34275}"/>
                </a:ext>
              </a:extLst>
            </p:cNvPr>
            <p:cNvSpPr/>
            <p:nvPr/>
          </p:nvSpPr>
          <p:spPr>
            <a:xfrm rot="-8196475">
              <a:off x="5939666" y="1879757"/>
              <a:ext cx="1225025" cy="1217920"/>
            </a:xfrm>
            <a:custGeom>
              <a:avLst/>
              <a:gdLst/>
              <a:ahLst/>
              <a:cxnLst/>
              <a:rect l="l" t="t" r="r" b="b"/>
              <a:pathLst>
                <a:path w="4301" h="4276" extrusionOk="0">
                  <a:moveTo>
                    <a:pt x="25" y="0"/>
                  </a:moveTo>
                  <a:cubicBezTo>
                    <a:pt x="0" y="0"/>
                    <a:pt x="0" y="63"/>
                    <a:pt x="25" y="63"/>
                  </a:cubicBezTo>
                  <a:cubicBezTo>
                    <a:pt x="654" y="176"/>
                    <a:pt x="1974" y="503"/>
                    <a:pt x="2515" y="1258"/>
                  </a:cubicBezTo>
                  <a:cubicBezTo>
                    <a:pt x="3232" y="2251"/>
                    <a:pt x="3169" y="3810"/>
                    <a:pt x="1912" y="3861"/>
                  </a:cubicBezTo>
                  <a:lnTo>
                    <a:pt x="1949" y="3924"/>
                  </a:lnTo>
                  <a:lnTo>
                    <a:pt x="2100" y="4276"/>
                  </a:lnTo>
                  <a:lnTo>
                    <a:pt x="2264" y="4251"/>
                  </a:lnTo>
                  <a:lnTo>
                    <a:pt x="2276" y="4251"/>
                  </a:lnTo>
                  <a:lnTo>
                    <a:pt x="2880" y="4062"/>
                  </a:lnTo>
                  <a:lnTo>
                    <a:pt x="3219" y="3949"/>
                  </a:lnTo>
                  <a:cubicBezTo>
                    <a:pt x="3219" y="3949"/>
                    <a:pt x="4301" y="2327"/>
                    <a:pt x="2389" y="843"/>
                  </a:cubicBezTo>
                  <a:cubicBezTo>
                    <a:pt x="2251" y="730"/>
                    <a:pt x="2075" y="604"/>
                    <a:pt x="1886" y="491"/>
                  </a:cubicBezTo>
                  <a:cubicBezTo>
                    <a:pt x="1886" y="491"/>
                    <a:pt x="968" y="25"/>
                    <a:pt x="5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65">
              <a:extLst>
                <a:ext uri="{FF2B5EF4-FFF2-40B4-BE49-F238E27FC236}">
                  <a16:creationId xmlns:a16="http://schemas.microsoft.com/office/drawing/2014/main" id="{A2DE5F45-8AAF-2461-B08F-187FF475D124}"/>
                </a:ext>
              </a:extLst>
            </p:cNvPr>
            <p:cNvSpPr/>
            <p:nvPr/>
          </p:nvSpPr>
          <p:spPr>
            <a:xfrm rot="-8196475">
              <a:off x="6086855" y="1739082"/>
              <a:ext cx="544582" cy="917143"/>
            </a:xfrm>
            <a:custGeom>
              <a:avLst/>
              <a:gdLst/>
              <a:ahLst/>
              <a:cxnLst/>
              <a:rect l="l" t="t" r="r" b="b"/>
              <a:pathLst>
                <a:path w="1912" h="3220" extrusionOk="0">
                  <a:moveTo>
                    <a:pt x="0" y="0"/>
                  </a:moveTo>
                  <a:cubicBezTo>
                    <a:pt x="1409" y="1559"/>
                    <a:pt x="755" y="2842"/>
                    <a:pt x="491" y="3219"/>
                  </a:cubicBezTo>
                  <a:lnTo>
                    <a:pt x="830" y="3119"/>
                  </a:lnTo>
                  <a:cubicBezTo>
                    <a:pt x="830" y="3119"/>
                    <a:pt x="1912" y="1496"/>
                    <a:pt x="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65">
              <a:extLst>
                <a:ext uri="{FF2B5EF4-FFF2-40B4-BE49-F238E27FC236}">
                  <a16:creationId xmlns:a16="http://schemas.microsoft.com/office/drawing/2014/main" id="{7FE9E83E-EB52-11F0-91FE-76B175A34A2A}"/>
                </a:ext>
              </a:extLst>
            </p:cNvPr>
            <p:cNvSpPr/>
            <p:nvPr/>
          </p:nvSpPr>
          <p:spPr>
            <a:xfrm rot="-8196475">
              <a:off x="5723178" y="931419"/>
              <a:ext cx="1597859" cy="1280582"/>
            </a:xfrm>
            <a:custGeom>
              <a:avLst/>
              <a:gdLst/>
              <a:ahLst/>
              <a:cxnLst/>
              <a:rect l="l" t="t" r="r" b="b"/>
              <a:pathLst>
                <a:path w="5610" h="4496" extrusionOk="0">
                  <a:moveTo>
                    <a:pt x="4892" y="0"/>
                  </a:moveTo>
                  <a:cubicBezTo>
                    <a:pt x="4703" y="0"/>
                    <a:pt x="4513" y="71"/>
                    <a:pt x="4377" y="207"/>
                  </a:cubicBezTo>
                  <a:cubicBezTo>
                    <a:pt x="2478" y="2018"/>
                    <a:pt x="1" y="2043"/>
                    <a:pt x="1" y="2043"/>
                  </a:cubicBezTo>
                  <a:lnTo>
                    <a:pt x="592" y="4495"/>
                  </a:lnTo>
                  <a:cubicBezTo>
                    <a:pt x="4666" y="3741"/>
                    <a:pt x="5484" y="2144"/>
                    <a:pt x="5597" y="937"/>
                  </a:cubicBezTo>
                  <a:cubicBezTo>
                    <a:pt x="5609" y="534"/>
                    <a:pt x="5496" y="295"/>
                    <a:pt x="5345" y="157"/>
                  </a:cubicBezTo>
                  <a:cubicBezTo>
                    <a:pt x="5333" y="144"/>
                    <a:pt x="5307" y="144"/>
                    <a:pt x="5295" y="132"/>
                  </a:cubicBezTo>
                  <a:cubicBezTo>
                    <a:pt x="5232" y="82"/>
                    <a:pt x="5169" y="44"/>
                    <a:pt x="5106" y="31"/>
                  </a:cubicBezTo>
                  <a:cubicBezTo>
                    <a:pt x="5037" y="10"/>
                    <a:pt x="4964" y="0"/>
                    <a:pt x="48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65">
              <a:extLst>
                <a:ext uri="{FF2B5EF4-FFF2-40B4-BE49-F238E27FC236}">
                  <a16:creationId xmlns:a16="http://schemas.microsoft.com/office/drawing/2014/main" id="{78798DB5-92FD-C6D5-35E0-CFA338E61D0F}"/>
                </a:ext>
              </a:extLst>
            </p:cNvPr>
            <p:cNvSpPr/>
            <p:nvPr/>
          </p:nvSpPr>
          <p:spPr>
            <a:xfrm rot="-8196475">
              <a:off x="5813058" y="967179"/>
              <a:ext cx="1594157" cy="1028225"/>
            </a:xfrm>
            <a:custGeom>
              <a:avLst/>
              <a:gdLst/>
              <a:ahLst/>
              <a:cxnLst/>
              <a:rect l="l" t="t" r="r" b="b"/>
              <a:pathLst>
                <a:path w="5597" h="3610" extrusionOk="0">
                  <a:moveTo>
                    <a:pt x="5597" y="0"/>
                  </a:moveTo>
                  <a:cubicBezTo>
                    <a:pt x="5307" y="503"/>
                    <a:pt x="4855" y="1031"/>
                    <a:pt x="4151" y="1585"/>
                  </a:cubicBezTo>
                  <a:cubicBezTo>
                    <a:pt x="3770" y="1883"/>
                    <a:pt x="3322" y="2025"/>
                    <a:pt x="2879" y="2025"/>
                  </a:cubicBezTo>
                  <a:cubicBezTo>
                    <a:pt x="2181" y="2025"/>
                    <a:pt x="1495" y="1672"/>
                    <a:pt x="1095" y="1019"/>
                  </a:cubicBezTo>
                  <a:cubicBezTo>
                    <a:pt x="441" y="1157"/>
                    <a:pt x="1" y="1157"/>
                    <a:pt x="1" y="1157"/>
                  </a:cubicBezTo>
                  <a:lnTo>
                    <a:pt x="592" y="3609"/>
                  </a:lnTo>
                  <a:cubicBezTo>
                    <a:pt x="4666" y="2855"/>
                    <a:pt x="5484" y="1258"/>
                    <a:pt x="5597" y="51"/>
                  </a:cubicBezTo>
                  <a:lnTo>
                    <a:pt x="5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65">
              <a:extLst>
                <a:ext uri="{FF2B5EF4-FFF2-40B4-BE49-F238E27FC236}">
                  <a16:creationId xmlns:a16="http://schemas.microsoft.com/office/drawing/2014/main" id="{1223D74F-ED3C-CFBB-3886-5B72C86EB59B}"/>
                </a:ext>
              </a:extLst>
            </p:cNvPr>
            <p:cNvSpPr/>
            <p:nvPr/>
          </p:nvSpPr>
          <p:spPr>
            <a:xfrm rot="-8196475">
              <a:off x="5797625" y="966102"/>
              <a:ext cx="1511558" cy="1280582"/>
            </a:xfrm>
            <a:custGeom>
              <a:avLst/>
              <a:gdLst/>
              <a:ahLst/>
              <a:cxnLst/>
              <a:rect l="l" t="t" r="r" b="b"/>
              <a:pathLst>
                <a:path w="5307" h="4496" extrusionOk="0">
                  <a:moveTo>
                    <a:pt x="5281" y="125"/>
                  </a:moveTo>
                  <a:lnTo>
                    <a:pt x="5281" y="125"/>
                  </a:lnTo>
                  <a:cubicBezTo>
                    <a:pt x="5290" y="131"/>
                    <a:pt x="5298" y="138"/>
                    <a:pt x="5307" y="145"/>
                  </a:cubicBezTo>
                  <a:cubicBezTo>
                    <a:pt x="5302" y="134"/>
                    <a:pt x="5292" y="128"/>
                    <a:pt x="5281" y="125"/>
                  </a:cubicBezTo>
                  <a:close/>
                  <a:moveTo>
                    <a:pt x="4892" y="1"/>
                  </a:moveTo>
                  <a:cubicBezTo>
                    <a:pt x="4702" y="1"/>
                    <a:pt x="4513" y="71"/>
                    <a:pt x="4376" y="208"/>
                  </a:cubicBezTo>
                  <a:cubicBezTo>
                    <a:pt x="2478" y="2006"/>
                    <a:pt x="0" y="2044"/>
                    <a:pt x="0" y="2044"/>
                  </a:cubicBezTo>
                  <a:lnTo>
                    <a:pt x="591" y="4496"/>
                  </a:lnTo>
                  <a:cubicBezTo>
                    <a:pt x="642" y="4496"/>
                    <a:pt x="667" y="4496"/>
                    <a:pt x="717" y="4483"/>
                  </a:cubicBezTo>
                  <a:lnTo>
                    <a:pt x="139" y="2132"/>
                  </a:lnTo>
                  <a:cubicBezTo>
                    <a:pt x="139" y="2132"/>
                    <a:pt x="2616" y="2107"/>
                    <a:pt x="4515" y="296"/>
                  </a:cubicBezTo>
                  <a:cubicBezTo>
                    <a:pt x="4663" y="166"/>
                    <a:pt x="4853" y="91"/>
                    <a:pt x="5043" y="91"/>
                  </a:cubicBezTo>
                  <a:cubicBezTo>
                    <a:pt x="5111" y="91"/>
                    <a:pt x="5178" y="100"/>
                    <a:pt x="5244" y="120"/>
                  </a:cubicBezTo>
                  <a:cubicBezTo>
                    <a:pt x="5251" y="120"/>
                    <a:pt x="5267" y="120"/>
                    <a:pt x="5281" y="125"/>
                  </a:cubicBezTo>
                  <a:lnTo>
                    <a:pt x="5281" y="125"/>
                  </a:lnTo>
                  <a:cubicBezTo>
                    <a:pt x="5227" y="82"/>
                    <a:pt x="5171" y="43"/>
                    <a:pt x="5106" y="32"/>
                  </a:cubicBezTo>
                  <a:cubicBezTo>
                    <a:pt x="5036" y="11"/>
                    <a:pt x="4964" y="1"/>
                    <a:pt x="4892" y="1"/>
                  </a:cubicBezTo>
                  <a:close/>
                </a:path>
              </a:pathLst>
            </a:custGeom>
            <a:solidFill>
              <a:srgbClr val="FFFFFF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65">
              <a:extLst>
                <a:ext uri="{FF2B5EF4-FFF2-40B4-BE49-F238E27FC236}">
                  <a16:creationId xmlns:a16="http://schemas.microsoft.com/office/drawing/2014/main" id="{C86291EF-4EA8-AF95-D8C2-4A51C2614F1D}"/>
                </a:ext>
              </a:extLst>
            </p:cNvPr>
            <p:cNvSpPr/>
            <p:nvPr/>
          </p:nvSpPr>
          <p:spPr>
            <a:xfrm rot="-8196475">
              <a:off x="5639097" y="1386944"/>
              <a:ext cx="1361456" cy="692984"/>
            </a:xfrm>
            <a:custGeom>
              <a:avLst/>
              <a:gdLst/>
              <a:ahLst/>
              <a:cxnLst/>
              <a:rect l="l" t="t" r="r" b="b"/>
              <a:pathLst>
                <a:path w="4780" h="2433" extrusionOk="0">
                  <a:moveTo>
                    <a:pt x="4741" y="1"/>
                  </a:moveTo>
                  <a:cubicBezTo>
                    <a:pt x="4616" y="152"/>
                    <a:pt x="4490" y="315"/>
                    <a:pt x="4339" y="466"/>
                  </a:cubicBezTo>
                  <a:cubicBezTo>
                    <a:pt x="4188" y="642"/>
                    <a:pt x="4012" y="793"/>
                    <a:pt x="3836" y="957"/>
                  </a:cubicBezTo>
                  <a:cubicBezTo>
                    <a:pt x="3811" y="982"/>
                    <a:pt x="3761" y="1032"/>
                    <a:pt x="3710" y="1070"/>
                  </a:cubicBezTo>
                  <a:lnTo>
                    <a:pt x="3572" y="1170"/>
                  </a:lnTo>
                  <a:lnTo>
                    <a:pt x="3434" y="1283"/>
                  </a:lnTo>
                  <a:lnTo>
                    <a:pt x="3295" y="1384"/>
                  </a:lnTo>
                  <a:cubicBezTo>
                    <a:pt x="3081" y="1510"/>
                    <a:pt x="2893" y="1636"/>
                    <a:pt x="2692" y="1736"/>
                  </a:cubicBezTo>
                  <a:cubicBezTo>
                    <a:pt x="2490" y="1849"/>
                    <a:pt x="2289" y="1950"/>
                    <a:pt x="2063" y="2025"/>
                  </a:cubicBezTo>
                  <a:cubicBezTo>
                    <a:pt x="1849" y="2101"/>
                    <a:pt x="1623" y="2164"/>
                    <a:pt x="1409" y="2227"/>
                  </a:cubicBezTo>
                  <a:cubicBezTo>
                    <a:pt x="944" y="2327"/>
                    <a:pt x="491" y="2365"/>
                    <a:pt x="26" y="2365"/>
                  </a:cubicBezTo>
                  <a:cubicBezTo>
                    <a:pt x="26" y="2365"/>
                    <a:pt x="1" y="2365"/>
                    <a:pt x="1" y="2390"/>
                  </a:cubicBezTo>
                  <a:cubicBezTo>
                    <a:pt x="1" y="2403"/>
                    <a:pt x="1" y="2415"/>
                    <a:pt x="26" y="2415"/>
                  </a:cubicBezTo>
                  <a:cubicBezTo>
                    <a:pt x="165" y="2427"/>
                    <a:pt x="306" y="2432"/>
                    <a:pt x="447" y="2432"/>
                  </a:cubicBezTo>
                  <a:cubicBezTo>
                    <a:pt x="777" y="2432"/>
                    <a:pt x="1108" y="2401"/>
                    <a:pt x="1434" y="2340"/>
                  </a:cubicBezTo>
                  <a:lnTo>
                    <a:pt x="1610" y="2302"/>
                  </a:lnTo>
                  <a:lnTo>
                    <a:pt x="1711" y="2289"/>
                  </a:lnTo>
                  <a:lnTo>
                    <a:pt x="1761" y="2252"/>
                  </a:lnTo>
                  <a:cubicBezTo>
                    <a:pt x="1824" y="2239"/>
                    <a:pt x="1874" y="2227"/>
                    <a:pt x="1937" y="2214"/>
                  </a:cubicBezTo>
                  <a:lnTo>
                    <a:pt x="2113" y="2151"/>
                  </a:lnTo>
                  <a:cubicBezTo>
                    <a:pt x="2352" y="2063"/>
                    <a:pt x="2566" y="1975"/>
                    <a:pt x="2767" y="1862"/>
                  </a:cubicBezTo>
                  <a:cubicBezTo>
                    <a:pt x="3195" y="1648"/>
                    <a:pt x="3584" y="1384"/>
                    <a:pt x="3937" y="1045"/>
                  </a:cubicBezTo>
                  <a:cubicBezTo>
                    <a:pt x="4113" y="894"/>
                    <a:pt x="4276" y="718"/>
                    <a:pt x="4427" y="529"/>
                  </a:cubicBezTo>
                  <a:cubicBezTo>
                    <a:pt x="4565" y="366"/>
                    <a:pt x="4678" y="202"/>
                    <a:pt x="4779" y="26"/>
                  </a:cubicBezTo>
                  <a:cubicBezTo>
                    <a:pt x="4766" y="13"/>
                    <a:pt x="4754" y="13"/>
                    <a:pt x="47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65">
              <a:extLst>
                <a:ext uri="{FF2B5EF4-FFF2-40B4-BE49-F238E27FC236}">
                  <a16:creationId xmlns:a16="http://schemas.microsoft.com/office/drawing/2014/main" id="{E816A147-679F-55E2-7AAB-270B8E97169C}"/>
                </a:ext>
              </a:extLst>
            </p:cNvPr>
            <p:cNvSpPr/>
            <p:nvPr/>
          </p:nvSpPr>
          <p:spPr>
            <a:xfrm rot="-8196475">
              <a:off x="6348512" y="1777014"/>
              <a:ext cx="2020252" cy="1834285"/>
            </a:xfrm>
            <a:custGeom>
              <a:avLst/>
              <a:gdLst/>
              <a:ahLst/>
              <a:cxnLst/>
              <a:rect l="l" t="t" r="r" b="b"/>
              <a:pathLst>
                <a:path w="7093" h="6440" extrusionOk="0">
                  <a:moveTo>
                    <a:pt x="755" y="1"/>
                  </a:moveTo>
                  <a:lnTo>
                    <a:pt x="655" y="101"/>
                  </a:lnTo>
                  <a:lnTo>
                    <a:pt x="617" y="164"/>
                  </a:lnTo>
                  <a:lnTo>
                    <a:pt x="554" y="227"/>
                  </a:lnTo>
                  <a:lnTo>
                    <a:pt x="529" y="252"/>
                  </a:lnTo>
                  <a:lnTo>
                    <a:pt x="491" y="315"/>
                  </a:lnTo>
                  <a:cubicBezTo>
                    <a:pt x="491" y="315"/>
                    <a:pt x="479" y="353"/>
                    <a:pt x="453" y="416"/>
                  </a:cubicBezTo>
                  <a:cubicBezTo>
                    <a:pt x="378" y="692"/>
                    <a:pt x="189" y="1334"/>
                    <a:pt x="164" y="1711"/>
                  </a:cubicBezTo>
                  <a:cubicBezTo>
                    <a:pt x="126" y="2176"/>
                    <a:pt x="1" y="3874"/>
                    <a:pt x="2226" y="5282"/>
                  </a:cubicBezTo>
                  <a:cubicBezTo>
                    <a:pt x="3408" y="6012"/>
                    <a:pt x="4729" y="6426"/>
                    <a:pt x="6049" y="6439"/>
                  </a:cubicBezTo>
                  <a:cubicBezTo>
                    <a:pt x="6213" y="6439"/>
                    <a:pt x="6364" y="6439"/>
                    <a:pt x="6527" y="6426"/>
                  </a:cubicBezTo>
                  <a:cubicBezTo>
                    <a:pt x="6716" y="6414"/>
                    <a:pt x="6904" y="6389"/>
                    <a:pt x="7093" y="6364"/>
                  </a:cubicBezTo>
                  <a:lnTo>
                    <a:pt x="6301" y="3471"/>
                  </a:lnTo>
                  <a:cubicBezTo>
                    <a:pt x="6175" y="3484"/>
                    <a:pt x="6049" y="3497"/>
                    <a:pt x="5923" y="3497"/>
                  </a:cubicBezTo>
                  <a:lnTo>
                    <a:pt x="5861" y="3497"/>
                  </a:lnTo>
                  <a:cubicBezTo>
                    <a:pt x="5785" y="3500"/>
                    <a:pt x="5708" y="3502"/>
                    <a:pt x="5631" y="3502"/>
                  </a:cubicBezTo>
                  <a:cubicBezTo>
                    <a:pt x="4695" y="3502"/>
                    <a:pt x="3658" y="3208"/>
                    <a:pt x="2717" y="2302"/>
                  </a:cubicBezTo>
                  <a:cubicBezTo>
                    <a:pt x="2717" y="2302"/>
                    <a:pt x="1887" y="1485"/>
                    <a:pt x="1246" y="692"/>
                  </a:cubicBezTo>
                  <a:cubicBezTo>
                    <a:pt x="1082" y="479"/>
                    <a:pt x="931" y="277"/>
                    <a:pt x="818" y="89"/>
                  </a:cubicBezTo>
                  <a:cubicBezTo>
                    <a:pt x="793" y="64"/>
                    <a:pt x="768" y="26"/>
                    <a:pt x="755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65">
              <a:extLst>
                <a:ext uri="{FF2B5EF4-FFF2-40B4-BE49-F238E27FC236}">
                  <a16:creationId xmlns:a16="http://schemas.microsoft.com/office/drawing/2014/main" id="{8C23FA32-6568-3E39-E945-52D31B526601}"/>
                </a:ext>
              </a:extLst>
            </p:cNvPr>
            <p:cNvSpPr/>
            <p:nvPr/>
          </p:nvSpPr>
          <p:spPr>
            <a:xfrm rot="-8196475">
              <a:off x="6516739" y="2623433"/>
              <a:ext cx="1368292" cy="996325"/>
            </a:xfrm>
            <a:custGeom>
              <a:avLst/>
              <a:gdLst/>
              <a:ahLst/>
              <a:cxnLst/>
              <a:rect l="l" t="t" r="r" b="b"/>
              <a:pathLst>
                <a:path w="4804" h="3498" extrusionOk="0">
                  <a:moveTo>
                    <a:pt x="227" y="1"/>
                  </a:moveTo>
                  <a:lnTo>
                    <a:pt x="126" y="101"/>
                  </a:lnTo>
                  <a:lnTo>
                    <a:pt x="88" y="164"/>
                  </a:lnTo>
                  <a:lnTo>
                    <a:pt x="25" y="227"/>
                  </a:lnTo>
                  <a:lnTo>
                    <a:pt x="0" y="240"/>
                  </a:lnTo>
                  <a:cubicBezTo>
                    <a:pt x="113" y="391"/>
                    <a:pt x="227" y="541"/>
                    <a:pt x="340" y="692"/>
                  </a:cubicBezTo>
                  <a:cubicBezTo>
                    <a:pt x="981" y="1497"/>
                    <a:pt x="1811" y="2302"/>
                    <a:pt x="1811" y="2302"/>
                  </a:cubicBezTo>
                  <a:cubicBezTo>
                    <a:pt x="2755" y="3185"/>
                    <a:pt x="3757" y="3498"/>
                    <a:pt x="4694" y="3498"/>
                  </a:cubicBezTo>
                  <a:cubicBezTo>
                    <a:pt x="4730" y="3498"/>
                    <a:pt x="4767" y="3498"/>
                    <a:pt x="4804" y="3497"/>
                  </a:cubicBezTo>
                  <a:cubicBezTo>
                    <a:pt x="3949" y="3434"/>
                    <a:pt x="3043" y="3107"/>
                    <a:pt x="2188" y="2302"/>
                  </a:cubicBezTo>
                  <a:cubicBezTo>
                    <a:pt x="2188" y="2302"/>
                    <a:pt x="1358" y="1485"/>
                    <a:pt x="717" y="692"/>
                  </a:cubicBezTo>
                  <a:cubicBezTo>
                    <a:pt x="554" y="479"/>
                    <a:pt x="403" y="277"/>
                    <a:pt x="289" y="89"/>
                  </a:cubicBezTo>
                  <a:cubicBezTo>
                    <a:pt x="252" y="64"/>
                    <a:pt x="239" y="26"/>
                    <a:pt x="227" y="1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65">
              <a:extLst>
                <a:ext uri="{FF2B5EF4-FFF2-40B4-BE49-F238E27FC236}">
                  <a16:creationId xmlns:a16="http://schemas.microsoft.com/office/drawing/2014/main" id="{8D6D42C3-D7CC-B4D8-42F7-68F475D32FBD}"/>
                </a:ext>
              </a:extLst>
            </p:cNvPr>
            <p:cNvSpPr/>
            <p:nvPr/>
          </p:nvSpPr>
          <p:spPr>
            <a:xfrm rot="-8196475">
              <a:off x="6436962" y="1812711"/>
              <a:ext cx="2016550" cy="1595031"/>
            </a:xfrm>
            <a:custGeom>
              <a:avLst/>
              <a:gdLst/>
              <a:ahLst/>
              <a:cxnLst/>
              <a:rect l="l" t="t" r="r" b="b"/>
              <a:pathLst>
                <a:path w="7080" h="5600" extrusionOk="0">
                  <a:moveTo>
                    <a:pt x="327" y="0"/>
                  </a:moveTo>
                  <a:cubicBezTo>
                    <a:pt x="252" y="290"/>
                    <a:pt x="176" y="629"/>
                    <a:pt x="151" y="868"/>
                  </a:cubicBezTo>
                  <a:cubicBezTo>
                    <a:pt x="126" y="1333"/>
                    <a:pt x="0" y="3018"/>
                    <a:pt x="2226" y="4439"/>
                  </a:cubicBezTo>
                  <a:cubicBezTo>
                    <a:pt x="3433" y="5186"/>
                    <a:pt x="4806" y="5600"/>
                    <a:pt x="6156" y="5600"/>
                  </a:cubicBezTo>
                  <a:cubicBezTo>
                    <a:pt x="6466" y="5600"/>
                    <a:pt x="6775" y="5578"/>
                    <a:pt x="7080" y="5533"/>
                  </a:cubicBezTo>
                  <a:lnTo>
                    <a:pt x="6841" y="4565"/>
                  </a:lnTo>
                  <a:cubicBezTo>
                    <a:pt x="6689" y="4575"/>
                    <a:pt x="6537" y="4580"/>
                    <a:pt x="6385" y="4580"/>
                  </a:cubicBezTo>
                  <a:cubicBezTo>
                    <a:pt x="5020" y="4580"/>
                    <a:pt x="3636" y="4177"/>
                    <a:pt x="2414" y="3408"/>
                  </a:cubicBezTo>
                  <a:cubicBezTo>
                    <a:pt x="390" y="2138"/>
                    <a:pt x="302" y="616"/>
                    <a:pt x="327" y="0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65">
              <a:extLst>
                <a:ext uri="{FF2B5EF4-FFF2-40B4-BE49-F238E27FC236}">
                  <a16:creationId xmlns:a16="http://schemas.microsoft.com/office/drawing/2014/main" id="{358956C2-33B9-899D-82E7-6DF980924F67}"/>
                </a:ext>
              </a:extLst>
            </p:cNvPr>
            <p:cNvSpPr/>
            <p:nvPr/>
          </p:nvSpPr>
          <p:spPr>
            <a:xfrm rot="-8196475">
              <a:off x="7329638" y="2733465"/>
              <a:ext cx="540880" cy="593864"/>
            </a:xfrm>
            <a:custGeom>
              <a:avLst/>
              <a:gdLst/>
              <a:ahLst/>
              <a:cxnLst/>
              <a:rect l="l" t="t" r="r" b="b"/>
              <a:pathLst>
                <a:path w="1899" h="2085" extrusionOk="0">
                  <a:moveTo>
                    <a:pt x="30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3" y="23"/>
                    <a:pt x="0" y="23"/>
                    <a:pt x="0" y="48"/>
                  </a:cubicBezTo>
                  <a:cubicBezTo>
                    <a:pt x="13" y="274"/>
                    <a:pt x="88" y="513"/>
                    <a:pt x="201" y="727"/>
                  </a:cubicBezTo>
                  <a:cubicBezTo>
                    <a:pt x="315" y="953"/>
                    <a:pt x="453" y="1154"/>
                    <a:pt x="629" y="1330"/>
                  </a:cubicBezTo>
                  <a:cubicBezTo>
                    <a:pt x="792" y="1519"/>
                    <a:pt x="981" y="1670"/>
                    <a:pt x="1195" y="1796"/>
                  </a:cubicBezTo>
                  <a:cubicBezTo>
                    <a:pt x="1396" y="1934"/>
                    <a:pt x="1610" y="2022"/>
                    <a:pt x="1849" y="2085"/>
                  </a:cubicBezTo>
                  <a:cubicBezTo>
                    <a:pt x="1861" y="2085"/>
                    <a:pt x="1886" y="2072"/>
                    <a:pt x="1886" y="2072"/>
                  </a:cubicBezTo>
                  <a:cubicBezTo>
                    <a:pt x="1899" y="2060"/>
                    <a:pt x="1899" y="2035"/>
                    <a:pt x="1886" y="2035"/>
                  </a:cubicBezTo>
                  <a:cubicBezTo>
                    <a:pt x="1673" y="1896"/>
                    <a:pt x="1484" y="1771"/>
                    <a:pt x="1321" y="1620"/>
                  </a:cubicBezTo>
                  <a:cubicBezTo>
                    <a:pt x="1220" y="1532"/>
                    <a:pt x="1144" y="1456"/>
                    <a:pt x="1069" y="1381"/>
                  </a:cubicBezTo>
                  <a:cubicBezTo>
                    <a:pt x="981" y="1305"/>
                    <a:pt x="906" y="1217"/>
                    <a:pt x="830" y="1129"/>
                  </a:cubicBezTo>
                  <a:cubicBezTo>
                    <a:pt x="692" y="966"/>
                    <a:pt x="541" y="777"/>
                    <a:pt x="415" y="589"/>
                  </a:cubicBezTo>
                  <a:cubicBezTo>
                    <a:pt x="289" y="400"/>
                    <a:pt x="164" y="211"/>
                    <a:pt x="38" y="10"/>
                  </a:cubicBezTo>
                  <a:cubicBezTo>
                    <a:pt x="38" y="4"/>
                    <a:pt x="35" y="1"/>
                    <a:pt x="30" y="1"/>
                  </a:cubicBezTo>
                  <a:close/>
                </a:path>
              </a:pathLst>
            </a:custGeom>
            <a:solidFill>
              <a:schemeClr val="accent6">
                <a:alpha val="64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65">
              <a:extLst>
                <a:ext uri="{FF2B5EF4-FFF2-40B4-BE49-F238E27FC236}">
                  <a16:creationId xmlns:a16="http://schemas.microsoft.com/office/drawing/2014/main" id="{85E69D73-AF9D-6DB8-75E0-0E7B2A9DA38E}"/>
                </a:ext>
              </a:extLst>
            </p:cNvPr>
            <p:cNvSpPr/>
            <p:nvPr/>
          </p:nvSpPr>
          <p:spPr>
            <a:xfrm rot="-8196475">
              <a:off x="7093354" y="1965220"/>
              <a:ext cx="53262" cy="37312"/>
            </a:xfrm>
            <a:custGeom>
              <a:avLst/>
              <a:gdLst/>
              <a:ahLst/>
              <a:cxnLst/>
              <a:rect l="l" t="t" r="r" b="b"/>
              <a:pathLst>
                <a:path w="187" h="131" extrusionOk="0">
                  <a:moveTo>
                    <a:pt x="82" y="1"/>
                  </a:moveTo>
                  <a:cubicBezTo>
                    <a:pt x="48" y="1"/>
                    <a:pt x="19" y="21"/>
                    <a:pt x="10" y="49"/>
                  </a:cubicBezTo>
                  <a:cubicBezTo>
                    <a:pt x="1" y="86"/>
                    <a:pt x="81" y="130"/>
                    <a:pt x="134" y="130"/>
                  </a:cubicBezTo>
                  <a:cubicBezTo>
                    <a:pt x="152" y="130"/>
                    <a:pt x="167" y="125"/>
                    <a:pt x="174" y="112"/>
                  </a:cubicBezTo>
                  <a:cubicBezTo>
                    <a:pt x="186" y="74"/>
                    <a:pt x="174" y="24"/>
                    <a:pt x="123" y="11"/>
                  </a:cubicBezTo>
                  <a:cubicBezTo>
                    <a:pt x="109" y="4"/>
                    <a:pt x="95" y="1"/>
                    <a:pt x="82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65">
              <a:extLst>
                <a:ext uri="{FF2B5EF4-FFF2-40B4-BE49-F238E27FC236}">
                  <a16:creationId xmlns:a16="http://schemas.microsoft.com/office/drawing/2014/main" id="{56861ACB-3FEA-39E2-7067-A446947EB189}"/>
                </a:ext>
              </a:extLst>
            </p:cNvPr>
            <p:cNvSpPr/>
            <p:nvPr/>
          </p:nvSpPr>
          <p:spPr>
            <a:xfrm rot="-8196475">
              <a:off x="7022047" y="1932091"/>
              <a:ext cx="35603" cy="28483"/>
            </a:xfrm>
            <a:custGeom>
              <a:avLst/>
              <a:gdLst/>
              <a:ahLst/>
              <a:cxnLst/>
              <a:rect l="l" t="t" r="r" b="b"/>
              <a:pathLst>
                <a:path w="125" h="100" extrusionOk="0">
                  <a:moveTo>
                    <a:pt x="73" y="0"/>
                  </a:moveTo>
                  <a:cubicBezTo>
                    <a:pt x="49" y="0"/>
                    <a:pt x="30" y="14"/>
                    <a:pt x="11" y="43"/>
                  </a:cubicBezTo>
                  <a:cubicBezTo>
                    <a:pt x="1" y="63"/>
                    <a:pt x="73" y="100"/>
                    <a:pt x="108" y="100"/>
                  </a:cubicBezTo>
                  <a:cubicBezTo>
                    <a:pt x="116" y="100"/>
                    <a:pt x="122" y="98"/>
                    <a:pt x="124" y="93"/>
                  </a:cubicBezTo>
                  <a:cubicBezTo>
                    <a:pt x="124" y="55"/>
                    <a:pt x="112" y="30"/>
                    <a:pt x="99" y="5"/>
                  </a:cubicBezTo>
                  <a:cubicBezTo>
                    <a:pt x="90" y="2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65">
              <a:extLst>
                <a:ext uri="{FF2B5EF4-FFF2-40B4-BE49-F238E27FC236}">
                  <a16:creationId xmlns:a16="http://schemas.microsoft.com/office/drawing/2014/main" id="{E01CE3B3-98DA-A367-1961-DBD15F983C79}"/>
                </a:ext>
              </a:extLst>
            </p:cNvPr>
            <p:cNvSpPr/>
            <p:nvPr/>
          </p:nvSpPr>
          <p:spPr>
            <a:xfrm rot="-8196475">
              <a:off x="7019568" y="1840143"/>
              <a:ext cx="18229" cy="12532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25" y="0"/>
                  </a:moveTo>
                  <a:cubicBezTo>
                    <a:pt x="13" y="0"/>
                    <a:pt x="0" y="0"/>
                    <a:pt x="0" y="26"/>
                  </a:cubicBezTo>
                  <a:cubicBezTo>
                    <a:pt x="0" y="34"/>
                    <a:pt x="25" y="43"/>
                    <a:pt x="40" y="43"/>
                  </a:cubicBezTo>
                  <a:cubicBezTo>
                    <a:pt x="46" y="43"/>
                    <a:pt x="51" y="42"/>
                    <a:pt x="51" y="38"/>
                  </a:cubicBezTo>
                  <a:cubicBezTo>
                    <a:pt x="63" y="26"/>
                    <a:pt x="51" y="0"/>
                    <a:pt x="25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65">
              <a:extLst>
                <a:ext uri="{FF2B5EF4-FFF2-40B4-BE49-F238E27FC236}">
                  <a16:creationId xmlns:a16="http://schemas.microsoft.com/office/drawing/2014/main" id="{AA955488-49EA-B407-72FA-622C1F619579}"/>
                </a:ext>
              </a:extLst>
            </p:cNvPr>
            <p:cNvSpPr/>
            <p:nvPr/>
          </p:nvSpPr>
          <p:spPr>
            <a:xfrm rot="-8196475">
              <a:off x="7061026" y="2019843"/>
              <a:ext cx="24495" cy="1652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6" y="1"/>
                  </a:moveTo>
                  <a:cubicBezTo>
                    <a:pt x="33" y="1"/>
                    <a:pt x="19" y="15"/>
                    <a:pt x="10" y="24"/>
                  </a:cubicBezTo>
                  <a:cubicBezTo>
                    <a:pt x="0" y="33"/>
                    <a:pt x="34" y="58"/>
                    <a:pt x="57" y="58"/>
                  </a:cubicBezTo>
                  <a:cubicBezTo>
                    <a:pt x="64" y="58"/>
                    <a:pt x="70" y="55"/>
                    <a:pt x="73" y="49"/>
                  </a:cubicBezTo>
                  <a:cubicBezTo>
                    <a:pt x="85" y="36"/>
                    <a:pt x="73" y="11"/>
                    <a:pt x="60" y="11"/>
                  </a:cubicBezTo>
                  <a:cubicBezTo>
                    <a:pt x="56" y="4"/>
                    <a:pt x="51" y="1"/>
                    <a:pt x="46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65">
              <a:extLst>
                <a:ext uri="{FF2B5EF4-FFF2-40B4-BE49-F238E27FC236}">
                  <a16:creationId xmlns:a16="http://schemas.microsoft.com/office/drawing/2014/main" id="{F767575B-238D-F2CC-A616-68A2A3A71C54}"/>
                </a:ext>
              </a:extLst>
            </p:cNvPr>
            <p:cNvSpPr/>
            <p:nvPr/>
          </p:nvSpPr>
          <p:spPr>
            <a:xfrm rot="-8196475">
              <a:off x="7725291" y="3188043"/>
              <a:ext cx="51268" cy="39306"/>
            </a:xfrm>
            <a:custGeom>
              <a:avLst/>
              <a:gdLst/>
              <a:ahLst/>
              <a:cxnLst/>
              <a:rect l="l" t="t" r="r" b="b"/>
              <a:pathLst>
                <a:path w="180" h="138" extrusionOk="0">
                  <a:moveTo>
                    <a:pt x="107" y="1"/>
                  </a:moveTo>
                  <a:cubicBezTo>
                    <a:pt x="70" y="1"/>
                    <a:pt x="38" y="17"/>
                    <a:pt x="29" y="56"/>
                  </a:cubicBezTo>
                  <a:cubicBezTo>
                    <a:pt x="1" y="93"/>
                    <a:pt x="83" y="137"/>
                    <a:pt x="133" y="137"/>
                  </a:cubicBezTo>
                  <a:cubicBezTo>
                    <a:pt x="150" y="137"/>
                    <a:pt x="164" y="132"/>
                    <a:pt x="167" y="119"/>
                  </a:cubicBezTo>
                  <a:cubicBezTo>
                    <a:pt x="180" y="68"/>
                    <a:pt x="167" y="18"/>
                    <a:pt x="142" y="5"/>
                  </a:cubicBezTo>
                  <a:cubicBezTo>
                    <a:pt x="130" y="2"/>
                    <a:pt x="118" y="1"/>
                    <a:pt x="107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65">
              <a:extLst>
                <a:ext uri="{FF2B5EF4-FFF2-40B4-BE49-F238E27FC236}">
                  <a16:creationId xmlns:a16="http://schemas.microsoft.com/office/drawing/2014/main" id="{588A421B-9FC4-2557-18F1-3A5E9E13ECDF}"/>
                </a:ext>
              </a:extLst>
            </p:cNvPr>
            <p:cNvSpPr/>
            <p:nvPr/>
          </p:nvSpPr>
          <p:spPr>
            <a:xfrm rot="-8196475">
              <a:off x="7513611" y="2896881"/>
              <a:ext cx="51838" cy="37312"/>
            </a:xfrm>
            <a:custGeom>
              <a:avLst/>
              <a:gdLst/>
              <a:ahLst/>
              <a:cxnLst/>
              <a:rect l="l" t="t" r="r" b="b"/>
              <a:pathLst>
                <a:path w="182" h="131" extrusionOk="0">
                  <a:moveTo>
                    <a:pt x="103" y="1"/>
                  </a:moveTo>
                  <a:cubicBezTo>
                    <a:pt x="72" y="1"/>
                    <a:pt x="40" y="17"/>
                    <a:pt x="31" y="56"/>
                  </a:cubicBezTo>
                  <a:cubicBezTo>
                    <a:pt x="1" y="85"/>
                    <a:pt x="95" y="130"/>
                    <a:pt x="143" y="130"/>
                  </a:cubicBezTo>
                  <a:cubicBezTo>
                    <a:pt x="156" y="130"/>
                    <a:pt x="166" y="127"/>
                    <a:pt x="169" y="118"/>
                  </a:cubicBezTo>
                  <a:cubicBezTo>
                    <a:pt x="181" y="68"/>
                    <a:pt x="169" y="18"/>
                    <a:pt x="131" y="5"/>
                  </a:cubicBezTo>
                  <a:cubicBezTo>
                    <a:pt x="122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65">
              <a:extLst>
                <a:ext uri="{FF2B5EF4-FFF2-40B4-BE49-F238E27FC236}">
                  <a16:creationId xmlns:a16="http://schemas.microsoft.com/office/drawing/2014/main" id="{15244976-3CF2-238B-7EAD-93AAC2B03C7E}"/>
                </a:ext>
              </a:extLst>
            </p:cNvPr>
            <p:cNvSpPr/>
            <p:nvPr/>
          </p:nvSpPr>
          <p:spPr>
            <a:xfrm rot="-8196475">
              <a:off x="7520811" y="2950231"/>
              <a:ext cx="32755" cy="22217"/>
            </a:xfrm>
            <a:custGeom>
              <a:avLst/>
              <a:gdLst/>
              <a:ahLst/>
              <a:cxnLst/>
              <a:rect l="l" t="t" r="r" b="b"/>
              <a:pathLst>
                <a:path w="115" h="78" extrusionOk="0">
                  <a:moveTo>
                    <a:pt x="64" y="1"/>
                  </a:moveTo>
                  <a:cubicBezTo>
                    <a:pt x="26" y="1"/>
                    <a:pt x="13" y="1"/>
                    <a:pt x="1" y="38"/>
                  </a:cubicBezTo>
                  <a:cubicBezTo>
                    <a:pt x="1" y="48"/>
                    <a:pt x="42" y="77"/>
                    <a:pt x="73" y="77"/>
                  </a:cubicBezTo>
                  <a:cubicBezTo>
                    <a:pt x="85" y="77"/>
                    <a:pt x="95" y="74"/>
                    <a:pt x="102" y="64"/>
                  </a:cubicBezTo>
                  <a:cubicBezTo>
                    <a:pt x="114" y="51"/>
                    <a:pt x="102" y="26"/>
                    <a:pt x="64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65">
              <a:extLst>
                <a:ext uri="{FF2B5EF4-FFF2-40B4-BE49-F238E27FC236}">
                  <a16:creationId xmlns:a16="http://schemas.microsoft.com/office/drawing/2014/main" id="{9BC57B59-C2E5-EBD8-2106-6DD1C4936902}"/>
                </a:ext>
              </a:extLst>
            </p:cNvPr>
            <p:cNvSpPr/>
            <p:nvPr/>
          </p:nvSpPr>
          <p:spPr>
            <a:xfrm rot="-8196475">
              <a:off x="7263696" y="1734132"/>
              <a:ext cx="45002" cy="32185"/>
            </a:xfrm>
            <a:custGeom>
              <a:avLst/>
              <a:gdLst/>
              <a:ahLst/>
              <a:cxnLst/>
              <a:rect l="l" t="t" r="r" b="b"/>
              <a:pathLst>
                <a:path w="158" h="113" extrusionOk="0">
                  <a:moveTo>
                    <a:pt x="75" y="1"/>
                  </a:moveTo>
                  <a:cubicBezTo>
                    <a:pt x="50" y="1"/>
                    <a:pt x="28" y="18"/>
                    <a:pt x="20" y="36"/>
                  </a:cubicBezTo>
                  <a:cubicBezTo>
                    <a:pt x="1" y="74"/>
                    <a:pt x="68" y="112"/>
                    <a:pt x="113" y="112"/>
                  </a:cubicBezTo>
                  <a:cubicBezTo>
                    <a:pt x="127" y="112"/>
                    <a:pt x="139" y="108"/>
                    <a:pt x="145" y="99"/>
                  </a:cubicBezTo>
                  <a:cubicBezTo>
                    <a:pt x="158" y="74"/>
                    <a:pt x="145" y="23"/>
                    <a:pt x="108" y="11"/>
                  </a:cubicBezTo>
                  <a:cubicBezTo>
                    <a:pt x="97" y="4"/>
                    <a:pt x="86" y="1"/>
                    <a:pt x="7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65">
              <a:extLst>
                <a:ext uri="{FF2B5EF4-FFF2-40B4-BE49-F238E27FC236}">
                  <a16:creationId xmlns:a16="http://schemas.microsoft.com/office/drawing/2014/main" id="{5C0FA1B4-7799-CB29-3A46-3A4E1750D24B}"/>
                </a:ext>
              </a:extLst>
            </p:cNvPr>
            <p:cNvSpPr/>
            <p:nvPr/>
          </p:nvSpPr>
          <p:spPr>
            <a:xfrm rot="-8196475">
              <a:off x="7466321" y="2228554"/>
              <a:ext cx="35318" cy="28768"/>
            </a:xfrm>
            <a:custGeom>
              <a:avLst/>
              <a:gdLst/>
              <a:ahLst/>
              <a:cxnLst/>
              <a:rect l="l" t="t" r="r" b="b"/>
              <a:pathLst>
                <a:path w="124" h="101" extrusionOk="0">
                  <a:moveTo>
                    <a:pt x="60" y="1"/>
                  </a:moveTo>
                  <a:cubicBezTo>
                    <a:pt x="44" y="1"/>
                    <a:pt x="20" y="15"/>
                    <a:pt x="11" y="43"/>
                  </a:cubicBezTo>
                  <a:cubicBezTo>
                    <a:pt x="0" y="63"/>
                    <a:pt x="56" y="100"/>
                    <a:pt x="84" y="100"/>
                  </a:cubicBezTo>
                  <a:cubicBezTo>
                    <a:pt x="91" y="100"/>
                    <a:pt x="96" y="98"/>
                    <a:pt x="99" y="93"/>
                  </a:cubicBezTo>
                  <a:cubicBezTo>
                    <a:pt x="124" y="68"/>
                    <a:pt x="99" y="43"/>
                    <a:pt x="73" y="5"/>
                  </a:cubicBezTo>
                  <a:cubicBezTo>
                    <a:pt x="70" y="2"/>
                    <a:pt x="66" y="1"/>
                    <a:pt x="60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65">
              <a:extLst>
                <a:ext uri="{FF2B5EF4-FFF2-40B4-BE49-F238E27FC236}">
                  <a16:creationId xmlns:a16="http://schemas.microsoft.com/office/drawing/2014/main" id="{BCD268B1-0411-0DEE-4607-2897A2678B36}"/>
                </a:ext>
              </a:extLst>
            </p:cNvPr>
            <p:cNvSpPr/>
            <p:nvPr/>
          </p:nvSpPr>
          <p:spPr>
            <a:xfrm rot="-8196475">
              <a:off x="7448981" y="2224757"/>
              <a:ext cx="14526" cy="12532"/>
            </a:xfrm>
            <a:custGeom>
              <a:avLst/>
              <a:gdLst/>
              <a:ahLst/>
              <a:cxnLst/>
              <a:rect l="l" t="t" r="r" b="b"/>
              <a:pathLst>
                <a:path w="51" h="44" extrusionOk="0">
                  <a:moveTo>
                    <a:pt x="25" y="1"/>
                  </a:moveTo>
                  <a:cubicBezTo>
                    <a:pt x="13" y="1"/>
                    <a:pt x="0" y="1"/>
                    <a:pt x="0" y="13"/>
                  </a:cubicBezTo>
                  <a:cubicBezTo>
                    <a:pt x="0" y="32"/>
                    <a:pt x="27" y="43"/>
                    <a:pt x="42" y="43"/>
                  </a:cubicBezTo>
                  <a:cubicBezTo>
                    <a:pt x="47" y="43"/>
                    <a:pt x="51" y="42"/>
                    <a:pt x="51" y="38"/>
                  </a:cubicBezTo>
                  <a:cubicBezTo>
                    <a:pt x="51" y="38"/>
                    <a:pt x="51" y="13"/>
                    <a:pt x="25" y="1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65">
              <a:extLst>
                <a:ext uri="{FF2B5EF4-FFF2-40B4-BE49-F238E27FC236}">
                  <a16:creationId xmlns:a16="http://schemas.microsoft.com/office/drawing/2014/main" id="{F083CEF5-B162-B657-D9CA-12D31AB72359}"/>
                </a:ext>
              </a:extLst>
            </p:cNvPr>
            <p:cNvSpPr/>
            <p:nvPr/>
          </p:nvSpPr>
          <p:spPr>
            <a:xfrm rot="-8196475">
              <a:off x="7910670" y="2837597"/>
              <a:ext cx="42439" cy="31901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76" y="0"/>
                  </a:moveTo>
                  <a:cubicBezTo>
                    <a:pt x="47" y="0"/>
                    <a:pt x="19" y="18"/>
                    <a:pt x="10" y="36"/>
                  </a:cubicBezTo>
                  <a:cubicBezTo>
                    <a:pt x="1" y="74"/>
                    <a:pt x="70" y="112"/>
                    <a:pt x="110" y="112"/>
                  </a:cubicBezTo>
                  <a:cubicBezTo>
                    <a:pt x="123" y="112"/>
                    <a:pt x="133" y="108"/>
                    <a:pt x="136" y="98"/>
                  </a:cubicBezTo>
                  <a:cubicBezTo>
                    <a:pt x="149" y="73"/>
                    <a:pt x="136" y="23"/>
                    <a:pt x="111" y="10"/>
                  </a:cubicBezTo>
                  <a:cubicBezTo>
                    <a:pt x="100" y="3"/>
                    <a:pt x="88" y="0"/>
                    <a:pt x="76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65">
              <a:extLst>
                <a:ext uri="{FF2B5EF4-FFF2-40B4-BE49-F238E27FC236}">
                  <a16:creationId xmlns:a16="http://schemas.microsoft.com/office/drawing/2014/main" id="{2A4EF199-2A0D-8B9E-C8A9-1A4CD65C17C2}"/>
                </a:ext>
              </a:extLst>
            </p:cNvPr>
            <p:cNvSpPr/>
            <p:nvPr/>
          </p:nvSpPr>
          <p:spPr>
            <a:xfrm rot="-8196475">
              <a:off x="6805438" y="1061087"/>
              <a:ext cx="1529502" cy="1363751"/>
            </a:xfrm>
            <a:custGeom>
              <a:avLst/>
              <a:gdLst/>
              <a:ahLst/>
              <a:cxnLst/>
              <a:rect l="l" t="t" r="r" b="b"/>
              <a:pathLst>
                <a:path w="5370" h="4788" extrusionOk="0">
                  <a:moveTo>
                    <a:pt x="3460" y="0"/>
                  </a:moveTo>
                  <a:cubicBezTo>
                    <a:pt x="3432" y="0"/>
                    <a:pt x="3402" y="3"/>
                    <a:pt x="3370" y="10"/>
                  </a:cubicBezTo>
                  <a:cubicBezTo>
                    <a:pt x="3370" y="10"/>
                    <a:pt x="3370" y="23"/>
                    <a:pt x="3383" y="35"/>
                  </a:cubicBezTo>
                  <a:cubicBezTo>
                    <a:pt x="3383" y="48"/>
                    <a:pt x="3421" y="98"/>
                    <a:pt x="3433" y="149"/>
                  </a:cubicBezTo>
                  <a:cubicBezTo>
                    <a:pt x="3433" y="174"/>
                    <a:pt x="3446" y="211"/>
                    <a:pt x="3471" y="237"/>
                  </a:cubicBezTo>
                  <a:cubicBezTo>
                    <a:pt x="3697" y="802"/>
                    <a:pt x="4163" y="2274"/>
                    <a:pt x="3043" y="3129"/>
                  </a:cubicBezTo>
                  <a:cubicBezTo>
                    <a:pt x="2568" y="3501"/>
                    <a:pt x="2125" y="3613"/>
                    <a:pt x="1729" y="3613"/>
                  </a:cubicBezTo>
                  <a:cubicBezTo>
                    <a:pt x="1138" y="3613"/>
                    <a:pt x="653" y="3364"/>
                    <a:pt x="325" y="3364"/>
                  </a:cubicBezTo>
                  <a:cubicBezTo>
                    <a:pt x="228" y="3364"/>
                    <a:pt x="144" y="3386"/>
                    <a:pt x="76" y="3443"/>
                  </a:cubicBezTo>
                  <a:cubicBezTo>
                    <a:pt x="63" y="3443"/>
                    <a:pt x="63" y="3468"/>
                    <a:pt x="38" y="3481"/>
                  </a:cubicBezTo>
                  <a:cubicBezTo>
                    <a:pt x="0" y="3544"/>
                    <a:pt x="0" y="3619"/>
                    <a:pt x="38" y="3720"/>
                  </a:cubicBezTo>
                  <a:cubicBezTo>
                    <a:pt x="256" y="4155"/>
                    <a:pt x="1405" y="4788"/>
                    <a:pt x="2468" y="4788"/>
                  </a:cubicBezTo>
                  <a:cubicBezTo>
                    <a:pt x="2634" y="4788"/>
                    <a:pt x="2798" y="4772"/>
                    <a:pt x="2955" y="4738"/>
                  </a:cubicBezTo>
                  <a:cubicBezTo>
                    <a:pt x="4175" y="4474"/>
                    <a:pt x="5370" y="3556"/>
                    <a:pt x="5068" y="2286"/>
                  </a:cubicBezTo>
                  <a:cubicBezTo>
                    <a:pt x="5068" y="2286"/>
                    <a:pt x="4766" y="1293"/>
                    <a:pt x="4301" y="614"/>
                  </a:cubicBezTo>
                  <a:cubicBezTo>
                    <a:pt x="4125" y="362"/>
                    <a:pt x="3936" y="161"/>
                    <a:pt x="3722" y="73"/>
                  </a:cubicBezTo>
                  <a:cubicBezTo>
                    <a:pt x="3697" y="73"/>
                    <a:pt x="3685" y="48"/>
                    <a:pt x="3672" y="48"/>
                  </a:cubicBezTo>
                  <a:cubicBezTo>
                    <a:pt x="3600" y="21"/>
                    <a:pt x="3534" y="0"/>
                    <a:pt x="3460" y="0"/>
                  </a:cubicBezTo>
                  <a:close/>
                </a:path>
              </a:pathLst>
            </a:custGeom>
            <a:solidFill>
              <a:srgbClr val="F5D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65">
              <a:extLst>
                <a:ext uri="{FF2B5EF4-FFF2-40B4-BE49-F238E27FC236}">
                  <a16:creationId xmlns:a16="http://schemas.microsoft.com/office/drawing/2014/main" id="{19E8A077-2D0E-3B8A-DE34-D3FA19C16E1F}"/>
                </a:ext>
              </a:extLst>
            </p:cNvPr>
            <p:cNvSpPr/>
            <p:nvPr/>
          </p:nvSpPr>
          <p:spPr>
            <a:xfrm rot="-8196475">
              <a:off x="6396785" y="1329923"/>
              <a:ext cx="1966706" cy="2343841"/>
            </a:xfrm>
            <a:custGeom>
              <a:avLst/>
              <a:gdLst/>
              <a:ahLst/>
              <a:cxnLst/>
              <a:rect l="l" t="t" r="r" b="b"/>
              <a:pathLst>
                <a:path w="6905" h="8229" extrusionOk="0">
                  <a:moveTo>
                    <a:pt x="3459" y="1"/>
                  </a:moveTo>
                  <a:cubicBezTo>
                    <a:pt x="3434" y="1"/>
                    <a:pt x="3434" y="64"/>
                    <a:pt x="3459" y="64"/>
                  </a:cubicBezTo>
                  <a:cubicBezTo>
                    <a:pt x="4088" y="177"/>
                    <a:pt x="5408" y="504"/>
                    <a:pt x="5949" y="1258"/>
                  </a:cubicBezTo>
                  <a:cubicBezTo>
                    <a:pt x="6653" y="2252"/>
                    <a:pt x="6590" y="3773"/>
                    <a:pt x="5395" y="3849"/>
                  </a:cubicBezTo>
                  <a:lnTo>
                    <a:pt x="5332" y="3849"/>
                  </a:lnTo>
                  <a:lnTo>
                    <a:pt x="5358" y="3911"/>
                  </a:lnTo>
                  <a:cubicBezTo>
                    <a:pt x="5383" y="3937"/>
                    <a:pt x="5383" y="3937"/>
                    <a:pt x="5383" y="3949"/>
                  </a:cubicBezTo>
                  <a:cubicBezTo>
                    <a:pt x="5395" y="4032"/>
                    <a:pt x="5339" y="4126"/>
                    <a:pt x="5249" y="4126"/>
                  </a:cubicBezTo>
                  <a:cubicBezTo>
                    <a:pt x="5243" y="4126"/>
                    <a:pt x="5238" y="4126"/>
                    <a:pt x="5232" y="4125"/>
                  </a:cubicBezTo>
                  <a:cubicBezTo>
                    <a:pt x="4025" y="4012"/>
                    <a:pt x="1233" y="3434"/>
                    <a:pt x="126" y="479"/>
                  </a:cubicBezTo>
                  <a:lnTo>
                    <a:pt x="76" y="541"/>
                  </a:lnTo>
                  <a:lnTo>
                    <a:pt x="13" y="604"/>
                  </a:lnTo>
                  <a:lnTo>
                    <a:pt x="1" y="617"/>
                  </a:lnTo>
                  <a:cubicBezTo>
                    <a:pt x="261" y="1224"/>
                    <a:pt x="1720" y="4265"/>
                    <a:pt x="5233" y="4265"/>
                  </a:cubicBezTo>
                  <a:cubicBezTo>
                    <a:pt x="5282" y="4265"/>
                    <a:pt x="5332" y="4265"/>
                    <a:pt x="5383" y="4264"/>
                  </a:cubicBezTo>
                  <a:cubicBezTo>
                    <a:pt x="5471" y="4264"/>
                    <a:pt x="5546" y="4314"/>
                    <a:pt x="5596" y="4389"/>
                  </a:cubicBezTo>
                  <a:cubicBezTo>
                    <a:pt x="5609" y="4414"/>
                    <a:pt x="5609" y="4452"/>
                    <a:pt x="5634" y="4502"/>
                  </a:cubicBezTo>
                  <a:cubicBezTo>
                    <a:pt x="5773" y="4968"/>
                    <a:pt x="5949" y="6037"/>
                    <a:pt x="5534" y="6778"/>
                  </a:cubicBezTo>
                  <a:cubicBezTo>
                    <a:pt x="5446" y="6955"/>
                    <a:pt x="5320" y="7105"/>
                    <a:pt x="5156" y="7231"/>
                  </a:cubicBezTo>
                  <a:cubicBezTo>
                    <a:pt x="4681" y="7599"/>
                    <a:pt x="4238" y="7710"/>
                    <a:pt x="3842" y="7710"/>
                  </a:cubicBezTo>
                  <a:cubicBezTo>
                    <a:pt x="3253" y="7710"/>
                    <a:pt x="2769" y="7466"/>
                    <a:pt x="2441" y="7466"/>
                  </a:cubicBezTo>
                  <a:cubicBezTo>
                    <a:pt x="2342" y="7466"/>
                    <a:pt x="2258" y="7488"/>
                    <a:pt x="2189" y="7546"/>
                  </a:cubicBezTo>
                  <a:cubicBezTo>
                    <a:pt x="2176" y="7546"/>
                    <a:pt x="2176" y="7558"/>
                    <a:pt x="2151" y="7583"/>
                  </a:cubicBezTo>
                  <a:cubicBezTo>
                    <a:pt x="2330" y="7786"/>
                    <a:pt x="2839" y="8228"/>
                    <a:pt x="3742" y="8228"/>
                  </a:cubicBezTo>
                  <a:cubicBezTo>
                    <a:pt x="3789" y="8228"/>
                    <a:pt x="3837" y="8227"/>
                    <a:pt x="3886" y="8225"/>
                  </a:cubicBezTo>
                  <a:cubicBezTo>
                    <a:pt x="4565" y="8187"/>
                    <a:pt x="5483" y="7596"/>
                    <a:pt x="6011" y="6778"/>
                  </a:cubicBezTo>
                  <a:cubicBezTo>
                    <a:pt x="6175" y="6514"/>
                    <a:pt x="6301" y="6225"/>
                    <a:pt x="6364" y="5923"/>
                  </a:cubicBezTo>
                  <a:cubicBezTo>
                    <a:pt x="6477" y="5383"/>
                    <a:pt x="6389" y="4792"/>
                    <a:pt x="5911" y="4251"/>
                  </a:cubicBezTo>
                  <a:lnTo>
                    <a:pt x="5823" y="4150"/>
                  </a:lnTo>
                  <a:lnTo>
                    <a:pt x="5861" y="4100"/>
                  </a:lnTo>
                  <a:cubicBezTo>
                    <a:pt x="6200" y="3773"/>
                    <a:pt x="6904" y="2880"/>
                    <a:pt x="6301" y="1648"/>
                  </a:cubicBezTo>
                  <a:cubicBezTo>
                    <a:pt x="5735" y="516"/>
                    <a:pt x="4226" y="126"/>
                    <a:pt x="3459" y="1"/>
                  </a:cubicBezTo>
                  <a:close/>
                </a:path>
              </a:pathLst>
            </a:custGeom>
            <a:solidFill>
              <a:srgbClr val="E9C9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65">
              <a:extLst>
                <a:ext uri="{FF2B5EF4-FFF2-40B4-BE49-F238E27FC236}">
                  <a16:creationId xmlns:a16="http://schemas.microsoft.com/office/drawing/2014/main" id="{A37551E6-CDB1-B417-4E60-9B42D891DAD0}"/>
                </a:ext>
              </a:extLst>
            </p:cNvPr>
            <p:cNvSpPr/>
            <p:nvPr/>
          </p:nvSpPr>
          <p:spPr>
            <a:xfrm rot="-8196475">
              <a:off x="6865678" y="1080861"/>
              <a:ext cx="1518963" cy="1192570"/>
            </a:xfrm>
            <a:custGeom>
              <a:avLst/>
              <a:gdLst/>
              <a:ahLst/>
              <a:cxnLst/>
              <a:rect l="l" t="t" r="r" b="b"/>
              <a:pathLst>
                <a:path w="5333" h="4187" extrusionOk="0">
                  <a:moveTo>
                    <a:pt x="4276" y="0"/>
                  </a:moveTo>
                  <a:lnTo>
                    <a:pt x="4276" y="0"/>
                  </a:lnTo>
                  <a:cubicBezTo>
                    <a:pt x="4427" y="365"/>
                    <a:pt x="4830" y="1622"/>
                    <a:pt x="3773" y="2641"/>
                  </a:cubicBezTo>
                  <a:cubicBezTo>
                    <a:pt x="3101" y="3292"/>
                    <a:pt x="2358" y="3593"/>
                    <a:pt x="1615" y="3593"/>
                  </a:cubicBezTo>
                  <a:cubicBezTo>
                    <a:pt x="1067" y="3593"/>
                    <a:pt x="519" y="3429"/>
                    <a:pt x="1" y="3119"/>
                  </a:cubicBezTo>
                  <a:lnTo>
                    <a:pt x="1" y="3119"/>
                  </a:lnTo>
                  <a:cubicBezTo>
                    <a:pt x="219" y="3554"/>
                    <a:pt x="1368" y="4187"/>
                    <a:pt x="2431" y="4187"/>
                  </a:cubicBezTo>
                  <a:cubicBezTo>
                    <a:pt x="2597" y="4187"/>
                    <a:pt x="2761" y="4171"/>
                    <a:pt x="2918" y="4137"/>
                  </a:cubicBezTo>
                  <a:cubicBezTo>
                    <a:pt x="4138" y="3873"/>
                    <a:pt x="5333" y="2955"/>
                    <a:pt x="5056" y="1673"/>
                  </a:cubicBezTo>
                  <a:cubicBezTo>
                    <a:pt x="5056" y="1673"/>
                    <a:pt x="4754" y="679"/>
                    <a:pt x="4276" y="0"/>
                  </a:cubicBezTo>
                  <a:close/>
                </a:path>
              </a:pathLst>
            </a:custGeom>
            <a:solidFill>
              <a:srgbClr val="FBE88A">
                <a:alpha val="6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65">
              <a:extLst>
                <a:ext uri="{FF2B5EF4-FFF2-40B4-BE49-F238E27FC236}">
                  <a16:creationId xmlns:a16="http://schemas.microsoft.com/office/drawing/2014/main" id="{E9C375EA-970C-51B2-CF0A-D1E738117B17}"/>
                </a:ext>
              </a:extLst>
            </p:cNvPr>
            <p:cNvSpPr/>
            <p:nvPr/>
          </p:nvSpPr>
          <p:spPr>
            <a:xfrm rot="-8196475">
              <a:off x="7320814" y="3828325"/>
              <a:ext cx="104245" cy="114785"/>
            </a:xfrm>
            <a:custGeom>
              <a:avLst/>
              <a:gdLst/>
              <a:ahLst/>
              <a:cxnLst/>
              <a:rect l="l" t="t" r="r" b="b"/>
              <a:pathLst>
                <a:path w="366" h="403" extrusionOk="0">
                  <a:moveTo>
                    <a:pt x="302" y="0"/>
                  </a:moveTo>
                  <a:lnTo>
                    <a:pt x="38" y="302"/>
                  </a:lnTo>
                  <a:cubicBezTo>
                    <a:pt x="38" y="302"/>
                    <a:pt x="26" y="340"/>
                    <a:pt x="0" y="403"/>
                  </a:cubicBezTo>
                  <a:cubicBezTo>
                    <a:pt x="126" y="315"/>
                    <a:pt x="290" y="189"/>
                    <a:pt x="365" y="88"/>
                  </a:cubicBezTo>
                  <a:cubicBezTo>
                    <a:pt x="340" y="63"/>
                    <a:pt x="315" y="26"/>
                    <a:pt x="302" y="0"/>
                  </a:cubicBezTo>
                  <a:close/>
                </a:path>
              </a:pathLst>
            </a:custGeom>
            <a:solidFill>
              <a:srgbClr val="87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94869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1">
          <a:extLst>
            <a:ext uri="{FF2B5EF4-FFF2-40B4-BE49-F238E27FC236}">
              <a16:creationId xmlns:a16="http://schemas.microsoft.com/office/drawing/2014/main" id="{6C528E5B-C802-AE7F-A7E1-63F86A3C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Google Shape;6122;p64">
            <a:extLst>
              <a:ext uri="{FF2B5EF4-FFF2-40B4-BE49-F238E27FC236}">
                <a16:creationId xmlns:a16="http://schemas.microsoft.com/office/drawing/2014/main" id="{1B5B27F0-707A-E837-D581-123F92E10F9F}"/>
              </a:ext>
            </a:extLst>
          </p:cNvPr>
          <p:cNvSpPr/>
          <p:nvPr/>
        </p:nvSpPr>
        <p:spPr>
          <a:xfrm rot="10799744">
            <a:off x="3850000" y="879481"/>
            <a:ext cx="1541944" cy="1280623"/>
          </a:xfrm>
          <a:custGeom>
            <a:avLst/>
            <a:gdLst/>
            <a:ahLst/>
            <a:cxnLst/>
            <a:rect l="l" t="t" r="r" b="b"/>
            <a:pathLst>
              <a:path w="46011" h="38219" extrusionOk="0">
                <a:moveTo>
                  <a:pt x="23976" y="0"/>
                </a:moveTo>
                <a:cubicBezTo>
                  <a:pt x="22274" y="0"/>
                  <a:pt x="20576" y="155"/>
                  <a:pt x="18965" y="391"/>
                </a:cubicBezTo>
                <a:cubicBezTo>
                  <a:pt x="11702" y="1407"/>
                  <a:pt x="1340" y="3836"/>
                  <a:pt x="472" y="12612"/>
                </a:cubicBezTo>
                <a:cubicBezTo>
                  <a:pt x="1" y="17198"/>
                  <a:pt x="4017" y="22428"/>
                  <a:pt x="7016" y="25577"/>
                </a:cubicBezTo>
                <a:cubicBezTo>
                  <a:pt x="11008" y="29791"/>
                  <a:pt x="14676" y="33757"/>
                  <a:pt x="19882" y="36484"/>
                </a:cubicBezTo>
                <a:cubicBezTo>
                  <a:pt x="22198" y="37697"/>
                  <a:pt x="24817" y="38218"/>
                  <a:pt x="27460" y="38218"/>
                </a:cubicBezTo>
                <a:cubicBezTo>
                  <a:pt x="30758" y="38218"/>
                  <a:pt x="34091" y="37406"/>
                  <a:pt x="36913" y="36112"/>
                </a:cubicBezTo>
                <a:cubicBezTo>
                  <a:pt x="40681" y="34377"/>
                  <a:pt x="42986" y="30336"/>
                  <a:pt x="44250" y="26469"/>
                </a:cubicBezTo>
                <a:cubicBezTo>
                  <a:pt x="46011" y="21090"/>
                  <a:pt x="44176" y="15512"/>
                  <a:pt x="41152" y="10976"/>
                </a:cubicBezTo>
                <a:cubicBezTo>
                  <a:pt x="39466" y="8422"/>
                  <a:pt x="37508" y="6018"/>
                  <a:pt x="35326" y="3861"/>
                </a:cubicBezTo>
                <a:cubicBezTo>
                  <a:pt x="33566" y="2175"/>
                  <a:pt x="31385" y="1035"/>
                  <a:pt x="29005" y="539"/>
                </a:cubicBezTo>
                <a:cubicBezTo>
                  <a:pt x="27381" y="155"/>
                  <a:pt x="25677" y="0"/>
                  <a:pt x="239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64">
            <a:extLst>
              <a:ext uri="{FF2B5EF4-FFF2-40B4-BE49-F238E27FC236}">
                <a16:creationId xmlns:a16="http://schemas.microsoft.com/office/drawing/2014/main" id="{AECEE534-0C85-937B-EEB9-FD10174491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7700" y="2007000"/>
            <a:ext cx="7428600" cy="14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{{title}}</a:t>
            </a:r>
            <a:endParaRPr sz="5000" dirty="0"/>
          </a:p>
        </p:txBody>
      </p:sp>
      <p:grpSp>
        <p:nvGrpSpPr>
          <p:cNvPr id="6124" name="Google Shape;6124;p64">
            <a:extLst>
              <a:ext uri="{FF2B5EF4-FFF2-40B4-BE49-F238E27FC236}">
                <a16:creationId xmlns:a16="http://schemas.microsoft.com/office/drawing/2014/main" id="{DDDB85DB-2333-EBD2-3434-CADEB2137DA6}"/>
              </a:ext>
            </a:extLst>
          </p:cNvPr>
          <p:cNvGrpSpPr/>
          <p:nvPr/>
        </p:nvGrpSpPr>
        <p:grpSpPr>
          <a:xfrm rot="-1767691">
            <a:off x="4289136" y="1154967"/>
            <a:ext cx="842821" cy="856342"/>
            <a:chOff x="3370975" y="4327225"/>
            <a:chExt cx="489875" cy="502100"/>
          </a:xfrm>
        </p:grpSpPr>
        <p:sp>
          <p:nvSpPr>
            <p:cNvPr id="6125" name="Google Shape;6125;p64">
              <a:extLst>
                <a:ext uri="{FF2B5EF4-FFF2-40B4-BE49-F238E27FC236}">
                  <a16:creationId xmlns:a16="http://schemas.microsoft.com/office/drawing/2014/main" id="{BD89736A-8823-00C6-AE98-2E7D27920225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6718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64">
              <a:extLst>
                <a:ext uri="{FF2B5EF4-FFF2-40B4-BE49-F238E27FC236}">
                  <a16:creationId xmlns:a16="http://schemas.microsoft.com/office/drawing/2014/main" id="{E0B087AC-29D9-B90A-A2A7-66779CEDEAB5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64">
              <a:extLst>
                <a:ext uri="{FF2B5EF4-FFF2-40B4-BE49-F238E27FC236}">
                  <a16:creationId xmlns:a16="http://schemas.microsoft.com/office/drawing/2014/main" id="{92D09DE6-5C37-9F87-9349-AB31C6003F34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64">
              <a:extLst>
                <a:ext uri="{FF2B5EF4-FFF2-40B4-BE49-F238E27FC236}">
                  <a16:creationId xmlns:a16="http://schemas.microsoft.com/office/drawing/2014/main" id="{1C063C41-12DC-E838-1444-960D168C1E92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64">
              <a:extLst>
                <a:ext uri="{FF2B5EF4-FFF2-40B4-BE49-F238E27FC236}">
                  <a16:creationId xmlns:a16="http://schemas.microsoft.com/office/drawing/2014/main" id="{6552104B-BFD1-7491-CA0B-D9E8BED674A8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64">
              <a:extLst>
                <a:ext uri="{FF2B5EF4-FFF2-40B4-BE49-F238E27FC236}">
                  <a16:creationId xmlns:a16="http://schemas.microsoft.com/office/drawing/2014/main" id="{73E4CDC1-739C-8823-9D20-3C86ED3D0EB7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64">
              <a:extLst>
                <a:ext uri="{FF2B5EF4-FFF2-40B4-BE49-F238E27FC236}">
                  <a16:creationId xmlns:a16="http://schemas.microsoft.com/office/drawing/2014/main" id="{7418C584-735F-A657-F613-37FC9BE4FD10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64">
              <a:extLst>
                <a:ext uri="{FF2B5EF4-FFF2-40B4-BE49-F238E27FC236}">
                  <a16:creationId xmlns:a16="http://schemas.microsoft.com/office/drawing/2014/main" id="{06998C8E-B2DB-7AF0-3A8E-31D8A59F9817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64">
              <a:extLst>
                <a:ext uri="{FF2B5EF4-FFF2-40B4-BE49-F238E27FC236}">
                  <a16:creationId xmlns:a16="http://schemas.microsoft.com/office/drawing/2014/main" id="{FE5564D0-5FA8-D837-14FA-8B01EDF6FB63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64">
              <a:extLst>
                <a:ext uri="{FF2B5EF4-FFF2-40B4-BE49-F238E27FC236}">
                  <a16:creationId xmlns:a16="http://schemas.microsoft.com/office/drawing/2014/main" id="{A9BA5712-E521-BA8B-C8B3-A5F26A75C7A8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64">
              <a:extLst>
                <a:ext uri="{FF2B5EF4-FFF2-40B4-BE49-F238E27FC236}">
                  <a16:creationId xmlns:a16="http://schemas.microsoft.com/office/drawing/2014/main" id="{0C94B9BA-EED0-6DD0-7FA4-DA9759556739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64">
              <a:extLst>
                <a:ext uri="{FF2B5EF4-FFF2-40B4-BE49-F238E27FC236}">
                  <a16:creationId xmlns:a16="http://schemas.microsoft.com/office/drawing/2014/main" id="{CCE97033-DAD4-5CD3-A6DC-EE73E6AFFD24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64">
              <a:extLst>
                <a:ext uri="{FF2B5EF4-FFF2-40B4-BE49-F238E27FC236}">
                  <a16:creationId xmlns:a16="http://schemas.microsoft.com/office/drawing/2014/main" id="{78368D4A-574D-781E-200E-4885C6D0F695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64">
              <a:extLst>
                <a:ext uri="{FF2B5EF4-FFF2-40B4-BE49-F238E27FC236}">
                  <a16:creationId xmlns:a16="http://schemas.microsoft.com/office/drawing/2014/main" id="{5ED91415-9327-35B0-2B35-9E704C15C046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64">
              <a:extLst>
                <a:ext uri="{FF2B5EF4-FFF2-40B4-BE49-F238E27FC236}">
                  <a16:creationId xmlns:a16="http://schemas.microsoft.com/office/drawing/2014/main" id="{F0B9A902-7B32-FEF1-2B18-8F765F8BAF17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64">
              <a:extLst>
                <a:ext uri="{FF2B5EF4-FFF2-40B4-BE49-F238E27FC236}">
                  <a16:creationId xmlns:a16="http://schemas.microsoft.com/office/drawing/2014/main" id="{79D3CFB9-FE2C-D5E6-2A2F-FF1269E1A7CB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64">
              <a:extLst>
                <a:ext uri="{FF2B5EF4-FFF2-40B4-BE49-F238E27FC236}">
                  <a16:creationId xmlns:a16="http://schemas.microsoft.com/office/drawing/2014/main" id="{5CFC3B3E-4330-B497-BD2A-B5436FDA1C4A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64">
              <a:extLst>
                <a:ext uri="{FF2B5EF4-FFF2-40B4-BE49-F238E27FC236}">
                  <a16:creationId xmlns:a16="http://schemas.microsoft.com/office/drawing/2014/main" id="{B9E39DF1-94E1-DDC5-1B9F-180E8FA8587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64">
              <a:extLst>
                <a:ext uri="{FF2B5EF4-FFF2-40B4-BE49-F238E27FC236}">
                  <a16:creationId xmlns:a16="http://schemas.microsoft.com/office/drawing/2014/main" id="{B03A4BA0-204B-1A6F-B2AA-D35328622C11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64">
              <a:extLst>
                <a:ext uri="{FF2B5EF4-FFF2-40B4-BE49-F238E27FC236}">
                  <a16:creationId xmlns:a16="http://schemas.microsoft.com/office/drawing/2014/main" id="{18351BFF-8BA9-3E30-2FAE-030154E747BC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64">
              <a:extLst>
                <a:ext uri="{FF2B5EF4-FFF2-40B4-BE49-F238E27FC236}">
                  <a16:creationId xmlns:a16="http://schemas.microsoft.com/office/drawing/2014/main" id="{EC6128F1-8E83-1D15-37C4-9E7BA2E0C15C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64">
              <a:extLst>
                <a:ext uri="{FF2B5EF4-FFF2-40B4-BE49-F238E27FC236}">
                  <a16:creationId xmlns:a16="http://schemas.microsoft.com/office/drawing/2014/main" id="{43A17FC6-A014-F5B3-FF41-DE2C8BC83FA2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64">
              <a:extLst>
                <a:ext uri="{FF2B5EF4-FFF2-40B4-BE49-F238E27FC236}">
                  <a16:creationId xmlns:a16="http://schemas.microsoft.com/office/drawing/2014/main" id="{9D9AC35D-92FB-3719-E6B4-E275777AAFD1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64">
              <a:extLst>
                <a:ext uri="{FF2B5EF4-FFF2-40B4-BE49-F238E27FC236}">
                  <a16:creationId xmlns:a16="http://schemas.microsoft.com/office/drawing/2014/main" id="{56D4B30A-977E-B486-41B6-760B0D467154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64">
              <a:extLst>
                <a:ext uri="{FF2B5EF4-FFF2-40B4-BE49-F238E27FC236}">
                  <a16:creationId xmlns:a16="http://schemas.microsoft.com/office/drawing/2014/main" id="{D354BACD-88B0-BED2-078E-DEBB6B46E5D5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64">
              <a:extLst>
                <a:ext uri="{FF2B5EF4-FFF2-40B4-BE49-F238E27FC236}">
                  <a16:creationId xmlns:a16="http://schemas.microsoft.com/office/drawing/2014/main" id="{7B9262CD-3A44-5F11-2F19-DFAC01C9006D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64">
              <a:extLst>
                <a:ext uri="{FF2B5EF4-FFF2-40B4-BE49-F238E27FC236}">
                  <a16:creationId xmlns:a16="http://schemas.microsoft.com/office/drawing/2014/main" id="{1FE2F638-A5E4-1A45-FB46-BCDE9EF7022E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64">
              <a:extLst>
                <a:ext uri="{FF2B5EF4-FFF2-40B4-BE49-F238E27FC236}">
                  <a16:creationId xmlns:a16="http://schemas.microsoft.com/office/drawing/2014/main" id="{E9D0A611-60F4-5C46-083A-15B997546FE4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64">
              <a:extLst>
                <a:ext uri="{FF2B5EF4-FFF2-40B4-BE49-F238E27FC236}">
                  <a16:creationId xmlns:a16="http://schemas.microsoft.com/office/drawing/2014/main" id="{F5B3D577-A742-9B0E-1565-0FC9BF488312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64">
              <a:extLst>
                <a:ext uri="{FF2B5EF4-FFF2-40B4-BE49-F238E27FC236}">
                  <a16:creationId xmlns:a16="http://schemas.microsoft.com/office/drawing/2014/main" id="{29248E6B-9A1C-66DB-A520-EC1E14FA03E9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64">
              <a:extLst>
                <a:ext uri="{FF2B5EF4-FFF2-40B4-BE49-F238E27FC236}">
                  <a16:creationId xmlns:a16="http://schemas.microsoft.com/office/drawing/2014/main" id="{BC5D8D2D-A6A4-45AE-F06D-806153EBC90D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64">
              <a:extLst>
                <a:ext uri="{FF2B5EF4-FFF2-40B4-BE49-F238E27FC236}">
                  <a16:creationId xmlns:a16="http://schemas.microsoft.com/office/drawing/2014/main" id="{7C3403E2-B171-C7ED-DA5A-8BCE4D342411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64">
              <a:extLst>
                <a:ext uri="{FF2B5EF4-FFF2-40B4-BE49-F238E27FC236}">
                  <a16:creationId xmlns:a16="http://schemas.microsoft.com/office/drawing/2014/main" id="{23E0A48A-CC1E-8BE0-C9BC-4E000C66EAA2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64">
              <a:extLst>
                <a:ext uri="{FF2B5EF4-FFF2-40B4-BE49-F238E27FC236}">
                  <a16:creationId xmlns:a16="http://schemas.microsoft.com/office/drawing/2014/main" id="{5A08F1D9-CE3A-4436-8392-8022960F4628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64">
              <a:extLst>
                <a:ext uri="{FF2B5EF4-FFF2-40B4-BE49-F238E27FC236}">
                  <a16:creationId xmlns:a16="http://schemas.microsoft.com/office/drawing/2014/main" id="{2691CD55-A651-6447-3D0E-82DB26A05C0D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64">
              <a:extLst>
                <a:ext uri="{FF2B5EF4-FFF2-40B4-BE49-F238E27FC236}">
                  <a16:creationId xmlns:a16="http://schemas.microsoft.com/office/drawing/2014/main" id="{DABC3C0B-016E-D34A-2F3F-31C4A2CC6ECF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64">
              <a:extLst>
                <a:ext uri="{FF2B5EF4-FFF2-40B4-BE49-F238E27FC236}">
                  <a16:creationId xmlns:a16="http://schemas.microsoft.com/office/drawing/2014/main" id="{2F0742E0-6DF4-F57B-DB47-803548BC5917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64">
              <a:extLst>
                <a:ext uri="{FF2B5EF4-FFF2-40B4-BE49-F238E27FC236}">
                  <a16:creationId xmlns:a16="http://schemas.microsoft.com/office/drawing/2014/main" id="{AA44D7B1-0726-8FE9-5779-783537F32454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64">
              <a:extLst>
                <a:ext uri="{FF2B5EF4-FFF2-40B4-BE49-F238E27FC236}">
                  <a16:creationId xmlns:a16="http://schemas.microsoft.com/office/drawing/2014/main" id="{FDFB7923-9AF9-B3E0-9B1A-A5B8C27500D6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64">
              <a:extLst>
                <a:ext uri="{FF2B5EF4-FFF2-40B4-BE49-F238E27FC236}">
                  <a16:creationId xmlns:a16="http://schemas.microsoft.com/office/drawing/2014/main" id="{1EE31FE0-775A-BB7A-A006-05136F872325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64">
              <a:extLst>
                <a:ext uri="{FF2B5EF4-FFF2-40B4-BE49-F238E27FC236}">
                  <a16:creationId xmlns:a16="http://schemas.microsoft.com/office/drawing/2014/main" id="{455CECE2-8E9B-170B-78DC-FC10C4B8FC7A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64">
              <a:extLst>
                <a:ext uri="{FF2B5EF4-FFF2-40B4-BE49-F238E27FC236}">
                  <a16:creationId xmlns:a16="http://schemas.microsoft.com/office/drawing/2014/main" id="{AECCB9E2-8C19-45B4-89E8-728684DAFDB0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64">
              <a:extLst>
                <a:ext uri="{FF2B5EF4-FFF2-40B4-BE49-F238E27FC236}">
                  <a16:creationId xmlns:a16="http://schemas.microsoft.com/office/drawing/2014/main" id="{396CE897-C6B7-96B1-2372-CE0DCD68B68B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64">
              <a:extLst>
                <a:ext uri="{FF2B5EF4-FFF2-40B4-BE49-F238E27FC236}">
                  <a16:creationId xmlns:a16="http://schemas.microsoft.com/office/drawing/2014/main" id="{5B97ED05-61AE-23A8-FC0B-B176D9055D81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64">
              <a:extLst>
                <a:ext uri="{FF2B5EF4-FFF2-40B4-BE49-F238E27FC236}">
                  <a16:creationId xmlns:a16="http://schemas.microsoft.com/office/drawing/2014/main" id="{0490BCC2-4F21-C1D1-C429-51F6443486A2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64">
              <a:extLst>
                <a:ext uri="{FF2B5EF4-FFF2-40B4-BE49-F238E27FC236}">
                  <a16:creationId xmlns:a16="http://schemas.microsoft.com/office/drawing/2014/main" id="{7A7700CF-969C-D3D7-E3F1-46F961E40BDD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64">
              <a:extLst>
                <a:ext uri="{FF2B5EF4-FFF2-40B4-BE49-F238E27FC236}">
                  <a16:creationId xmlns:a16="http://schemas.microsoft.com/office/drawing/2014/main" id="{D2CF6709-2ABB-72F3-1A4C-DCF277DAA3A7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64">
              <a:extLst>
                <a:ext uri="{FF2B5EF4-FFF2-40B4-BE49-F238E27FC236}">
                  <a16:creationId xmlns:a16="http://schemas.microsoft.com/office/drawing/2014/main" id="{BE30459B-5B72-5296-061C-F544B7159DE8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64">
              <a:extLst>
                <a:ext uri="{FF2B5EF4-FFF2-40B4-BE49-F238E27FC236}">
                  <a16:creationId xmlns:a16="http://schemas.microsoft.com/office/drawing/2014/main" id="{9693E877-32B6-EE19-A910-BA5F64E2781B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64">
              <a:extLst>
                <a:ext uri="{FF2B5EF4-FFF2-40B4-BE49-F238E27FC236}">
                  <a16:creationId xmlns:a16="http://schemas.microsoft.com/office/drawing/2014/main" id="{6235F314-D4A7-A4ED-440A-BF749A9E7F88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64">
              <a:extLst>
                <a:ext uri="{FF2B5EF4-FFF2-40B4-BE49-F238E27FC236}">
                  <a16:creationId xmlns:a16="http://schemas.microsoft.com/office/drawing/2014/main" id="{DCA4CCD0-592A-8E34-2B88-85962C5DE1C7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64">
              <a:extLst>
                <a:ext uri="{FF2B5EF4-FFF2-40B4-BE49-F238E27FC236}">
                  <a16:creationId xmlns:a16="http://schemas.microsoft.com/office/drawing/2014/main" id="{F8BF35F8-DC2B-2D5F-01DF-D90D25707BA4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64">
              <a:extLst>
                <a:ext uri="{FF2B5EF4-FFF2-40B4-BE49-F238E27FC236}">
                  <a16:creationId xmlns:a16="http://schemas.microsoft.com/office/drawing/2014/main" id="{3B980A0E-AE4F-01F5-3841-9D265FD6AD48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64">
              <a:extLst>
                <a:ext uri="{FF2B5EF4-FFF2-40B4-BE49-F238E27FC236}">
                  <a16:creationId xmlns:a16="http://schemas.microsoft.com/office/drawing/2014/main" id="{77CD539D-8247-0ACA-E956-8FEB794263EF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64">
              <a:extLst>
                <a:ext uri="{FF2B5EF4-FFF2-40B4-BE49-F238E27FC236}">
                  <a16:creationId xmlns:a16="http://schemas.microsoft.com/office/drawing/2014/main" id="{00E898BD-39EE-8293-4FC9-16A1AD0597EE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64">
              <a:extLst>
                <a:ext uri="{FF2B5EF4-FFF2-40B4-BE49-F238E27FC236}">
                  <a16:creationId xmlns:a16="http://schemas.microsoft.com/office/drawing/2014/main" id="{3792E7B0-AF42-3E04-0F2F-A570908BD693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64">
              <a:extLst>
                <a:ext uri="{FF2B5EF4-FFF2-40B4-BE49-F238E27FC236}">
                  <a16:creationId xmlns:a16="http://schemas.microsoft.com/office/drawing/2014/main" id="{8E205D1C-C4CD-AA69-1E9E-6673116D597A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64">
              <a:extLst>
                <a:ext uri="{FF2B5EF4-FFF2-40B4-BE49-F238E27FC236}">
                  <a16:creationId xmlns:a16="http://schemas.microsoft.com/office/drawing/2014/main" id="{882C479B-A05F-5A06-EC1A-BDC84202250F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64">
              <a:extLst>
                <a:ext uri="{FF2B5EF4-FFF2-40B4-BE49-F238E27FC236}">
                  <a16:creationId xmlns:a16="http://schemas.microsoft.com/office/drawing/2014/main" id="{9D54DA14-362B-F54F-0144-2D8E8A53F4A1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64">
              <a:extLst>
                <a:ext uri="{FF2B5EF4-FFF2-40B4-BE49-F238E27FC236}">
                  <a16:creationId xmlns:a16="http://schemas.microsoft.com/office/drawing/2014/main" id="{223CB6EE-DB50-2316-B1D3-5E44C96D3875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64">
              <a:extLst>
                <a:ext uri="{FF2B5EF4-FFF2-40B4-BE49-F238E27FC236}">
                  <a16:creationId xmlns:a16="http://schemas.microsoft.com/office/drawing/2014/main" id="{A838AEAD-2387-B9CC-7D01-B77F77326431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64">
              <a:extLst>
                <a:ext uri="{FF2B5EF4-FFF2-40B4-BE49-F238E27FC236}">
                  <a16:creationId xmlns:a16="http://schemas.microsoft.com/office/drawing/2014/main" id="{E0A6AC07-0C62-354C-4920-9452820B28A2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64">
              <a:extLst>
                <a:ext uri="{FF2B5EF4-FFF2-40B4-BE49-F238E27FC236}">
                  <a16:creationId xmlns:a16="http://schemas.microsoft.com/office/drawing/2014/main" id="{CB0114F5-F729-D031-A8D4-9D201148465F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8" name="Google Shape;6188;p64">
            <a:extLst>
              <a:ext uri="{FF2B5EF4-FFF2-40B4-BE49-F238E27FC236}">
                <a16:creationId xmlns:a16="http://schemas.microsoft.com/office/drawing/2014/main" id="{331613D3-1129-2E49-A9EC-90C71E7FBA8D}"/>
              </a:ext>
            </a:extLst>
          </p:cNvPr>
          <p:cNvGrpSpPr/>
          <p:nvPr/>
        </p:nvGrpSpPr>
        <p:grpSpPr>
          <a:xfrm rot="1767543" flipH="1">
            <a:off x="3991927" y="1280222"/>
            <a:ext cx="738098" cy="749940"/>
            <a:chOff x="3370975" y="4327225"/>
            <a:chExt cx="489875" cy="502100"/>
          </a:xfrm>
        </p:grpSpPr>
        <p:sp>
          <p:nvSpPr>
            <p:cNvPr id="6189" name="Google Shape;6189;p64">
              <a:extLst>
                <a:ext uri="{FF2B5EF4-FFF2-40B4-BE49-F238E27FC236}">
                  <a16:creationId xmlns:a16="http://schemas.microsoft.com/office/drawing/2014/main" id="{4EF3CB5E-C81F-1D33-DC59-E6EC7CE31E3B}"/>
                </a:ext>
              </a:extLst>
            </p:cNvPr>
            <p:cNvSpPr/>
            <p:nvPr/>
          </p:nvSpPr>
          <p:spPr>
            <a:xfrm>
              <a:off x="3370975" y="4334175"/>
              <a:ext cx="418450" cy="495150"/>
            </a:xfrm>
            <a:custGeom>
              <a:avLst/>
              <a:gdLst/>
              <a:ahLst/>
              <a:cxnLst/>
              <a:rect l="l" t="t" r="r" b="b"/>
              <a:pathLst>
                <a:path w="16738" h="19806" extrusionOk="0">
                  <a:moveTo>
                    <a:pt x="6487" y="0"/>
                  </a:moveTo>
                  <a:lnTo>
                    <a:pt x="6185" y="34"/>
                  </a:lnTo>
                  <a:cubicBezTo>
                    <a:pt x="4504" y="404"/>
                    <a:pt x="2252" y="3496"/>
                    <a:pt x="1412" y="5579"/>
                  </a:cubicBezTo>
                  <a:cubicBezTo>
                    <a:pt x="1" y="8940"/>
                    <a:pt x="1042" y="14082"/>
                    <a:pt x="3832" y="16805"/>
                  </a:cubicBezTo>
                  <a:cubicBezTo>
                    <a:pt x="5720" y="18672"/>
                    <a:pt x="8472" y="19805"/>
                    <a:pt x="11402" y="19805"/>
                  </a:cubicBezTo>
                  <a:cubicBezTo>
                    <a:pt x="13166" y="19805"/>
                    <a:pt x="14995" y="19394"/>
                    <a:pt x="16738" y="18485"/>
                  </a:cubicBezTo>
                  <a:lnTo>
                    <a:pt x="16738" y="18485"/>
                  </a:lnTo>
                  <a:cubicBezTo>
                    <a:pt x="16565" y="18534"/>
                    <a:pt x="16393" y="18565"/>
                    <a:pt x="16221" y="18565"/>
                  </a:cubicBezTo>
                  <a:cubicBezTo>
                    <a:pt x="16158" y="18565"/>
                    <a:pt x="16095" y="18561"/>
                    <a:pt x="16032" y="18552"/>
                  </a:cubicBezTo>
                  <a:cubicBezTo>
                    <a:pt x="12940" y="18283"/>
                    <a:pt x="10621" y="15998"/>
                    <a:pt x="8537" y="13881"/>
                  </a:cubicBezTo>
                  <a:cubicBezTo>
                    <a:pt x="7126" y="12469"/>
                    <a:pt x="6016" y="10217"/>
                    <a:pt x="5244" y="8369"/>
                  </a:cubicBezTo>
                  <a:cubicBezTo>
                    <a:pt x="4706" y="7159"/>
                    <a:pt x="4269" y="5882"/>
                    <a:pt x="4034" y="4571"/>
                  </a:cubicBezTo>
                  <a:cubicBezTo>
                    <a:pt x="3765" y="2958"/>
                    <a:pt x="4571" y="572"/>
                    <a:pt x="6487" y="0"/>
                  </a:cubicBezTo>
                  <a:close/>
                </a:path>
              </a:pathLst>
            </a:custGeom>
            <a:solidFill>
              <a:srgbClr val="7D21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64">
              <a:extLst>
                <a:ext uri="{FF2B5EF4-FFF2-40B4-BE49-F238E27FC236}">
                  <a16:creationId xmlns:a16="http://schemas.microsoft.com/office/drawing/2014/main" id="{87B91D68-2809-5BDF-DCF6-E131E4CE84C4}"/>
                </a:ext>
              </a:extLst>
            </p:cNvPr>
            <p:cNvSpPr/>
            <p:nvPr/>
          </p:nvSpPr>
          <p:spPr>
            <a:xfrm>
              <a:off x="3465075" y="4331475"/>
              <a:ext cx="395775" cy="467075"/>
            </a:xfrm>
            <a:custGeom>
              <a:avLst/>
              <a:gdLst/>
              <a:ahLst/>
              <a:cxnLst/>
              <a:rect l="l" t="t" r="r" b="b"/>
              <a:pathLst>
                <a:path w="15831" h="18683" extrusionOk="0">
                  <a:moveTo>
                    <a:pt x="3978" y="0"/>
                  </a:moveTo>
                  <a:cubicBezTo>
                    <a:pt x="3567" y="0"/>
                    <a:pt x="3149" y="35"/>
                    <a:pt x="2723" y="108"/>
                  </a:cubicBezTo>
                  <a:cubicBezTo>
                    <a:pt x="807" y="680"/>
                    <a:pt x="1" y="3066"/>
                    <a:pt x="270" y="4713"/>
                  </a:cubicBezTo>
                  <a:cubicBezTo>
                    <a:pt x="505" y="6023"/>
                    <a:pt x="942" y="7267"/>
                    <a:pt x="1480" y="8477"/>
                  </a:cubicBezTo>
                  <a:cubicBezTo>
                    <a:pt x="2252" y="10325"/>
                    <a:pt x="3362" y="12611"/>
                    <a:pt x="4773" y="13989"/>
                  </a:cubicBezTo>
                  <a:cubicBezTo>
                    <a:pt x="6890" y="16140"/>
                    <a:pt x="9176" y="18391"/>
                    <a:pt x="12268" y="18660"/>
                  </a:cubicBezTo>
                  <a:cubicBezTo>
                    <a:pt x="12365" y="18674"/>
                    <a:pt x="12463" y="18682"/>
                    <a:pt x="12560" y="18682"/>
                  </a:cubicBezTo>
                  <a:cubicBezTo>
                    <a:pt x="12698" y="18682"/>
                    <a:pt x="12836" y="18666"/>
                    <a:pt x="12974" y="18627"/>
                  </a:cubicBezTo>
                  <a:cubicBezTo>
                    <a:pt x="13242" y="18492"/>
                    <a:pt x="13511" y="18324"/>
                    <a:pt x="13780" y="18190"/>
                  </a:cubicBezTo>
                  <a:cubicBezTo>
                    <a:pt x="14620" y="17652"/>
                    <a:pt x="15595" y="15064"/>
                    <a:pt x="15662" y="13552"/>
                  </a:cubicBezTo>
                  <a:cubicBezTo>
                    <a:pt x="15830" y="10527"/>
                    <a:pt x="14452" y="7065"/>
                    <a:pt x="12570" y="4780"/>
                  </a:cubicBezTo>
                  <a:cubicBezTo>
                    <a:pt x="12066" y="4208"/>
                    <a:pt x="11528" y="3637"/>
                    <a:pt x="10957" y="3133"/>
                  </a:cubicBezTo>
                  <a:cubicBezTo>
                    <a:pt x="8896" y="1391"/>
                    <a:pt x="6584" y="0"/>
                    <a:pt x="3978" y="0"/>
                  </a:cubicBezTo>
                  <a:close/>
                </a:path>
              </a:pathLst>
            </a:custGeom>
            <a:solidFill>
              <a:srgbClr val="C15E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64">
              <a:extLst>
                <a:ext uri="{FF2B5EF4-FFF2-40B4-BE49-F238E27FC236}">
                  <a16:creationId xmlns:a16="http://schemas.microsoft.com/office/drawing/2014/main" id="{3871B6C6-1160-087D-2E3D-4FDC4111FD9B}"/>
                </a:ext>
              </a:extLst>
            </p:cNvPr>
            <p:cNvSpPr/>
            <p:nvPr/>
          </p:nvSpPr>
          <p:spPr>
            <a:xfrm>
              <a:off x="3465925" y="4327225"/>
              <a:ext cx="391550" cy="471025"/>
            </a:xfrm>
            <a:custGeom>
              <a:avLst/>
              <a:gdLst/>
              <a:ahLst/>
              <a:cxnLst/>
              <a:rect l="l" t="t" r="r" b="b"/>
              <a:pathLst>
                <a:path w="15662" h="18841" extrusionOk="0">
                  <a:moveTo>
                    <a:pt x="14889" y="16612"/>
                  </a:moveTo>
                  <a:lnTo>
                    <a:pt x="14889" y="16612"/>
                  </a:lnTo>
                  <a:cubicBezTo>
                    <a:pt x="14687" y="17083"/>
                    <a:pt x="14452" y="17519"/>
                    <a:pt x="14150" y="17923"/>
                  </a:cubicBezTo>
                  <a:cubicBezTo>
                    <a:pt x="14082" y="18024"/>
                    <a:pt x="13981" y="18091"/>
                    <a:pt x="13914" y="18192"/>
                  </a:cubicBezTo>
                  <a:cubicBezTo>
                    <a:pt x="14015" y="18124"/>
                    <a:pt x="14116" y="18024"/>
                    <a:pt x="14183" y="17923"/>
                  </a:cubicBezTo>
                  <a:cubicBezTo>
                    <a:pt x="14486" y="17519"/>
                    <a:pt x="14721" y="17049"/>
                    <a:pt x="14889" y="16612"/>
                  </a:cubicBezTo>
                  <a:close/>
                  <a:moveTo>
                    <a:pt x="3744" y="0"/>
                  </a:moveTo>
                  <a:cubicBezTo>
                    <a:pt x="3369" y="0"/>
                    <a:pt x="3012" y="55"/>
                    <a:pt x="2655" y="110"/>
                  </a:cubicBezTo>
                  <a:lnTo>
                    <a:pt x="2622" y="110"/>
                  </a:lnTo>
                  <a:cubicBezTo>
                    <a:pt x="2084" y="278"/>
                    <a:pt x="1580" y="581"/>
                    <a:pt x="1210" y="1018"/>
                  </a:cubicBezTo>
                  <a:cubicBezTo>
                    <a:pt x="841" y="1421"/>
                    <a:pt x="538" y="1925"/>
                    <a:pt x="336" y="2429"/>
                  </a:cubicBezTo>
                  <a:cubicBezTo>
                    <a:pt x="135" y="2967"/>
                    <a:pt x="34" y="3505"/>
                    <a:pt x="0" y="4076"/>
                  </a:cubicBezTo>
                  <a:cubicBezTo>
                    <a:pt x="0" y="4345"/>
                    <a:pt x="0" y="4647"/>
                    <a:pt x="68" y="4916"/>
                  </a:cubicBezTo>
                  <a:lnTo>
                    <a:pt x="202" y="5723"/>
                  </a:lnTo>
                  <a:cubicBezTo>
                    <a:pt x="269" y="5992"/>
                    <a:pt x="370" y="6227"/>
                    <a:pt x="437" y="6496"/>
                  </a:cubicBezTo>
                  <a:cubicBezTo>
                    <a:pt x="504" y="6765"/>
                    <a:pt x="605" y="7034"/>
                    <a:pt x="706" y="7269"/>
                  </a:cubicBezTo>
                  <a:cubicBezTo>
                    <a:pt x="908" y="7807"/>
                    <a:pt x="1143" y="8277"/>
                    <a:pt x="1311" y="8781"/>
                  </a:cubicBezTo>
                  <a:cubicBezTo>
                    <a:pt x="1748" y="9789"/>
                    <a:pt x="2218" y="10764"/>
                    <a:pt x="2756" y="11705"/>
                  </a:cubicBezTo>
                  <a:lnTo>
                    <a:pt x="3160" y="12377"/>
                  </a:lnTo>
                  <a:lnTo>
                    <a:pt x="3630" y="13050"/>
                  </a:lnTo>
                  <a:cubicBezTo>
                    <a:pt x="3798" y="13285"/>
                    <a:pt x="3966" y="13486"/>
                    <a:pt x="4134" y="13688"/>
                  </a:cubicBezTo>
                  <a:lnTo>
                    <a:pt x="4706" y="14293"/>
                  </a:lnTo>
                  <a:cubicBezTo>
                    <a:pt x="5479" y="15032"/>
                    <a:pt x="6252" y="15805"/>
                    <a:pt x="7092" y="16478"/>
                  </a:cubicBezTo>
                  <a:cubicBezTo>
                    <a:pt x="7898" y="17183"/>
                    <a:pt x="8839" y="17755"/>
                    <a:pt x="9814" y="18225"/>
                  </a:cubicBezTo>
                  <a:cubicBezTo>
                    <a:pt x="10318" y="18427"/>
                    <a:pt x="10822" y="18595"/>
                    <a:pt x="11360" y="18729"/>
                  </a:cubicBezTo>
                  <a:cubicBezTo>
                    <a:pt x="11655" y="18808"/>
                    <a:pt x="11974" y="18841"/>
                    <a:pt x="12295" y="18841"/>
                  </a:cubicBezTo>
                  <a:cubicBezTo>
                    <a:pt x="12522" y="18841"/>
                    <a:pt x="12750" y="18824"/>
                    <a:pt x="12973" y="18797"/>
                  </a:cubicBezTo>
                  <a:lnTo>
                    <a:pt x="13612" y="18427"/>
                  </a:lnTo>
                  <a:cubicBezTo>
                    <a:pt x="13746" y="18360"/>
                    <a:pt x="13847" y="18292"/>
                    <a:pt x="13914" y="18192"/>
                  </a:cubicBezTo>
                  <a:lnTo>
                    <a:pt x="13914" y="18192"/>
                  </a:lnTo>
                  <a:cubicBezTo>
                    <a:pt x="13813" y="18259"/>
                    <a:pt x="13713" y="18326"/>
                    <a:pt x="13612" y="18393"/>
                  </a:cubicBezTo>
                  <a:lnTo>
                    <a:pt x="12940" y="18763"/>
                  </a:lnTo>
                  <a:cubicBezTo>
                    <a:pt x="12760" y="18785"/>
                    <a:pt x="12581" y="18797"/>
                    <a:pt x="12403" y="18797"/>
                  </a:cubicBezTo>
                  <a:cubicBezTo>
                    <a:pt x="12047" y="18797"/>
                    <a:pt x="11696" y="18752"/>
                    <a:pt x="11360" y="18662"/>
                  </a:cubicBezTo>
                  <a:cubicBezTo>
                    <a:pt x="10856" y="18528"/>
                    <a:pt x="10318" y="18360"/>
                    <a:pt x="9848" y="18124"/>
                  </a:cubicBezTo>
                  <a:cubicBezTo>
                    <a:pt x="8907" y="17654"/>
                    <a:pt x="7999" y="17083"/>
                    <a:pt x="7193" y="16377"/>
                  </a:cubicBezTo>
                  <a:cubicBezTo>
                    <a:pt x="6386" y="15671"/>
                    <a:pt x="5647" y="14898"/>
                    <a:pt x="4907" y="14125"/>
                  </a:cubicBezTo>
                  <a:lnTo>
                    <a:pt x="4369" y="13520"/>
                  </a:lnTo>
                  <a:cubicBezTo>
                    <a:pt x="4201" y="13318"/>
                    <a:pt x="4033" y="13117"/>
                    <a:pt x="3865" y="12915"/>
                  </a:cubicBezTo>
                  <a:lnTo>
                    <a:pt x="3428" y="12243"/>
                  </a:lnTo>
                  <a:lnTo>
                    <a:pt x="3025" y="11537"/>
                  </a:lnTo>
                  <a:cubicBezTo>
                    <a:pt x="2756" y="11067"/>
                    <a:pt x="2521" y="10596"/>
                    <a:pt x="2286" y="10126"/>
                  </a:cubicBezTo>
                  <a:cubicBezTo>
                    <a:pt x="2050" y="9621"/>
                    <a:pt x="1882" y="9151"/>
                    <a:pt x="1647" y="8647"/>
                  </a:cubicBezTo>
                  <a:cubicBezTo>
                    <a:pt x="1412" y="8143"/>
                    <a:pt x="1210" y="7672"/>
                    <a:pt x="1042" y="7168"/>
                  </a:cubicBezTo>
                  <a:cubicBezTo>
                    <a:pt x="975" y="6899"/>
                    <a:pt x="874" y="6664"/>
                    <a:pt x="807" y="6429"/>
                  </a:cubicBezTo>
                  <a:cubicBezTo>
                    <a:pt x="740" y="6160"/>
                    <a:pt x="639" y="5924"/>
                    <a:pt x="605" y="5656"/>
                  </a:cubicBezTo>
                  <a:lnTo>
                    <a:pt x="437" y="4883"/>
                  </a:lnTo>
                  <a:cubicBezTo>
                    <a:pt x="404" y="4614"/>
                    <a:pt x="370" y="4378"/>
                    <a:pt x="404" y="4110"/>
                  </a:cubicBezTo>
                  <a:cubicBezTo>
                    <a:pt x="404" y="3605"/>
                    <a:pt x="504" y="3068"/>
                    <a:pt x="673" y="2597"/>
                  </a:cubicBezTo>
                  <a:cubicBezTo>
                    <a:pt x="841" y="2127"/>
                    <a:pt x="1109" y="1656"/>
                    <a:pt x="1446" y="1286"/>
                  </a:cubicBezTo>
                  <a:cubicBezTo>
                    <a:pt x="1782" y="917"/>
                    <a:pt x="2218" y="614"/>
                    <a:pt x="2723" y="480"/>
                  </a:cubicBezTo>
                  <a:lnTo>
                    <a:pt x="2689" y="480"/>
                  </a:lnTo>
                  <a:cubicBezTo>
                    <a:pt x="3126" y="413"/>
                    <a:pt x="3529" y="379"/>
                    <a:pt x="3966" y="379"/>
                  </a:cubicBezTo>
                  <a:cubicBezTo>
                    <a:pt x="4067" y="371"/>
                    <a:pt x="4170" y="366"/>
                    <a:pt x="4274" y="366"/>
                  </a:cubicBezTo>
                  <a:cubicBezTo>
                    <a:pt x="4586" y="366"/>
                    <a:pt x="4907" y="404"/>
                    <a:pt x="5210" y="480"/>
                  </a:cubicBezTo>
                  <a:cubicBezTo>
                    <a:pt x="5647" y="547"/>
                    <a:pt x="6050" y="648"/>
                    <a:pt x="6453" y="782"/>
                  </a:cubicBezTo>
                  <a:cubicBezTo>
                    <a:pt x="6856" y="917"/>
                    <a:pt x="7260" y="1085"/>
                    <a:pt x="7629" y="1253"/>
                  </a:cubicBezTo>
                  <a:cubicBezTo>
                    <a:pt x="8033" y="1455"/>
                    <a:pt x="8402" y="1656"/>
                    <a:pt x="8772" y="1891"/>
                  </a:cubicBezTo>
                  <a:cubicBezTo>
                    <a:pt x="9142" y="2127"/>
                    <a:pt x="9512" y="2362"/>
                    <a:pt x="9848" y="2631"/>
                  </a:cubicBezTo>
                  <a:cubicBezTo>
                    <a:pt x="10184" y="2866"/>
                    <a:pt x="10553" y="3135"/>
                    <a:pt x="10889" y="3404"/>
                  </a:cubicBezTo>
                  <a:cubicBezTo>
                    <a:pt x="11192" y="3673"/>
                    <a:pt x="11528" y="3975"/>
                    <a:pt x="11797" y="4311"/>
                  </a:cubicBezTo>
                  <a:cubicBezTo>
                    <a:pt x="12099" y="4614"/>
                    <a:pt x="12402" y="4950"/>
                    <a:pt x="12637" y="5286"/>
                  </a:cubicBezTo>
                  <a:cubicBezTo>
                    <a:pt x="12940" y="5622"/>
                    <a:pt x="13175" y="5958"/>
                    <a:pt x="13410" y="6328"/>
                  </a:cubicBezTo>
                  <a:lnTo>
                    <a:pt x="13780" y="6899"/>
                  </a:lnTo>
                  <a:lnTo>
                    <a:pt x="14082" y="7470"/>
                  </a:lnTo>
                  <a:cubicBezTo>
                    <a:pt x="14150" y="7672"/>
                    <a:pt x="14284" y="7840"/>
                    <a:pt x="14351" y="8042"/>
                  </a:cubicBezTo>
                  <a:lnTo>
                    <a:pt x="14620" y="8647"/>
                  </a:lnTo>
                  <a:cubicBezTo>
                    <a:pt x="14788" y="9050"/>
                    <a:pt x="14922" y="9453"/>
                    <a:pt x="15023" y="9857"/>
                  </a:cubicBezTo>
                  <a:cubicBezTo>
                    <a:pt x="15158" y="10294"/>
                    <a:pt x="15292" y="10697"/>
                    <a:pt x="15359" y="11134"/>
                  </a:cubicBezTo>
                  <a:cubicBezTo>
                    <a:pt x="15427" y="11335"/>
                    <a:pt x="15460" y="11571"/>
                    <a:pt x="15460" y="11772"/>
                  </a:cubicBezTo>
                  <a:lnTo>
                    <a:pt x="15561" y="12411"/>
                  </a:lnTo>
                  <a:cubicBezTo>
                    <a:pt x="15595" y="12848"/>
                    <a:pt x="15561" y="13285"/>
                    <a:pt x="15595" y="13722"/>
                  </a:cubicBezTo>
                  <a:cubicBezTo>
                    <a:pt x="15561" y="14226"/>
                    <a:pt x="15494" y="14730"/>
                    <a:pt x="15359" y="15200"/>
                  </a:cubicBezTo>
                  <a:cubicBezTo>
                    <a:pt x="15225" y="15671"/>
                    <a:pt x="15057" y="16142"/>
                    <a:pt x="14889" y="16612"/>
                  </a:cubicBezTo>
                  <a:cubicBezTo>
                    <a:pt x="15091" y="16142"/>
                    <a:pt x="15259" y="15671"/>
                    <a:pt x="15393" y="15167"/>
                  </a:cubicBezTo>
                  <a:cubicBezTo>
                    <a:pt x="15527" y="14696"/>
                    <a:pt x="15595" y="14192"/>
                    <a:pt x="15628" y="13722"/>
                  </a:cubicBezTo>
                  <a:cubicBezTo>
                    <a:pt x="15628" y="13318"/>
                    <a:pt x="15662" y="12848"/>
                    <a:pt x="15628" y="12411"/>
                  </a:cubicBezTo>
                  <a:lnTo>
                    <a:pt x="15527" y="11772"/>
                  </a:lnTo>
                  <a:cubicBezTo>
                    <a:pt x="15527" y="11571"/>
                    <a:pt x="15494" y="11335"/>
                    <a:pt x="15427" y="11134"/>
                  </a:cubicBezTo>
                  <a:cubicBezTo>
                    <a:pt x="15259" y="10260"/>
                    <a:pt x="15023" y="9453"/>
                    <a:pt x="14687" y="8647"/>
                  </a:cubicBezTo>
                  <a:lnTo>
                    <a:pt x="14452" y="8042"/>
                  </a:lnTo>
                  <a:cubicBezTo>
                    <a:pt x="14351" y="7840"/>
                    <a:pt x="14250" y="7639"/>
                    <a:pt x="14150" y="7437"/>
                  </a:cubicBezTo>
                  <a:lnTo>
                    <a:pt x="13847" y="6866"/>
                  </a:lnTo>
                  <a:lnTo>
                    <a:pt x="13511" y="6294"/>
                  </a:lnTo>
                  <a:cubicBezTo>
                    <a:pt x="13309" y="5924"/>
                    <a:pt x="13040" y="5555"/>
                    <a:pt x="12772" y="5219"/>
                  </a:cubicBezTo>
                  <a:cubicBezTo>
                    <a:pt x="12536" y="4849"/>
                    <a:pt x="12234" y="4547"/>
                    <a:pt x="11931" y="4210"/>
                  </a:cubicBezTo>
                  <a:cubicBezTo>
                    <a:pt x="11662" y="3874"/>
                    <a:pt x="11326" y="3605"/>
                    <a:pt x="11024" y="3269"/>
                  </a:cubicBezTo>
                  <a:cubicBezTo>
                    <a:pt x="10688" y="2967"/>
                    <a:pt x="10352" y="2732"/>
                    <a:pt x="9982" y="2429"/>
                  </a:cubicBezTo>
                  <a:cubicBezTo>
                    <a:pt x="9646" y="2160"/>
                    <a:pt x="9310" y="1925"/>
                    <a:pt x="8907" y="1690"/>
                  </a:cubicBezTo>
                  <a:cubicBezTo>
                    <a:pt x="8570" y="1421"/>
                    <a:pt x="8167" y="1219"/>
                    <a:pt x="7798" y="1018"/>
                  </a:cubicBezTo>
                  <a:cubicBezTo>
                    <a:pt x="7394" y="816"/>
                    <a:pt x="6991" y="648"/>
                    <a:pt x="6588" y="480"/>
                  </a:cubicBezTo>
                  <a:cubicBezTo>
                    <a:pt x="6151" y="345"/>
                    <a:pt x="5747" y="211"/>
                    <a:pt x="5310" y="144"/>
                  </a:cubicBezTo>
                  <a:cubicBezTo>
                    <a:pt x="5109" y="77"/>
                    <a:pt x="4874" y="43"/>
                    <a:pt x="4638" y="43"/>
                  </a:cubicBezTo>
                  <a:cubicBezTo>
                    <a:pt x="4437" y="9"/>
                    <a:pt x="4201" y="9"/>
                    <a:pt x="4000" y="9"/>
                  </a:cubicBezTo>
                  <a:cubicBezTo>
                    <a:pt x="3913" y="3"/>
                    <a:pt x="3828" y="0"/>
                    <a:pt x="3744" y="0"/>
                  </a:cubicBezTo>
                  <a:close/>
                </a:path>
              </a:pathLst>
            </a:custGeom>
            <a:solidFill>
              <a:srgbClr val="581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64">
              <a:extLst>
                <a:ext uri="{FF2B5EF4-FFF2-40B4-BE49-F238E27FC236}">
                  <a16:creationId xmlns:a16="http://schemas.microsoft.com/office/drawing/2014/main" id="{FF4B5AAE-ADFD-1629-9EC8-63664D8E63E9}"/>
                </a:ext>
              </a:extLst>
            </p:cNvPr>
            <p:cNvSpPr/>
            <p:nvPr/>
          </p:nvSpPr>
          <p:spPr>
            <a:xfrm>
              <a:off x="3481050" y="4346025"/>
              <a:ext cx="365500" cy="437675"/>
            </a:xfrm>
            <a:custGeom>
              <a:avLst/>
              <a:gdLst/>
              <a:ahLst/>
              <a:cxnLst/>
              <a:rect l="l" t="t" r="r" b="b"/>
              <a:pathLst>
                <a:path w="14620" h="17507" extrusionOk="0">
                  <a:moveTo>
                    <a:pt x="3347" y="0"/>
                  </a:moveTo>
                  <a:cubicBezTo>
                    <a:pt x="2969" y="0"/>
                    <a:pt x="2593" y="33"/>
                    <a:pt x="2218" y="98"/>
                  </a:cubicBezTo>
                  <a:cubicBezTo>
                    <a:pt x="605" y="602"/>
                    <a:pt x="0" y="2753"/>
                    <a:pt x="202" y="4063"/>
                  </a:cubicBezTo>
                  <a:cubicBezTo>
                    <a:pt x="437" y="5307"/>
                    <a:pt x="841" y="6517"/>
                    <a:pt x="1378" y="7693"/>
                  </a:cubicBezTo>
                  <a:cubicBezTo>
                    <a:pt x="2386" y="10147"/>
                    <a:pt x="3462" y="11928"/>
                    <a:pt x="4571" y="13003"/>
                  </a:cubicBezTo>
                  <a:cubicBezTo>
                    <a:pt x="5848" y="14348"/>
                    <a:pt x="7159" y="15591"/>
                    <a:pt x="8604" y="16465"/>
                  </a:cubicBezTo>
                  <a:cubicBezTo>
                    <a:pt x="9545" y="17036"/>
                    <a:pt x="10587" y="17406"/>
                    <a:pt x="11662" y="17507"/>
                  </a:cubicBezTo>
                  <a:cubicBezTo>
                    <a:pt x="11830" y="17507"/>
                    <a:pt x="11999" y="17507"/>
                    <a:pt x="12133" y="17473"/>
                  </a:cubicBezTo>
                  <a:cubicBezTo>
                    <a:pt x="12402" y="17339"/>
                    <a:pt x="12637" y="17238"/>
                    <a:pt x="12839" y="17104"/>
                  </a:cubicBezTo>
                  <a:cubicBezTo>
                    <a:pt x="13410" y="16734"/>
                    <a:pt x="14385" y="14415"/>
                    <a:pt x="14452" y="12936"/>
                  </a:cubicBezTo>
                  <a:cubicBezTo>
                    <a:pt x="14620" y="10281"/>
                    <a:pt x="13410" y="6920"/>
                    <a:pt x="11461" y="4601"/>
                  </a:cubicBezTo>
                  <a:cubicBezTo>
                    <a:pt x="11024" y="4030"/>
                    <a:pt x="10486" y="3492"/>
                    <a:pt x="9948" y="2988"/>
                  </a:cubicBezTo>
                  <a:cubicBezTo>
                    <a:pt x="9209" y="2383"/>
                    <a:pt x="8436" y="1812"/>
                    <a:pt x="7629" y="1307"/>
                  </a:cubicBezTo>
                  <a:cubicBezTo>
                    <a:pt x="6151" y="436"/>
                    <a:pt x="4734" y="0"/>
                    <a:pt x="3347" y="0"/>
                  </a:cubicBezTo>
                  <a:close/>
                </a:path>
              </a:pathLst>
            </a:custGeom>
            <a:solidFill>
              <a:srgbClr val="EFE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64">
              <a:extLst>
                <a:ext uri="{FF2B5EF4-FFF2-40B4-BE49-F238E27FC236}">
                  <a16:creationId xmlns:a16="http://schemas.microsoft.com/office/drawing/2014/main" id="{2E4D2CAA-5B4F-D7D5-5DC9-2D6B01E0DD4B}"/>
                </a:ext>
              </a:extLst>
            </p:cNvPr>
            <p:cNvSpPr/>
            <p:nvPr/>
          </p:nvSpPr>
          <p:spPr>
            <a:xfrm>
              <a:off x="3516325" y="4374825"/>
              <a:ext cx="308400" cy="371200"/>
            </a:xfrm>
            <a:custGeom>
              <a:avLst/>
              <a:gdLst/>
              <a:ahLst/>
              <a:cxnLst/>
              <a:rect l="l" t="t" r="r" b="b"/>
              <a:pathLst>
                <a:path w="12336" h="14848" extrusionOk="0">
                  <a:moveTo>
                    <a:pt x="2293" y="1"/>
                  </a:moveTo>
                  <a:cubicBezTo>
                    <a:pt x="2123" y="1"/>
                    <a:pt x="1944" y="27"/>
                    <a:pt x="1748" y="88"/>
                  </a:cubicBezTo>
                  <a:lnTo>
                    <a:pt x="1480" y="189"/>
                  </a:lnTo>
                  <a:cubicBezTo>
                    <a:pt x="673" y="559"/>
                    <a:pt x="169" y="1365"/>
                    <a:pt x="102" y="2239"/>
                  </a:cubicBezTo>
                  <a:cubicBezTo>
                    <a:pt x="1" y="3550"/>
                    <a:pt x="270" y="4827"/>
                    <a:pt x="908" y="5970"/>
                  </a:cubicBezTo>
                  <a:cubicBezTo>
                    <a:pt x="1412" y="6810"/>
                    <a:pt x="2017" y="7617"/>
                    <a:pt x="2656" y="8356"/>
                  </a:cubicBezTo>
                  <a:cubicBezTo>
                    <a:pt x="3261" y="9163"/>
                    <a:pt x="4067" y="9768"/>
                    <a:pt x="4471" y="10742"/>
                  </a:cubicBezTo>
                  <a:cubicBezTo>
                    <a:pt x="4773" y="11482"/>
                    <a:pt x="4807" y="12322"/>
                    <a:pt x="5378" y="12960"/>
                  </a:cubicBezTo>
                  <a:cubicBezTo>
                    <a:pt x="6185" y="13868"/>
                    <a:pt x="7630" y="14775"/>
                    <a:pt x="8873" y="14842"/>
                  </a:cubicBezTo>
                  <a:cubicBezTo>
                    <a:pt x="8931" y="14846"/>
                    <a:pt x="8988" y="14848"/>
                    <a:pt x="9045" y="14848"/>
                  </a:cubicBezTo>
                  <a:cubicBezTo>
                    <a:pt x="10055" y="14848"/>
                    <a:pt x="10984" y="14288"/>
                    <a:pt x="11461" y="13397"/>
                  </a:cubicBezTo>
                  <a:cubicBezTo>
                    <a:pt x="11629" y="13028"/>
                    <a:pt x="11697" y="12624"/>
                    <a:pt x="11663" y="12255"/>
                  </a:cubicBezTo>
                  <a:cubicBezTo>
                    <a:pt x="11562" y="11683"/>
                    <a:pt x="11192" y="11213"/>
                    <a:pt x="11293" y="10641"/>
                  </a:cubicBezTo>
                  <a:cubicBezTo>
                    <a:pt x="11428" y="10238"/>
                    <a:pt x="11629" y="9868"/>
                    <a:pt x="11898" y="9566"/>
                  </a:cubicBezTo>
                  <a:cubicBezTo>
                    <a:pt x="12335" y="8793"/>
                    <a:pt x="11999" y="7818"/>
                    <a:pt x="11629" y="7045"/>
                  </a:cubicBezTo>
                  <a:cubicBezTo>
                    <a:pt x="11192" y="6205"/>
                    <a:pt x="10621" y="5298"/>
                    <a:pt x="10117" y="4457"/>
                  </a:cubicBezTo>
                  <a:cubicBezTo>
                    <a:pt x="9310" y="3113"/>
                    <a:pt x="8134" y="2071"/>
                    <a:pt x="6723" y="1433"/>
                  </a:cubicBezTo>
                  <a:cubicBezTo>
                    <a:pt x="6017" y="1097"/>
                    <a:pt x="5177" y="1265"/>
                    <a:pt x="4404" y="928"/>
                  </a:cubicBezTo>
                  <a:cubicBezTo>
                    <a:pt x="3606" y="543"/>
                    <a:pt x="3056" y="1"/>
                    <a:pt x="2293" y="1"/>
                  </a:cubicBezTo>
                  <a:close/>
                </a:path>
              </a:pathLst>
            </a:custGeom>
            <a:solidFill>
              <a:srgbClr val="EFCF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64">
              <a:extLst>
                <a:ext uri="{FF2B5EF4-FFF2-40B4-BE49-F238E27FC236}">
                  <a16:creationId xmlns:a16="http://schemas.microsoft.com/office/drawing/2014/main" id="{85AA6298-671B-815E-D69D-F54A1426238F}"/>
                </a:ext>
              </a:extLst>
            </p:cNvPr>
            <p:cNvSpPr/>
            <p:nvPr/>
          </p:nvSpPr>
          <p:spPr>
            <a:xfrm>
              <a:off x="3536725" y="4455550"/>
              <a:ext cx="28375" cy="36650"/>
            </a:xfrm>
            <a:custGeom>
              <a:avLst/>
              <a:gdLst/>
              <a:ahLst/>
              <a:cxnLst/>
              <a:rect l="l" t="t" r="r" b="b"/>
              <a:pathLst>
                <a:path w="1135" h="1466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2" y="1229"/>
                    <a:pt x="489" y="1465"/>
                    <a:pt x="731" y="1465"/>
                  </a:cubicBezTo>
                  <a:cubicBezTo>
                    <a:pt x="868" y="1465"/>
                    <a:pt x="994" y="1389"/>
                    <a:pt x="1067" y="1195"/>
                  </a:cubicBezTo>
                  <a:cubicBezTo>
                    <a:pt x="1134" y="859"/>
                    <a:pt x="1101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64">
              <a:extLst>
                <a:ext uri="{FF2B5EF4-FFF2-40B4-BE49-F238E27FC236}">
                  <a16:creationId xmlns:a16="http://schemas.microsoft.com/office/drawing/2014/main" id="{B4E71658-2E26-75E2-9D19-5BE728BED00C}"/>
                </a:ext>
              </a:extLst>
            </p:cNvPr>
            <p:cNvSpPr/>
            <p:nvPr/>
          </p:nvSpPr>
          <p:spPr>
            <a:xfrm>
              <a:off x="3549100" y="4414425"/>
              <a:ext cx="42725" cy="26275"/>
            </a:xfrm>
            <a:custGeom>
              <a:avLst/>
              <a:gdLst/>
              <a:ahLst/>
              <a:cxnLst/>
              <a:rect l="l" t="t" r="r" b="b"/>
              <a:pathLst>
                <a:path w="1709" h="1051" extrusionOk="0">
                  <a:moveTo>
                    <a:pt x="848" y="1"/>
                  </a:moveTo>
                  <a:cubicBezTo>
                    <a:pt x="673" y="1"/>
                    <a:pt x="493" y="53"/>
                    <a:pt x="337" y="151"/>
                  </a:cubicBezTo>
                  <a:cubicBezTo>
                    <a:pt x="1" y="454"/>
                    <a:pt x="337" y="924"/>
                    <a:pt x="706" y="1025"/>
                  </a:cubicBezTo>
                  <a:cubicBezTo>
                    <a:pt x="758" y="1042"/>
                    <a:pt x="822" y="1051"/>
                    <a:pt x="892" y="1051"/>
                  </a:cubicBezTo>
                  <a:cubicBezTo>
                    <a:pt x="1229" y="1051"/>
                    <a:pt x="1709" y="855"/>
                    <a:pt x="1681" y="521"/>
                  </a:cubicBezTo>
                  <a:cubicBezTo>
                    <a:pt x="1681" y="319"/>
                    <a:pt x="1479" y="151"/>
                    <a:pt x="1210" y="84"/>
                  </a:cubicBezTo>
                  <a:cubicBezTo>
                    <a:pt x="1098" y="28"/>
                    <a:pt x="974" y="1"/>
                    <a:pt x="84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64">
              <a:extLst>
                <a:ext uri="{FF2B5EF4-FFF2-40B4-BE49-F238E27FC236}">
                  <a16:creationId xmlns:a16="http://schemas.microsoft.com/office/drawing/2014/main" id="{F4561D39-F352-B69D-09F0-F1DABDDA8A62}"/>
                </a:ext>
              </a:extLst>
            </p:cNvPr>
            <p:cNvSpPr/>
            <p:nvPr/>
          </p:nvSpPr>
          <p:spPr>
            <a:xfrm>
              <a:off x="3529775" y="4422800"/>
              <a:ext cx="38450" cy="33450"/>
            </a:xfrm>
            <a:custGeom>
              <a:avLst/>
              <a:gdLst/>
              <a:ahLst/>
              <a:cxnLst/>
              <a:rect l="l" t="t" r="r" b="b"/>
              <a:pathLst>
                <a:path w="1538" h="1338" extrusionOk="0">
                  <a:moveTo>
                    <a:pt x="471" y="1"/>
                  </a:moveTo>
                  <a:cubicBezTo>
                    <a:pt x="351" y="1"/>
                    <a:pt x="241" y="60"/>
                    <a:pt x="169" y="219"/>
                  </a:cubicBezTo>
                  <a:cubicBezTo>
                    <a:pt x="1" y="623"/>
                    <a:pt x="572" y="1194"/>
                    <a:pt x="975" y="1295"/>
                  </a:cubicBezTo>
                  <a:cubicBezTo>
                    <a:pt x="1050" y="1323"/>
                    <a:pt x="1127" y="1338"/>
                    <a:pt x="1199" y="1338"/>
                  </a:cubicBezTo>
                  <a:cubicBezTo>
                    <a:pt x="1386" y="1338"/>
                    <a:pt x="1537" y="1235"/>
                    <a:pt x="1513" y="992"/>
                  </a:cubicBezTo>
                  <a:cubicBezTo>
                    <a:pt x="1513" y="959"/>
                    <a:pt x="1513" y="959"/>
                    <a:pt x="1513" y="925"/>
                  </a:cubicBezTo>
                  <a:cubicBezTo>
                    <a:pt x="1412" y="623"/>
                    <a:pt x="1210" y="387"/>
                    <a:pt x="942" y="219"/>
                  </a:cubicBezTo>
                  <a:cubicBezTo>
                    <a:pt x="808" y="105"/>
                    <a:pt x="630" y="1"/>
                    <a:pt x="471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64">
              <a:extLst>
                <a:ext uri="{FF2B5EF4-FFF2-40B4-BE49-F238E27FC236}">
                  <a16:creationId xmlns:a16="http://schemas.microsoft.com/office/drawing/2014/main" id="{C0D07518-49DD-550A-FEEE-2DFAA79874B0}"/>
                </a:ext>
              </a:extLst>
            </p:cNvPr>
            <p:cNvSpPr/>
            <p:nvPr/>
          </p:nvSpPr>
          <p:spPr>
            <a:xfrm>
              <a:off x="3560025" y="4384475"/>
              <a:ext cx="46375" cy="26325"/>
            </a:xfrm>
            <a:custGeom>
              <a:avLst/>
              <a:gdLst/>
              <a:ahLst/>
              <a:cxnLst/>
              <a:rect l="l" t="t" r="r" b="b"/>
              <a:pathLst>
                <a:path w="1855" h="1053" extrusionOk="0">
                  <a:moveTo>
                    <a:pt x="563" y="0"/>
                  </a:moveTo>
                  <a:cubicBezTo>
                    <a:pt x="407" y="0"/>
                    <a:pt x="272" y="50"/>
                    <a:pt x="202" y="173"/>
                  </a:cubicBezTo>
                  <a:cubicBezTo>
                    <a:pt x="0" y="576"/>
                    <a:pt x="942" y="1013"/>
                    <a:pt x="1210" y="1047"/>
                  </a:cubicBezTo>
                  <a:cubicBezTo>
                    <a:pt x="1245" y="1050"/>
                    <a:pt x="1279" y="1052"/>
                    <a:pt x="1310" y="1052"/>
                  </a:cubicBezTo>
                  <a:cubicBezTo>
                    <a:pt x="1851" y="1052"/>
                    <a:pt x="1855" y="528"/>
                    <a:pt x="1378" y="274"/>
                  </a:cubicBezTo>
                  <a:cubicBezTo>
                    <a:pt x="1278" y="206"/>
                    <a:pt x="1143" y="139"/>
                    <a:pt x="1009" y="106"/>
                  </a:cubicBezTo>
                  <a:cubicBezTo>
                    <a:pt x="864" y="41"/>
                    <a:pt x="705" y="0"/>
                    <a:pt x="563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64">
              <a:extLst>
                <a:ext uri="{FF2B5EF4-FFF2-40B4-BE49-F238E27FC236}">
                  <a16:creationId xmlns:a16="http://schemas.microsoft.com/office/drawing/2014/main" id="{9CB5E0B7-DBFD-D0EB-3C3C-52EBE859B608}"/>
                </a:ext>
              </a:extLst>
            </p:cNvPr>
            <p:cNvSpPr/>
            <p:nvPr/>
          </p:nvSpPr>
          <p:spPr>
            <a:xfrm>
              <a:off x="3598275" y="4407100"/>
              <a:ext cx="35900" cy="33225"/>
            </a:xfrm>
            <a:custGeom>
              <a:avLst/>
              <a:gdLst/>
              <a:ahLst/>
              <a:cxnLst/>
              <a:rect l="l" t="t" r="r" b="b"/>
              <a:pathLst>
                <a:path w="1436" h="1329" extrusionOk="0">
                  <a:moveTo>
                    <a:pt x="842" y="1"/>
                  </a:moveTo>
                  <a:cubicBezTo>
                    <a:pt x="815" y="1"/>
                    <a:pt x="786" y="3"/>
                    <a:pt x="756" y="7"/>
                  </a:cubicBezTo>
                  <a:lnTo>
                    <a:pt x="689" y="7"/>
                  </a:lnTo>
                  <a:cubicBezTo>
                    <a:pt x="353" y="108"/>
                    <a:pt x="117" y="410"/>
                    <a:pt x="50" y="780"/>
                  </a:cubicBezTo>
                  <a:cubicBezTo>
                    <a:pt x="0" y="1128"/>
                    <a:pt x="152" y="1329"/>
                    <a:pt x="411" y="1329"/>
                  </a:cubicBezTo>
                  <a:cubicBezTo>
                    <a:pt x="503" y="1329"/>
                    <a:pt x="608" y="1303"/>
                    <a:pt x="722" y="1251"/>
                  </a:cubicBezTo>
                  <a:cubicBezTo>
                    <a:pt x="1140" y="1026"/>
                    <a:pt x="1435" y="1"/>
                    <a:pt x="84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64">
              <a:extLst>
                <a:ext uri="{FF2B5EF4-FFF2-40B4-BE49-F238E27FC236}">
                  <a16:creationId xmlns:a16="http://schemas.microsoft.com/office/drawing/2014/main" id="{FF08A5F2-8E5B-2F85-F863-18BC40DD796C}"/>
                </a:ext>
              </a:extLst>
            </p:cNvPr>
            <p:cNvSpPr/>
            <p:nvPr/>
          </p:nvSpPr>
          <p:spPr>
            <a:xfrm>
              <a:off x="3571800" y="4448400"/>
              <a:ext cx="34450" cy="39000"/>
            </a:xfrm>
            <a:custGeom>
              <a:avLst/>
              <a:gdLst/>
              <a:ahLst/>
              <a:cxnLst/>
              <a:rect l="l" t="t" r="r" b="b"/>
              <a:pathLst>
                <a:path w="1378" h="1560" extrusionOk="0">
                  <a:moveTo>
                    <a:pt x="377" y="1"/>
                  </a:moveTo>
                  <a:cubicBezTo>
                    <a:pt x="331" y="1"/>
                    <a:pt x="283" y="12"/>
                    <a:pt x="235" y="36"/>
                  </a:cubicBezTo>
                  <a:cubicBezTo>
                    <a:pt x="0" y="136"/>
                    <a:pt x="0" y="540"/>
                    <a:pt x="34" y="775"/>
                  </a:cubicBezTo>
                  <a:cubicBezTo>
                    <a:pt x="110" y="1031"/>
                    <a:pt x="519" y="1560"/>
                    <a:pt x="857" y="1560"/>
                  </a:cubicBezTo>
                  <a:cubicBezTo>
                    <a:pt x="963" y="1560"/>
                    <a:pt x="1063" y="1508"/>
                    <a:pt x="1143" y="1380"/>
                  </a:cubicBezTo>
                  <a:cubicBezTo>
                    <a:pt x="1378" y="943"/>
                    <a:pt x="975" y="304"/>
                    <a:pt x="605" y="103"/>
                  </a:cubicBezTo>
                  <a:cubicBezTo>
                    <a:pt x="540" y="38"/>
                    <a:pt x="461" y="1"/>
                    <a:pt x="3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64">
              <a:extLst>
                <a:ext uri="{FF2B5EF4-FFF2-40B4-BE49-F238E27FC236}">
                  <a16:creationId xmlns:a16="http://schemas.microsoft.com/office/drawing/2014/main" id="{CCB24B8F-074D-6BEA-D3F4-A51C5A16215C}"/>
                </a:ext>
              </a:extLst>
            </p:cNvPr>
            <p:cNvSpPr/>
            <p:nvPr/>
          </p:nvSpPr>
          <p:spPr>
            <a:xfrm>
              <a:off x="3737300" y="4614725"/>
              <a:ext cx="37850" cy="33100"/>
            </a:xfrm>
            <a:custGeom>
              <a:avLst/>
              <a:gdLst/>
              <a:ahLst/>
              <a:cxnLst/>
              <a:rect l="l" t="t" r="r" b="b"/>
              <a:pathLst>
                <a:path w="1514" h="1324" extrusionOk="0">
                  <a:moveTo>
                    <a:pt x="392" y="1"/>
                  </a:moveTo>
                  <a:cubicBezTo>
                    <a:pt x="177" y="1"/>
                    <a:pt x="0" y="112"/>
                    <a:pt x="68" y="407"/>
                  </a:cubicBezTo>
                  <a:cubicBezTo>
                    <a:pt x="122" y="733"/>
                    <a:pt x="705" y="1323"/>
                    <a:pt x="1121" y="1323"/>
                  </a:cubicBezTo>
                  <a:cubicBezTo>
                    <a:pt x="1219" y="1323"/>
                    <a:pt x="1308" y="1290"/>
                    <a:pt x="1379" y="1213"/>
                  </a:cubicBezTo>
                  <a:cubicBezTo>
                    <a:pt x="1513" y="1045"/>
                    <a:pt x="1412" y="810"/>
                    <a:pt x="1345" y="642"/>
                  </a:cubicBezTo>
                  <a:cubicBezTo>
                    <a:pt x="1177" y="407"/>
                    <a:pt x="976" y="205"/>
                    <a:pt x="707" y="71"/>
                  </a:cubicBezTo>
                  <a:cubicBezTo>
                    <a:pt x="608" y="27"/>
                    <a:pt x="495" y="1"/>
                    <a:pt x="39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64">
              <a:extLst>
                <a:ext uri="{FF2B5EF4-FFF2-40B4-BE49-F238E27FC236}">
                  <a16:creationId xmlns:a16="http://schemas.microsoft.com/office/drawing/2014/main" id="{BDFB0E37-BD50-9611-5BBD-6C36E64E47C0}"/>
                </a:ext>
              </a:extLst>
            </p:cNvPr>
            <p:cNvSpPr/>
            <p:nvPr/>
          </p:nvSpPr>
          <p:spPr>
            <a:xfrm>
              <a:off x="3674300" y="4540850"/>
              <a:ext cx="45400" cy="33600"/>
            </a:xfrm>
            <a:custGeom>
              <a:avLst/>
              <a:gdLst/>
              <a:ahLst/>
              <a:cxnLst/>
              <a:rect l="l" t="t" r="r" b="b"/>
              <a:pathLst>
                <a:path w="1816" h="1344" extrusionOk="0">
                  <a:moveTo>
                    <a:pt x="504" y="1"/>
                  </a:moveTo>
                  <a:lnTo>
                    <a:pt x="504" y="1"/>
                  </a:lnTo>
                  <a:cubicBezTo>
                    <a:pt x="0" y="35"/>
                    <a:pt x="437" y="673"/>
                    <a:pt x="605" y="875"/>
                  </a:cubicBezTo>
                  <a:cubicBezTo>
                    <a:pt x="759" y="1051"/>
                    <a:pt x="1159" y="1343"/>
                    <a:pt x="1464" y="1343"/>
                  </a:cubicBezTo>
                  <a:cubicBezTo>
                    <a:pt x="1624" y="1343"/>
                    <a:pt x="1757" y="1263"/>
                    <a:pt x="1815" y="1043"/>
                  </a:cubicBezTo>
                  <a:cubicBezTo>
                    <a:pt x="1815" y="841"/>
                    <a:pt x="1748" y="673"/>
                    <a:pt x="1647" y="572"/>
                  </a:cubicBezTo>
                  <a:cubicBezTo>
                    <a:pt x="1345" y="236"/>
                    <a:pt x="941" y="35"/>
                    <a:pt x="50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64">
              <a:extLst>
                <a:ext uri="{FF2B5EF4-FFF2-40B4-BE49-F238E27FC236}">
                  <a16:creationId xmlns:a16="http://schemas.microsoft.com/office/drawing/2014/main" id="{A7B0BFE6-488E-FBFF-16A1-E185244CEF5C}"/>
                </a:ext>
              </a:extLst>
            </p:cNvPr>
            <p:cNvSpPr/>
            <p:nvPr/>
          </p:nvSpPr>
          <p:spPr>
            <a:xfrm>
              <a:off x="3551625" y="4524900"/>
              <a:ext cx="40425" cy="41250"/>
            </a:xfrm>
            <a:custGeom>
              <a:avLst/>
              <a:gdLst/>
              <a:ahLst/>
              <a:cxnLst/>
              <a:rect l="l" t="t" r="r" b="b"/>
              <a:pathLst>
                <a:path w="1617" h="1650" extrusionOk="0">
                  <a:moveTo>
                    <a:pt x="370" y="0"/>
                  </a:moveTo>
                  <a:cubicBezTo>
                    <a:pt x="0" y="0"/>
                    <a:pt x="0" y="370"/>
                    <a:pt x="68" y="639"/>
                  </a:cubicBezTo>
                  <a:cubicBezTo>
                    <a:pt x="135" y="807"/>
                    <a:pt x="236" y="975"/>
                    <a:pt x="336" y="1143"/>
                  </a:cubicBezTo>
                  <a:cubicBezTo>
                    <a:pt x="471" y="1378"/>
                    <a:pt x="706" y="1580"/>
                    <a:pt x="975" y="1647"/>
                  </a:cubicBezTo>
                  <a:cubicBezTo>
                    <a:pt x="988" y="1649"/>
                    <a:pt x="1001" y="1649"/>
                    <a:pt x="1013" y="1649"/>
                  </a:cubicBezTo>
                  <a:cubicBezTo>
                    <a:pt x="1617" y="1649"/>
                    <a:pt x="864" y="33"/>
                    <a:pt x="370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64">
              <a:extLst>
                <a:ext uri="{FF2B5EF4-FFF2-40B4-BE49-F238E27FC236}">
                  <a16:creationId xmlns:a16="http://schemas.microsoft.com/office/drawing/2014/main" id="{9AA305B1-8182-D911-77A2-24EF6F57F495}"/>
                </a:ext>
              </a:extLst>
            </p:cNvPr>
            <p:cNvSpPr/>
            <p:nvPr/>
          </p:nvSpPr>
          <p:spPr>
            <a:xfrm>
              <a:off x="3570950" y="4499700"/>
              <a:ext cx="35300" cy="37900"/>
            </a:xfrm>
            <a:custGeom>
              <a:avLst/>
              <a:gdLst/>
              <a:ahLst/>
              <a:cxnLst/>
              <a:rect l="l" t="t" r="r" b="b"/>
              <a:pathLst>
                <a:path w="1412" h="1516" extrusionOk="0">
                  <a:moveTo>
                    <a:pt x="505" y="0"/>
                  </a:moveTo>
                  <a:cubicBezTo>
                    <a:pt x="437" y="0"/>
                    <a:pt x="370" y="0"/>
                    <a:pt x="303" y="34"/>
                  </a:cubicBezTo>
                  <a:cubicBezTo>
                    <a:pt x="0" y="235"/>
                    <a:pt x="303" y="908"/>
                    <a:pt x="471" y="1109"/>
                  </a:cubicBezTo>
                  <a:cubicBezTo>
                    <a:pt x="614" y="1294"/>
                    <a:pt x="896" y="1516"/>
                    <a:pt x="1108" y="1516"/>
                  </a:cubicBezTo>
                  <a:cubicBezTo>
                    <a:pt x="1244" y="1516"/>
                    <a:pt x="1352" y="1425"/>
                    <a:pt x="1378" y="1176"/>
                  </a:cubicBezTo>
                  <a:cubicBezTo>
                    <a:pt x="1412" y="773"/>
                    <a:pt x="1009" y="0"/>
                    <a:pt x="505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64">
              <a:extLst>
                <a:ext uri="{FF2B5EF4-FFF2-40B4-BE49-F238E27FC236}">
                  <a16:creationId xmlns:a16="http://schemas.microsoft.com/office/drawing/2014/main" id="{3FB6809E-2C54-BA61-923D-3960F23AF683}"/>
                </a:ext>
              </a:extLst>
            </p:cNvPr>
            <p:cNvSpPr/>
            <p:nvPr/>
          </p:nvSpPr>
          <p:spPr>
            <a:xfrm>
              <a:off x="3588600" y="4557325"/>
              <a:ext cx="42850" cy="42875"/>
            </a:xfrm>
            <a:custGeom>
              <a:avLst/>
              <a:gdLst/>
              <a:ahLst/>
              <a:cxnLst/>
              <a:rect l="l" t="t" r="r" b="b"/>
              <a:pathLst>
                <a:path w="1714" h="1715" extrusionOk="0">
                  <a:moveTo>
                    <a:pt x="424" y="1"/>
                  </a:moveTo>
                  <a:cubicBezTo>
                    <a:pt x="345" y="1"/>
                    <a:pt x="269" y="35"/>
                    <a:pt x="202" y="115"/>
                  </a:cubicBezTo>
                  <a:cubicBezTo>
                    <a:pt x="0" y="417"/>
                    <a:pt x="34" y="854"/>
                    <a:pt x="269" y="1123"/>
                  </a:cubicBezTo>
                  <a:cubicBezTo>
                    <a:pt x="437" y="1392"/>
                    <a:pt x="672" y="1594"/>
                    <a:pt x="975" y="1695"/>
                  </a:cubicBezTo>
                  <a:cubicBezTo>
                    <a:pt x="1023" y="1708"/>
                    <a:pt x="1065" y="1715"/>
                    <a:pt x="1103" y="1715"/>
                  </a:cubicBezTo>
                  <a:cubicBezTo>
                    <a:pt x="1714" y="1715"/>
                    <a:pt x="980" y="1"/>
                    <a:pt x="42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64">
              <a:extLst>
                <a:ext uri="{FF2B5EF4-FFF2-40B4-BE49-F238E27FC236}">
                  <a16:creationId xmlns:a16="http://schemas.microsoft.com/office/drawing/2014/main" id="{8D2D51CC-D6BD-5B75-899D-C3661A00F200}"/>
                </a:ext>
              </a:extLst>
            </p:cNvPr>
            <p:cNvSpPr/>
            <p:nvPr/>
          </p:nvSpPr>
          <p:spPr>
            <a:xfrm>
              <a:off x="3544900" y="4483550"/>
              <a:ext cx="35875" cy="37250"/>
            </a:xfrm>
            <a:custGeom>
              <a:avLst/>
              <a:gdLst/>
              <a:ahLst/>
              <a:cxnLst/>
              <a:rect l="l" t="t" r="r" b="b"/>
              <a:pathLst>
                <a:path w="1435" h="1490" extrusionOk="0">
                  <a:moveTo>
                    <a:pt x="877" y="1"/>
                  </a:moveTo>
                  <a:cubicBezTo>
                    <a:pt x="584" y="1"/>
                    <a:pt x="229" y="398"/>
                    <a:pt x="135" y="680"/>
                  </a:cubicBezTo>
                  <a:cubicBezTo>
                    <a:pt x="1" y="982"/>
                    <a:pt x="169" y="1352"/>
                    <a:pt x="471" y="1453"/>
                  </a:cubicBezTo>
                  <a:cubicBezTo>
                    <a:pt x="536" y="1478"/>
                    <a:pt x="597" y="1490"/>
                    <a:pt x="654" y="1490"/>
                  </a:cubicBezTo>
                  <a:cubicBezTo>
                    <a:pt x="1278" y="1490"/>
                    <a:pt x="1434" y="100"/>
                    <a:pt x="942" y="8"/>
                  </a:cubicBezTo>
                  <a:cubicBezTo>
                    <a:pt x="920" y="3"/>
                    <a:pt x="899" y="1"/>
                    <a:pt x="8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64">
              <a:extLst>
                <a:ext uri="{FF2B5EF4-FFF2-40B4-BE49-F238E27FC236}">
                  <a16:creationId xmlns:a16="http://schemas.microsoft.com/office/drawing/2014/main" id="{841CB74A-71DD-E19E-C528-889C38289B56}"/>
                </a:ext>
              </a:extLst>
            </p:cNvPr>
            <p:cNvSpPr/>
            <p:nvPr/>
          </p:nvSpPr>
          <p:spPr>
            <a:xfrm>
              <a:off x="3593000" y="4445025"/>
              <a:ext cx="40150" cy="40700"/>
            </a:xfrm>
            <a:custGeom>
              <a:avLst/>
              <a:gdLst/>
              <a:ahLst/>
              <a:cxnLst/>
              <a:rect l="l" t="t" r="r" b="b"/>
              <a:pathLst>
                <a:path w="1606" h="1628" extrusionOk="0">
                  <a:moveTo>
                    <a:pt x="768" y="1"/>
                  </a:moveTo>
                  <a:cubicBezTo>
                    <a:pt x="756" y="1"/>
                    <a:pt x="744" y="1"/>
                    <a:pt x="732" y="3"/>
                  </a:cubicBezTo>
                  <a:cubicBezTo>
                    <a:pt x="1" y="90"/>
                    <a:pt x="796" y="1628"/>
                    <a:pt x="1303" y="1628"/>
                  </a:cubicBezTo>
                  <a:cubicBezTo>
                    <a:pt x="1378" y="1628"/>
                    <a:pt x="1448" y="1594"/>
                    <a:pt x="1505" y="1515"/>
                  </a:cubicBezTo>
                  <a:cubicBezTo>
                    <a:pt x="1605" y="1246"/>
                    <a:pt x="1605" y="910"/>
                    <a:pt x="1505" y="641"/>
                  </a:cubicBezTo>
                  <a:cubicBezTo>
                    <a:pt x="1408" y="383"/>
                    <a:pt x="1063" y="1"/>
                    <a:pt x="768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64">
              <a:extLst>
                <a:ext uri="{FF2B5EF4-FFF2-40B4-BE49-F238E27FC236}">
                  <a16:creationId xmlns:a16="http://schemas.microsoft.com/office/drawing/2014/main" id="{7D38667D-EBB4-2DE5-1F4A-584081674EBD}"/>
                </a:ext>
              </a:extLst>
            </p:cNvPr>
            <p:cNvSpPr/>
            <p:nvPr/>
          </p:nvSpPr>
          <p:spPr>
            <a:xfrm>
              <a:off x="3740675" y="4651775"/>
              <a:ext cx="48250" cy="32950"/>
            </a:xfrm>
            <a:custGeom>
              <a:avLst/>
              <a:gdLst/>
              <a:ahLst/>
              <a:cxnLst/>
              <a:rect l="l" t="t" r="r" b="b"/>
              <a:pathLst>
                <a:path w="1930" h="1318" extrusionOk="0">
                  <a:moveTo>
                    <a:pt x="723" y="1"/>
                  </a:moveTo>
                  <a:cubicBezTo>
                    <a:pt x="638" y="1"/>
                    <a:pt x="553" y="12"/>
                    <a:pt x="471" y="34"/>
                  </a:cubicBezTo>
                  <a:cubicBezTo>
                    <a:pt x="0" y="269"/>
                    <a:pt x="404" y="740"/>
                    <a:pt x="672" y="941"/>
                  </a:cubicBezTo>
                  <a:cubicBezTo>
                    <a:pt x="807" y="1109"/>
                    <a:pt x="1009" y="1244"/>
                    <a:pt x="1244" y="1311"/>
                  </a:cubicBezTo>
                  <a:cubicBezTo>
                    <a:pt x="1279" y="1315"/>
                    <a:pt x="1312" y="1318"/>
                    <a:pt x="1344" y="1318"/>
                  </a:cubicBezTo>
                  <a:cubicBezTo>
                    <a:pt x="1801" y="1318"/>
                    <a:pt x="1930" y="884"/>
                    <a:pt x="1647" y="538"/>
                  </a:cubicBezTo>
                  <a:lnTo>
                    <a:pt x="1513" y="370"/>
                  </a:lnTo>
                  <a:cubicBezTo>
                    <a:pt x="1329" y="134"/>
                    <a:pt x="1024" y="1"/>
                    <a:pt x="72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64">
              <a:extLst>
                <a:ext uri="{FF2B5EF4-FFF2-40B4-BE49-F238E27FC236}">
                  <a16:creationId xmlns:a16="http://schemas.microsoft.com/office/drawing/2014/main" id="{9C7C57A1-1BDC-4573-0C5C-F4CFEFB18BDF}"/>
                </a:ext>
              </a:extLst>
            </p:cNvPr>
            <p:cNvSpPr/>
            <p:nvPr/>
          </p:nvSpPr>
          <p:spPr>
            <a:xfrm>
              <a:off x="3765025" y="4608875"/>
              <a:ext cx="29000" cy="36650"/>
            </a:xfrm>
            <a:custGeom>
              <a:avLst/>
              <a:gdLst/>
              <a:ahLst/>
              <a:cxnLst/>
              <a:rect l="l" t="t" r="r" b="b"/>
              <a:pathLst>
                <a:path w="1160" h="1466" extrusionOk="0">
                  <a:moveTo>
                    <a:pt x="436" y="1"/>
                  </a:moveTo>
                  <a:cubicBezTo>
                    <a:pt x="300" y="1"/>
                    <a:pt x="175" y="77"/>
                    <a:pt x="102" y="271"/>
                  </a:cubicBezTo>
                  <a:cubicBezTo>
                    <a:pt x="1" y="607"/>
                    <a:pt x="68" y="910"/>
                    <a:pt x="236" y="1212"/>
                  </a:cubicBezTo>
                  <a:cubicBezTo>
                    <a:pt x="356" y="1393"/>
                    <a:pt x="479" y="1465"/>
                    <a:pt x="591" y="1465"/>
                  </a:cubicBezTo>
                  <a:cubicBezTo>
                    <a:pt x="918" y="1465"/>
                    <a:pt x="1159" y="848"/>
                    <a:pt x="1009" y="473"/>
                  </a:cubicBezTo>
                  <a:cubicBezTo>
                    <a:pt x="945" y="237"/>
                    <a:pt x="675" y="1"/>
                    <a:pt x="436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64">
              <a:extLst>
                <a:ext uri="{FF2B5EF4-FFF2-40B4-BE49-F238E27FC236}">
                  <a16:creationId xmlns:a16="http://schemas.microsoft.com/office/drawing/2014/main" id="{3F3F1FA4-7976-E024-26BD-CD898459353B}"/>
                </a:ext>
              </a:extLst>
            </p:cNvPr>
            <p:cNvSpPr/>
            <p:nvPr/>
          </p:nvSpPr>
          <p:spPr>
            <a:xfrm>
              <a:off x="3728200" y="4678850"/>
              <a:ext cx="42750" cy="26275"/>
            </a:xfrm>
            <a:custGeom>
              <a:avLst/>
              <a:gdLst/>
              <a:ahLst/>
              <a:cxnLst/>
              <a:rect l="l" t="t" r="r" b="b"/>
              <a:pathLst>
                <a:path w="1710" h="1051" extrusionOk="0">
                  <a:moveTo>
                    <a:pt x="818" y="1"/>
                  </a:moveTo>
                  <a:cubicBezTo>
                    <a:pt x="481" y="1"/>
                    <a:pt x="1" y="196"/>
                    <a:pt x="29" y="531"/>
                  </a:cubicBezTo>
                  <a:cubicBezTo>
                    <a:pt x="29" y="732"/>
                    <a:pt x="230" y="900"/>
                    <a:pt x="499" y="967"/>
                  </a:cubicBezTo>
                  <a:cubicBezTo>
                    <a:pt x="612" y="1024"/>
                    <a:pt x="735" y="1050"/>
                    <a:pt x="861" y="1050"/>
                  </a:cubicBezTo>
                  <a:cubicBezTo>
                    <a:pt x="1037" y="1050"/>
                    <a:pt x="1216" y="998"/>
                    <a:pt x="1373" y="900"/>
                  </a:cubicBezTo>
                  <a:cubicBezTo>
                    <a:pt x="1709" y="598"/>
                    <a:pt x="1373" y="127"/>
                    <a:pt x="1003" y="26"/>
                  </a:cubicBezTo>
                  <a:cubicBezTo>
                    <a:pt x="952" y="9"/>
                    <a:pt x="888" y="1"/>
                    <a:pt x="818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64">
              <a:extLst>
                <a:ext uri="{FF2B5EF4-FFF2-40B4-BE49-F238E27FC236}">
                  <a16:creationId xmlns:a16="http://schemas.microsoft.com/office/drawing/2014/main" id="{69D2E740-1D0C-6344-7130-8225303957B5}"/>
                </a:ext>
              </a:extLst>
            </p:cNvPr>
            <p:cNvSpPr/>
            <p:nvPr/>
          </p:nvSpPr>
          <p:spPr>
            <a:xfrm>
              <a:off x="3708925" y="4620925"/>
              <a:ext cx="38500" cy="33675"/>
            </a:xfrm>
            <a:custGeom>
              <a:avLst/>
              <a:gdLst/>
              <a:ahLst/>
              <a:cxnLst/>
              <a:rect l="l" t="t" r="r" b="b"/>
              <a:pathLst>
                <a:path w="1540" h="1347" extrusionOk="0">
                  <a:moveTo>
                    <a:pt x="412" y="1"/>
                  </a:moveTo>
                  <a:cubicBezTo>
                    <a:pt x="197" y="1"/>
                    <a:pt x="1" y="100"/>
                    <a:pt x="27" y="360"/>
                  </a:cubicBezTo>
                  <a:cubicBezTo>
                    <a:pt x="27" y="360"/>
                    <a:pt x="27" y="394"/>
                    <a:pt x="27" y="428"/>
                  </a:cubicBezTo>
                  <a:cubicBezTo>
                    <a:pt x="128" y="697"/>
                    <a:pt x="329" y="965"/>
                    <a:pt x="598" y="1133"/>
                  </a:cubicBezTo>
                  <a:cubicBezTo>
                    <a:pt x="728" y="1245"/>
                    <a:pt x="910" y="1346"/>
                    <a:pt x="1069" y="1346"/>
                  </a:cubicBezTo>
                  <a:cubicBezTo>
                    <a:pt x="1197" y="1346"/>
                    <a:pt x="1311" y="1280"/>
                    <a:pt x="1371" y="1100"/>
                  </a:cubicBezTo>
                  <a:cubicBezTo>
                    <a:pt x="1539" y="730"/>
                    <a:pt x="968" y="159"/>
                    <a:pt x="598" y="24"/>
                  </a:cubicBezTo>
                  <a:cubicBezTo>
                    <a:pt x="538" y="9"/>
                    <a:pt x="474" y="1"/>
                    <a:pt x="41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64">
              <a:extLst>
                <a:ext uri="{FF2B5EF4-FFF2-40B4-BE49-F238E27FC236}">
                  <a16:creationId xmlns:a16="http://schemas.microsoft.com/office/drawing/2014/main" id="{E4ED87C7-048C-DA1C-A5CA-3763332D06DD}"/>
                </a:ext>
              </a:extLst>
            </p:cNvPr>
            <p:cNvSpPr/>
            <p:nvPr/>
          </p:nvSpPr>
          <p:spPr>
            <a:xfrm>
              <a:off x="3712725" y="4539900"/>
              <a:ext cx="45625" cy="26425"/>
            </a:xfrm>
            <a:custGeom>
              <a:avLst/>
              <a:gdLst/>
              <a:ahLst/>
              <a:cxnLst/>
              <a:rect l="l" t="t" r="r" b="b"/>
              <a:pathLst>
                <a:path w="1825" h="1057" extrusionOk="0">
                  <a:moveTo>
                    <a:pt x="553" y="0"/>
                  </a:moveTo>
                  <a:cubicBezTo>
                    <a:pt x="7" y="0"/>
                    <a:pt x="0" y="557"/>
                    <a:pt x="446" y="812"/>
                  </a:cubicBezTo>
                  <a:cubicBezTo>
                    <a:pt x="581" y="879"/>
                    <a:pt x="715" y="913"/>
                    <a:pt x="849" y="980"/>
                  </a:cubicBezTo>
                  <a:cubicBezTo>
                    <a:pt x="985" y="1025"/>
                    <a:pt x="1134" y="1057"/>
                    <a:pt x="1270" y="1057"/>
                  </a:cubicBezTo>
                  <a:cubicBezTo>
                    <a:pt x="1436" y="1057"/>
                    <a:pt x="1582" y="1009"/>
                    <a:pt x="1656" y="879"/>
                  </a:cubicBezTo>
                  <a:cubicBezTo>
                    <a:pt x="1824" y="476"/>
                    <a:pt x="917" y="39"/>
                    <a:pt x="648" y="5"/>
                  </a:cubicBezTo>
                  <a:cubicBezTo>
                    <a:pt x="615" y="2"/>
                    <a:pt x="583" y="0"/>
                    <a:pt x="553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64">
              <a:extLst>
                <a:ext uri="{FF2B5EF4-FFF2-40B4-BE49-F238E27FC236}">
                  <a16:creationId xmlns:a16="http://schemas.microsoft.com/office/drawing/2014/main" id="{C4016A9F-4540-C6DE-5856-87AB46B41ACD}"/>
                </a:ext>
              </a:extLst>
            </p:cNvPr>
            <p:cNvSpPr/>
            <p:nvPr/>
          </p:nvSpPr>
          <p:spPr>
            <a:xfrm>
              <a:off x="3767300" y="4685125"/>
              <a:ext cx="35125" cy="33200"/>
            </a:xfrm>
            <a:custGeom>
              <a:avLst/>
              <a:gdLst/>
              <a:ahLst/>
              <a:cxnLst/>
              <a:rect l="l" t="t" r="r" b="b"/>
              <a:pathLst>
                <a:path w="1405" h="1328" extrusionOk="0">
                  <a:moveTo>
                    <a:pt x="979" y="0"/>
                  </a:moveTo>
                  <a:cubicBezTo>
                    <a:pt x="889" y="0"/>
                    <a:pt x="788" y="25"/>
                    <a:pt x="683" y="78"/>
                  </a:cubicBezTo>
                  <a:cubicBezTo>
                    <a:pt x="264" y="271"/>
                    <a:pt x="0" y="1328"/>
                    <a:pt x="569" y="1328"/>
                  </a:cubicBezTo>
                  <a:cubicBezTo>
                    <a:pt x="594" y="1328"/>
                    <a:pt x="621" y="1326"/>
                    <a:pt x="649" y="1321"/>
                  </a:cubicBezTo>
                  <a:lnTo>
                    <a:pt x="683" y="1321"/>
                  </a:lnTo>
                  <a:cubicBezTo>
                    <a:pt x="1053" y="1221"/>
                    <a:pt x="1288" y="918"/>
                    <a:pt x="1355" y="548"/>
                  </a:cubicBezTo>
                  <a:cubicBezTo>
                    <a:pt x="1405" y="201"/>
                    <a:pt x="1234" y="0"/>
                    <a:pt x="97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64">
              <a:extLst>
                <a:ext uri="{FF2B5EF4-FFF2-40B4-BE49-F238E27FC236}">
                  <a16:creationId xmlns:a16="http://schemas.microsoft.com/office/drawing/2014/main" id="{3DD58B97-5E24-CD9F-409E-5CC500AA969D}"/>
                </a:ext>
              </a:extLst>
            </p:cNvPr>
            <p:cNvSpPr/>
            <p:nvPr/>
          </p:nvSpPr>
          <p:spPr>
            <a:xfrm>
              <a:off x="3717975" y="4567450"/>
              <a:ext cx="34475" cy="39000"/>
            </a:xfrm>
            <a:custGeom>
              <a:avLst/>
              <a:gdLst/>
              <a:ahLst/>
              <a:cxnLst/>
              <a:rect l="l" t="t" r="r" b="b"/>
              <a:pathLst>
                <a:path w="1379" h="1560" extrusionOk="0">
                  <a:moveTo>
                    <a:pt x="524" y="1"/>
                  </a:moveTo>
                  <a:cubicBezTo>
                    <a:pt x="416" y="1"/>
                    <a:pt x="316" y="53"/>
                    <a:pt x="236" y="180"/>
                  </a:cubicBezTo>
                  <a:cubicBezTo>
                    <a:pt x="1" y="617"/>
                    <a:pt x="438" y="1256"/>
                    <a:pt x="774" y="1458"/>
                  </a:cubicBezTo>
                  <a:cubicBezTo>
                    <a:pt x="839" y="1523"/>
                    <a:pt x="932" y="1560"/>
                    <a:pt x="1026" y="1560"/>
                  </a:cubicBezTo>
                  <a:cubicBezTo>
                    <a:pt x="1078" y="1560"/>
                    <a:pt x="1130" y="1549"/>
                    <a:pt x="1177" y="1525"/>
                  </a:cubicBezTo>
                  <a:cubicBezTo>
                    <a:pt x="1379" y="1424"/>
                    <a:pt x="1379" y="1021"/>
                    <a:pt x="1345" y="819"/>
                  </a:cubicBezTo>
                  <a:cubicBezTo>
                    <a:pt x="1294" y="537"/>
                    <a:pt x="871" y="1"/>
                    <a:pt x="524" y="1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64">
              <a:extLst>
                <a:ext uri="{FF2B5EF4-FFF2-40B4-BE49-F238E27FC236}">
                  <a16:creationId xmlns:a16="http://schemas.microsoft.com/office/drawing/2014/main" id="{38C0697B-09D4-4F63-4AB7-85D7A7BC57AF}"/>
                </a:ext>
              </a:extLst>
            </p:cNvPr>
            <p:cNvSpPr/>
            <p:nvPr/>
          </p:nvSpPr>
          <p:spPr>
            <a:xfrm>
              <a:off x="3669250" y="4418875"/>
              <a:ext cx="37300" cy="33000"/>
            </a:xfrm>
            <a:custGeom>
              <a:avLst/>
              <a:gdLst/>
              <a:ahLst/>
              <a:cxnLst/>
              <a:rect l="l" t="t" r="r" b="b"/>
              <a:pathLst>
                <a:path w="1492" h="1320" extrusionOk="0">
                  <a:moveTo>
                    <a:pt x="382" y="1"/>
                  </a:moveTo>
                  <a:cubicBezTo>
                    <a:pt x="289" y="1"/>
                    <a:pt x="204" y="33"/>
                    <a:pt x="135" y="108"/>
                  </a:cubicBezTo>
                  <a:cubicBezTo>
                    <a:pt x="1" y="276"/>
                    <a:pt x="68" y="511"/>
                    <a:pt x="169" y="679"/>
                  </a:cubicBezTo>
                  <a:cubicBezTo>
                    <a:pt x="303" y="914"/>
                    <a:pt x="538" y="1116"/>
                    <a:pt x="807" y="1250"/>
                  </a:cubicBezTo>
                  <a:cubicBezTo>
                    <a:pt x="906" y="1294"/>
                    <a:pt x="1015" y="1320"/>
                    <a:pt x="1115" y="1320"/>
                  </a:cubicBezTo>
                  <a:cubicBezTo>
                    <a:pt x="1322" y="1320"/>
                    <a:pt x="1491" y="1209"/>
                    <a:pt x="1446" y="914"/>
                  </a:cubicBezTo>
                  <a:cubicBezTo>
                    <a:pt x="1364" y="613"/>
                    <a:pt x="792" y="1"/>
                    <a:pt x="382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64">
              <a:extLst>
                <a:ext uri="{FF2B5EF4-FFF2-40B4-BE49-F238E27FC236}">
                  <a16:creationId xmlns:a16="http://schemas.microsoft.com/office/drawing/2014/main" id="{D9B357BC-018F-CB32-46AF-38F894313659}"/>
                </a:ext>
              </a:extLst>
            </p:cNvPr>
            <p:cNvSpPr/>
            <p:nvPr/>
          </p:nvSpPr>
          <p:spPr>
            <a:xfrm>
              <a:off x="3698650" y="4477900"/>
              <a:ext cx="46250" cy="33575"/>
            </a:xfrm>
            <a:custGeom>
              <a:avLst/>
              <a:gdLst/>
              <a:ahLst/>
              <a:cxnLst/>
              <a:rect l="l" t="t" r="r" b="b"/>
              <a:pathLst>
                <a:path w="1850" h="1343" extrusionOk="0">
                  <a:moveTo>
                    <a:pt x="378" y="1"/>
                  </a:moveTo>
                  <a:cubicBezTo>
                    <a:pt x="222" y="1"/>
                    <a:pt x="92" y="81"/>
                    <a:pt x="34" y="301"/>
                  </a:cubicBezTo>
                  <a:cubicBezTo>
                    <a:pt x="1" y="469"/>
                    <a:pt x="68" y="637"/>
                    <a:pt x="203" y="771"/>
                  </a:cubicBezTo>
                  <a:cubicBezTo>
                    <a:pt x="505" y="1107"/>
                    <a:pt x="875" y="1309"/>
                    <a:pt x="1312" y="1343"/>
                  </a:cubicBezTo>
                  <a:cubicBezTo>
                    <a:pt x="1849" y="1275"/>
                    <a:pt x="1379" y="637"/>
                    <a:pt x="1244" y="469"/>
                  </a:cubicBezTo>
                  <a:cubicBezTo>
                    <a:pt x="1068" y="293"/>
                    <a:pt x="675" y="1"/>
                    <a:pt x="378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64">
              <a:extLst>
                <a:ext uri="{FF2B5EF4-FFF2-40B4-BE49-F238E27FC236}">
                  <a16:creationId xmlns:a16="http://schemas.microsoft.com/office/drawing/2014/main" id="{CFDC9E24-0943-1889-09F5-5FFC73049703}"/>
                </a:ext>
              </a:extLst>
            </p:cNvPr>
            <p:cNvSpPr/>
            <p:nvPr/>
          </p:nvSpPr>
          <p:spPr>
            <a:xfrm>
              <a:off x="3770825" y="4536600"/>
              <a:ext cx="41175" cy="41300"/>
            </a:xfrm>
            <a:custGeom>
              <a:avLst/>
              <a:gdLst/>
              <a:ahLst/>
              <a:cxnLst/>
              <a:rect l="l" t="t" r="r" b="b"/>
              <a:pathLst>
                <a:path w="1647" h="1652" extrusionOk="0">
                  <a:moveTo>
                    <a:pt x="605" y="1"/>
                  </a:moveTo>
                  <a:cubicBezTo>
                    <a:pt x="1" y="1"/>
                    <a:pt x="753" y="1617"/>
                    <a:pt x="1248" y="1650"/>
                  </a:cubicBezTo>
                  <a:cubicBezTo>
                    <a:pt x="1264" y="1651"/>
                    <a:pt x="1279" y="1652"/>
                    <a:pt x="1293" y="1652"/>
                  </a:cubicBezTo>
                  <a:cubicBezTo>
                    <a:pt x="1620" y="1652"/>
                    <a:pt x="1647" y="1302"/>
                    <a:pt x="1550" y="1045"/>
                  </a:cubicBezTo>
                  <a:cubicBezTo>
                    <a:pt x="1483" y="843"/>
                    <a:pt x="1416" y="675"/>
                    <a:pt x="1315" y="541"/>
                  </a:cubicBezTo>
                  <a:cubicBezTo>
                    <a:pt x="1147" y="272"/>
                    <a:pt x="912" y="104"/>
                    <a:pt x="643" y="3"/>
                  </a:cubicBezTo>
                  <a:cubicBezTo>
                    <a:pt x="630" y="2"/>
                    <a:pt x="617" y="1"/>
                    <a:pt x="605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64">
              <a:extLst>
                <a:ext uri="{FF2B5EF4-FFF2-40B4-BE49-F238E27FC236}">
                  <a16:creationId xmlns:a16="http://schemas.microsoft.com/office/drawing/2014/main" id="{7E2AC790-69DB-DAAA-75B7-A76A1B2F2D9D}"/>
                </a:ext>
              </a:extLst>
            </p:cNvPr>
            <p:cNvSpPr/>
            <p:nvPr/>
          </p:nvSpPr>
          <p:spPr>
            <a:xfrm>
              <a:off x="3756625" y="4565375"/>
              <a:ext cx="36175" cy="38525"/>
            </a:xfrm>
            <a:custGeom>
              <a:avLst/>
              <a:gdLst/>
              <a:ahLst/>
              <a:cxnLst/>
              <a:rect l="l" t="t" r="r" b="b"/>
              <a:pathLst>
                <a:path w="1447" h="1541" extrusionOk="0">
                  <a:moveTo>
                    <a:pt x="311" y="0"/>
                  </a:moveTo>
                  <a:cubicBezTo>
                    <a:pt x="179" y="0"/>
                    <a:pt x="73" y="88"/>
                    <a:pt x="34" y="331"/>
                  </a:cubicBezTo>
                  <a:cubicBezTo>
                    <a:pt x="1" y="768"/>
                    <a:pt x="404" y="1541"/>
                    <a:pt x="908" y="1541"/>
                  </a:cubicBezTo>
                  <a:cubicBezTo>
                    <a:pt x="976" y="1541"/>
                    <a:pt x="1076" y="1507"/>
                    <a:pt x="1144" y="1473"/>
                  </a:cubicBezTo>
                  <a:cubicBezTo>
                    <a:pt x="1446" y="1305"/>
                    <a:pt x="1144" y="600"/>
                    <a:pt x="976" y="398"/>
                  </a:cubicBezTo>
                  <a:cubicBezTo>
                    <a:pt x="809" y="231"/>
                    <a:pt x="526" y="0"/>
                    <a:pt x="311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64">
              <a:extLst>
                <a:ext uri="{FF2B5EF4-FFF2-40B4-BE49-F238E27FC236}">
                  <a16:creationId xmlns:a16="http://schemas.microsoft.com/office/drawing/2014/main" id="{1FF35EA8-114C-9EEC-98DD-B4C82BB1EDA9}"/>
                </a:ext>
              </a:extLst>
            </p:cNvPr>
            <p:cNvSpPr/>
            <p:nvPr/>
          </p:nvSpPr>
          <p:spPr>
            <a:xfrm>
              <a:off x="3731925" y="4503275"/>
              <a:ext cx="42375" cy="42400"/>
            </a:xfrm>
            <a:custGeom>
              <a:avLst/>
              <a:gdLst/>
              <a:ahLst/>
              <a:cxnLst/>
              <a:rect l="l" t="t" r="r" b="b"/>
              <a:pathLst>
                <a:path w="1695" h="1696" extrusionOk="0">
                  <a:moveTo>
                    <a:pt x="609" y="0"/>
                  </a:moveTo>
                  <a:cubicBezTo>
                    <a:pt x="0" y="0"/>
                    <a:pt x="737" y="1695"/>
                    <a:pt x="1272" y="1695"/>
                  </a:cubicBezTo>
                  <a:cubicBezTo>
                    <a:pt x="1352" y="1695"/>
                    <a:pt x="1427" y="1657"/>
                    <a:pt x="1493" y="1571"/>
                  </a:cubicBezTo>
                  <a:cubicBezTo>
                    <a:pt x="1695" y="1269"/>
                    <a:pt x="1695" y="865"/>
                    <a:pt x="1459" y="597"/>
                  </a:cubicBezTo>
                  <a:cubicBezTo>
                    <a:pt x="1291" y="328"/>
                    <a:pt x="1022" y="126"/>
                    <a:pt x="754" y="25"/>
                  </a:cubicBezTo>
                  <a:cubicBezTo>
                    <a:pt x="699" y="8"/>
                    <a:pt x="651" y="0"/>
                    <a:pt x="609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64">
              <a:extLst>
                <a:ext uri="{FF2B5EF4-FFF2-40B4-BE49-F238E27FC236}">
                  <a16:creationId xmlns:a16="http://schemas.microsoft.com/office/drawing/2014/main" id="{F9D88F3A-41C4-C05F-1DE7-6B1004BBFD6A}"/>
                </a:ext>
              </a:extLst>
            </p:cNvPr>
            <p:cNvSpPr/>
            <p:nvPr/>
          </p:nvSpPr>
          <p:spPr>
            <a:xfrm>
              <a:off x="3782800" y="4582125"/>
              <a:ext cx="35200" cy="37925"/>
            </a:xfrm>
            <a:custGeom>
              <a:avLst/>
              <a:gdLst/>
              <a:ahLst/>
              <a:cxnLst/>
              <a:rect l="l" t="t" r="r" b="b"/>
              <a:pathLst>
                <a:path w="1408" h="1517" extrusionOk="0">
                  <a:moveTo>
                    <a:pt x="776" y="0"/>
                  </a:moveTo>
                  <a:cubicBezTo>
                    <a:pt x="166" y="0"/>
                    <a:pt x="1" y="1385"/>
                    <a:pt x="466" y="1509"/>
                  </a:cubicBezTo>
                  <a:cubicBezTo>
                    <a:pt x="487" y="1514"/>
                    <a:pt x="509" y="1516"/>
                    <a:pt x="531" y="1516"/>
                  </a:cubicBezTo>
                  <a:cubicBezTo>
                    <a:pt x="823" y="1516"/>
                    <a:pt x="1179" y="1116"/>
                    <a:pt x="1273" y="803"/>
                  </a:cubicBezTo>
                  <a:cubicBezTo>
                    <a:pt x="1407" y="501"/>
                    <a:pt x="1273" y="131"/>
                    <a:pt x="937" y="30"/>
                  </a:cubicBezTo>
                  <a:cubicBezTo>
                    <a:pt x="880" y="10"/>
                    <a:pt x="826" y="0"/>
                    <a:pt x="776" y="0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64">
              <a:extLst>
                <a:ext uri="{FF2B5EF4-FFF2-40B4-BE49-F238E27FC236}">
                  <a16:creationId xmlns:a16="http://schemas.microsoft.com/office/drawing/2014/main" id="{07BF2C1F-B68A-024F-2B0D-F1B621B5E9E3}"/>
                </a:ext>
              </a:extLst>
            </p:cNvPr>
            <p:cNvSpPr/>
            <p:nvPr/>
          </p:nvSpPr>
          <p:spPr>
            <a:xfrm>
              <a:off x="3718825" y="4451250"/>
              <a:ext cx="40900" cy="40950"/>
            </a:xfrm>
            <a:custGeom>
              <a:avLst/>
              <a:gdLst/>
              <a:ahLst/>
              <a:cxnLst/>
              <a:rect l="l" t="t" r="r" b="b"/>
              <a:pathLst>
                <a:path w="1636" h="1638" extrusionOk="0">
                  <a:moveTo>
                    <a:pt x="334" y="0"/>
                  </a:moveTo>
                  <a:cubicBezTo>
                    <a:pt x="258" y="0"/>
                    <a:pt x="189" y="38"/>
                    <a:pt x="135" y="123"/>
                  </a:cubicBezTo>
                  <a:cubicBezTo>
                    <a:pt x="0" y="325"/>
                    <a:pt x="101" y="728"/>
                    <a:pt x="135" y="963"/>
                  </a:cubicBezTo>
                  <a:cubicBezTo>
                    <a:pt x="167" y="1191"/>
                    <a:pt x="545" y="1637"/>
                    <a:pt x="873" y="1637"/>
                  </a:cubicBezTo>
                  <a:cubicBezTo>
                    <a:pt x="885" y="1637"/>
                    <a:pt x="896" y="1637"/>
                    <a:pt x="908" y="1636"/>
                  </a:cubicBezTo>
                  <a:cubicBezTo>
                    <a:pt x="1635" y="1548"/>
                    <a:pt x="826" y="0"/>
                    <a:pt x="334" y="0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64">
              <a:extLst>
                <a:ext uri="{FF2B5EF4-FFF2-40B4-BE49-F238E27FC236}">
                  <a16:creationId xmlns:a16="http://schemas.microsoft.com/office/drawing/2014/main" id="{FDC99B2E-323E-09E9-D07E-D2CE03AD6EFF}"/>
                </a:ext>
              </a:extLst>
            </p:cNvPr>
            <p:cNvSpPr/>
            <p:nvPr/>
          </p:nvSpPr>
          <p:spPr>
            <a:xfrm>
              <a:off x="3625425" y="4432125"/>
              <a:ext cx="48050" cy="32750"/>
            </a:xfrm>
            <a:custGeom>
              <a:avLst/>
              <a:gdLst/>
              <a:ahLst/>
              <a:cxnLst/>
              <a:rect l="l" t="t" r="r" b="b"/>
              <a:pathLst>
                <a:path w="1922" h="1310" extrusionOk="0">
                  <a:moveTo>
                    <a:pt x="563" y="1"/>
                  </a:moveTo>
                  <a:cubicBezTo>
                    <a:pt x="113" y="1"/>
                    <a:pt x="0" y="422"/>
                    <a:pt x="275" y="787"/>
                  </a:cubicBezTo>
                  <a:cubicBezTo>
                    <a:pt x="308" y="821"/>
                    <a:pt x="342" y="888"/>
                    <a:pt x="409" y="922"/>
                  </a:cubicBezTo>
                  <a:cubicBezTo>
                    <a:pt x="584" y="1171"/>
                    <a:pt x="869" y="1309"/>
                    <a:pt x="1156" y="1309"/>
                  </a:cubicBezTo>
                  <a:cubicBezTo>
                    <a:pt x="1256" y="1309"/>
                    <a:pt x="1356" y="1293"/>
                    <a:pt x="1451" y="1258"/>
                  </a:cubicBezTo>
                  <a:cubicBezTo>
                    <a:pt x="1922" y="1023"/>
                    <a:pt x="1518" y="586"/>
                    <a:pt x="1249" y="351"/>
                  </a:cubicBezTo>
                  <a:cubicBezTo>
                    <a:pt x="1115" y="182"/>
                    <a:pt x="913" y="82"/>
                    <a:pt x="712" y="14"/>
                  </a:cubicBezTo>
                  <a:cubicBezTo>
                    <a:pt x="659" y="5"/>
                    <a:pt x="609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64">
              <a:extLst>
                <a:ext uri="{FF2B5EF4-FFF2-40B4-BE49-F238E27FC236}">
                  <a16:creationId xmlns:a16="http://schemas.microsoft.com/office/drawing/2014/main" id="{90EE1EB7-07A6-D03A-517C-896D9BC177B9}"/>
                </a:ext>
              </a:extLst>
            </p:cNvPr>
            <p:cNvSpPr/>
            <p:nvPr/>
          </p:nvSpPr>
          <p:spPr>
            <a:xfrm>
              <a:off x="3685225" y="4515450"/>
              <a:ext cx="51325" cy="26275"/>
            </a:xfrm>
            <a:custGeom>
              <a:avLst/>
              <a:gdLst/>
              <a:ahLst/>
              <a:cxnLst/>
              <a:rect l="l" t="t" r="r" b="b"/>
              <a:pathLst>
                <a:path w="2053" h="1051" extrusionOk="0">
                  <a:moveTo>
                    <a:pt x="1216" y="0"/>
                  </a:moveTo>
                  <a:cubicBezTo>
                    <a:pt x="1180" y="0"/>
                    <a:pt x="1144" y="3"/>
                    <a:pt x="1109" y="9"/>
                  </a:cubicBezTo>
                  <a:cubicBezTo>
                    <a:pt x="571" y="110"/>
                    <a:pt x="0" y="983"/>
                    <a:pt x="840" y="1051"/>
                  </a:cubicBezTo>
                  <a:cubicBezTo>
                    <a:pt x="1176" y="1051"/>
                    <a:pt x="1479" y="950"/>
                    <a:pt x="1714" y="714"/>
                  </a:cubicBezTo>
                  <a:cubicBezTo>
                    <a:pt x="2052" y="315"/>
                    <a:pt x="1604" y="0"/>
                    <a:pt x="121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64">
              <a:extLst>
                <a:ext uri="{FF2B5EF4-FFF2-40B4-BE49-F238E27FC236}">
                  <a16:creationId xmlns:a16="http://schemas.microsoft.com/office/drawing/2014/main" id="{79933E9A-0AD9-3D96-03F2-CAE86AFC7339}"/>
                </a:ext>
              </a:extLst>
            </p:cNvPr>
            <p:cNvSpPr/>
            <p:nvPr/>
          </p:nvSpPr>
          <p:spPr>
            <a:xfrm>
              <a:off x="3636475" y="4644725"/>
              <a:ext cx="34475" cy="33650"/>
            </a:xfrm>
            <a:custGeom>
              <a:avLst/>
              <a:gdLst/>
              <a:ahLst/>
              <a:cxnLst/>
              <a:rect l="l" t="t" r="r" b="b"/>
              <a:pathLst>
                <a:path w="1379" h="1346" extrusionOk="0">
                  <a:moveTo>
                    <a:pt x="456" y="1"/>
                  </a:moveTo>
                  <a:cubicBezTo>
                    <a:pt x="261" y="1"/>
                    <a:pt x="86" y="92"/>
                    <a:pt x="34" y="316"/>
                  </a:cubicBezTo>
                  <a:cubicBezTo>
                    <a:pt x="1" y="618"/>
                    <a:pt x="135" y="921"/>
                    <a:pt x="404" y="1123"/>
                  </a:cubicBezTo>
                  <a:cubicBezTo>
                    <a:pt x="510" y="1255"/>
                    <a:pt x="678" y="1345"/>
                    <a:pt x="859" y="1345"/>
                  </a:cubicBezTo>
                  <a:cubicBezTo>
                    <a:pt x="909" y="1345"/>
                    <a:pt x="959" y="1339"/>
                    <a:pt x="1009" y="1324"/>
                  </a:cubicBezTo>
                  <a:cubicBezTo>
                    <a:pt x="1379" y="1156"/>
                    <a:pt x="1244" y="484"/>
                    <a:pt x="976" y="215"/>
                  </a:cubicBezTo>
                  <a:cubicBezTo>
                    <a:pt x="844" y="84"/>
                    <a:pt x="641" y="1"/>
                    <a:pt x="45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64">
              <a:extLst>
                <a:ext uri="{FF2B5EF4-FFF2-40B4-BE49-F238E27FC236}">
                  <a16:creationId xmlns:a16="http://schemas.microsoft.com/office/drawing/2014/main" id="{BDC2E98C-AD49-742C-F1B0-6A3C29D85FB4}"/>
                </a:ext>
              </a:extLst>
            </p:cNvPr>
            <p:cNvSpPr/>
            <p:nvPr/>
          </p:nvSpPr>
          <p:spPr>
            <a:xfrm>
              <a:off x="3592800" y="4484000"/>
              <a:ext cx="47900" cy="25625"/>
            </a:xfrm>
            <a:custGeom>
              <a:avLst/>
              <a:gdLst/>
              <a:ahLst/>
              <a:cxnLst/>
              <a:rect l="l" t="t" r="r" b="b"/>
              <a:pathLst>
                <a:path w="1916" h="1025" extrusionOk="0">
                  <a:moveTo>
                    <a:pt x="670" y="1"/>
                  </a:moveTo>
                  <a:cubicBezTo>
                    <a:pt x="504" y="1"/>
                    <a:pt x="359" y="46"/>
                    <a:pt x="269" y="158"/>
                  </a:cubicBezTo>
                  <a:cubicBezTo>
                    <a:pt x="0" y="494"/>
                    <a:pt x="336" y="729"/>
                    <a:pt x="639" y="863"/>
                  </a:cubicBezTo>
                  <a:cubicBezTo>
                    <a:pt x="836" y="962"/>
                    <a:pt x="1068" y="1024"/>
                    <a:pt x="1298" y="1024"/>
                  </a:cubicBezTo>
                  <a:cubicBezTo>
                    <a:pt x="1382" y="1024"/>
                    <a:pt x="1465" y="1016"/>
                    <a:pt x="1546" y="998"/>
                  </a:cubicBezTo>
                  <a:lnTo>
                    <a:pt x="1613" y="998"/>
                  </a:lnTo>
                  <a:cubicBezTo>
                    <a:pt x="1916" y="830"/>
                    <a:pt x="1815" y="527"/>
                    <a:pt x="1613" y="359"/>
                  </a:cubicBezTo>
                  <a:cubicBezTo>
                    <a:pt x="1412" y="180"/>
                    <a:pt x="1001" y="1"/>
                    <a:pt x="670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64">
              <a:extLst>
                <a:ext uri="{FF2B5EF4-FFF2-40B4-BE49-F238E27FC236}">
                  <a16:creationId xmlns:a16="http://schemas.microsoft.com/office/drawing/2014/main" id="{5B9BE8ED-9757-8FEC-316E-BD72C8A72C1D}"/>
                </a:ext>
              </a:extLst>
            </p:cNvPr>
            <p:cNvSpPr/>
            <p:nvPr/>
          </p:nvSpPr>
          <p:spPr>
            <a:xfrm>
              <a:off x="3659175" y="4690850"/>
              <a:ext cx="41575" cy="30650"/>
            </a:xfrm>
            <a:custGeom>
              <a:avLst/>
              <a:gdLst/>
              <a:ahLst/>
              <a:cxnLst/>
              <a:rect l="l" t="t" r="r" b="b"/>
              <a:pathLst>
                <a:path w="1663" h="1226" extrusionOk="0">
                  <a:moveTo>
                    <a:pt x="376" y="1"/>
                  </a:moveTo>
                  <a:cubicBezTo>
                    <a:pt x="273" y="1"/>
                    <a:pt x="188" y="34"/>
                    <a:pt x="135" y="118"/>
                  </a:cubicBezTo>
                  <a:cubicBezTo>
                    <a:pt x="0" y="353"/>
                    <a:pt x="202" y="655"/>
                    <a:pt x="437" y="857"/>
                  </a:cubicBezTo>
                  <a:cubicBezTo>
                    <a:pt x="538" y="958"/>
                    <a:pt x="672" y="1025"/>
                    <a:pt x="773" y="1126"/>
                  </a:cubicBezTo>
                  <a:cubicBezTo>
                    <a:pt x="901" y="1194"/>
                    <a:pt x="1028" y="1226"/>
                    <a:pt x="1139" y="1226"/>
                  </a:cubicBezTo>
                  <a:cubicBezTo>
                    <a:pt x="1465" y="1226"/>
                    <a:pt x="1662" y="956"/>
                    <a:pt x="1412" y="555"/>
                  </a:cubicBezTo>
                  <a:cubicBezTo>
                    <a:pt x="1282" y="398"/>
                    <a:pt x="728" y="1"/>
                    <a:pt x="376" y="1"/>
                  </a:cubicBezTo>
                  <a:close/>
                </a:path>
              </a:pathLst>
            </a:custGeom>
            <a:solidFill>
              <a:srgbClr val="141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64">
              <a:extLst>
                <a:ext uri="{FF2B5EF4-FFF2-40B4-BE49-F238E27FC236}">
                  <a16:creationId xmlns:a16="http://schemas.microsoft.com/office/drawing/2014/main" id="{226D1FD3-D026-00D3-C001-30F215B9DF9D}"/>
                </a:ext>
              </a:extLst>
            </p:cNvPr>
            <p:cNvSpPr/>
            <p:nvPr/>
          </p:nvSpPr>
          <p:spPr>
            <a:xfrm>
              <a:off x="3660850" y="4458300"/>
              <a:ext cx="29425" cy="34400"/>
            </a:xfrm>
            <a:custGeom>
              <a:avLst/>
              <a:gdLst/>
              <a:ahLst/>
              <a:cxnLst/>
              <a:rect l="l" t="t" r="r" b="b"/>
              <a:pathLst>
                <a:path w="1177" h="1376" extrusionOk="0">
                  <a:moveTo>
                    <a:pt x="778" y="0"/>
                  </a:moveTo>
                  <a:cubicBezTo>
                    <a:pt x="674" y="0"/>
                    <a:pt x="557" y="46"/>
                    <a:pt x="437" y="144"/>
                  </a:cubicBezTo>
                  <a:cubicBezTo>
                    <a:pt x="135" y="345"/>
                    <a:pt x="1" y="715"/>
                    <a:pt x="68" y="1085"/>
                  </a:cubicBezTo>
                  <a:lnTo>
                    <a:pt x="68" y="1118"/>
                  </a:lnTo>
                  <a:cubicBezTo>
                    <a:pt x="141" y="1302"/>
                    <a:pt x="257" y="1375"/>
                    <a:pt x="387" y="1375"/>
                  </a:cubicBezTo>
                  <a:cubicBezTo>
                    <a:pt x="733" y="1375"/>
                    <a:pt x="1177" y="856"/>
                    <a:pt x="1177" y="513"/>
                  </a:cubicBezTo>
                  <a:cubicBezTo>
                    <a:pt x="1154" y="196"/>
                    <a:pt x="993" y="0"/>
                    <a:pt x="778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64">
              <a:extLst>
                <a:ext uri="{FF2B5EF4-FFF2-40B4-BE49-F238E27FC236}">
                  <a16:creationId xmlns:a16="http://schemas.microsoft.com/office/drawing/2014/main" id="{0D9815E4-4FF3-4534-39E9-6D8C74437A68}"/>
                </a:ext>
              </a:extLst>
            </p:cNvPr>
            <p:cNvSpPr/>
            <p:nvPr/>
          </p:nvSpPr>
          <p:spPr>
            <a:xfrm>
              <a:off x="3662525" y="4618425"/>
              <a:ext cx="47625" cy="24775"/>
            </a:xfrm>
            <a:custGeom>
              <a:avLst/>
              <a:gdLst/>
              <a:ahLst/>
              <a:cxnLst/>
              <a:rect l="l" t="t" r="r" b="b"/>
              <a:pathLst>
                <a:path w="1905" h="991" extrusionOk="0">
                  <a:moveTo>
                    <a:pt x="777" y="1"/>
                  </a:moveTo>
                  <a:cubicBezTo>
                    <a:pt x="698" y="1"/>
                    <a:pt x="628" y="8"/>
                    <a:pt x="572" y="24"/>
                  </a:cubicBezTo>
                  <a:cubicBezTo>
                    <a:pt x="370" y="91"/>
                    <a:pt x="1" y="292"/>
                    <a:pt x="1" y="528"/>
                  </a:cubicBezTo>
                  <a:cubicBezTo>
                    <a:pt x="34" y="629"/>
                    <a:pt x="102" y="729"/>
                    <a:pt x="270" y="830"/>
                  </a:cubicBezTo>
                  <a:cubicBezTo>
                    <a:pt x="428" y="925"/>
                    <a:pt x="691" y="991"/>
                    <a:pt x="950" y="991"/>
                  </a:cubicBezTo>
                  <a:cubicBezTo>
                    <a:pt x="1240" y="991"/>
                    <a:pt x="1523" y="909"/>
                    <a:pt x="1648" y="696"/>
                  </a:cubicBezTo>
                  <a:cubicBezTo>
                    <a:pt x="1904" y="239"/>
                    <a:pt x="1217" y="1"/>
                    <a:pt x="777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64">
              <a:extLst>
                <a:ext uri="{FF2B5EF4-FFF2-40B4-BE49-F238E27FC236}">
                  <a16:creationId xmlns:a16="http://schemas.microsoft.com/office/drawing/2014/main" id="{B6DE1C92-09D1-9C9A-FF90-23BC99860BBC}"/>
                </a:ext>
              </a:extLst>
            </p:cNvPr>
            <p:cNvSpPr/>
            <p:nvPr/>
          </p:nvSpPr>
          <p:spPr>
            <a:xfrm>
              <a:off x="3688575" y="4648000"/>
              <a:ext cx="48200" cy="26475"/>
            </a:xfrm>
            <a:custGeom>
              <a:avLst/>
              <a:gdLst/>
              <a:ahLst/>
              <a:cxnLst/>
              <a:rect l="l" t="t" r="r" b="b"/>
              <a:pathLst>
                <a:path w="1928" h="1059" extrusionOk="0">
                  <a:moveTo>
                    <a:pt x="586" y="0"/>
                  </a:moveTo>
                  <a:cubicBezTo>
                    <a:pt x="529" y="0"/>
                    <a:pt x="479" y="6"/>
                    <a:pt x="437" y="17"/>
                  </a:cubicBezTo>
                  <a:cubicBezTo>
                    <a:pt x="1" y="185"/>
                    <a:pt x="169" y="555"/>
                    <a:pt x="437" y="756"/>
                  </a:cubicBezTo>
                  <a:cubicBezTo>
                    <a:pt x="673" y="924"/>
                    <a:pt x="942" y="1025"/>
                    <a:pt x="1244" y="1059"/>
                  </a:cubicBezTo>
                  <a:cubicBezTo>
                    <a:pt x="1412" y="1059"/>
                    <a:pt x="1681" y="992"/>
                    <a:pt x="1748" y="823"/>
                  </a:cubicBezTo>
                  <a:cubicBezTo>
                    <a:pt x="1927" y="345"/>
                    <a:pt x="1045" y="0"/>
                    <a:pt x="586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64">
              <a:extLst>
                <a:ext uri="{FF2B5EF4-FFF2-40B4-BE49-F238E27FC236}">
                  <a16:creationId xmlns:a16="http://schemas.microsoft.com/office/drawing/2014/main" id="{3E7AC1B0-A737-58FC-83F1-3C34F45A3890}"/>
                </a:ext>
              </a:extLst>
            </p:cNvPr>
            <p:cNvSpPr/>
            <p:nvPr/>
          </p:nvSpPr>
          <p:spPr>
            <a:xfrm>
              <a:off x="3623150" y="4406075"/>
              <a:ext cx="54525" cy="28150"/>
            </a:xfrm>
            <a:custGeom>
              <a:avLst/>
              <a:gdLst/>
              <a:ahLst/>
              <a:cxnLst/>
              <a:rect l="l" t="t" r="r" b="b"/>
              <a:pathLst>
                <a:path w="2181" h="1126" extrusionOk="0">
                  <a:moveTo>
                    <a:pt x="562" y="1"/>
                  </a:moveTo>
                  <a:cubicBezTo>
                    <a:pt x="277" y="1"/>
                    <a:pt x="0" y="80"/>
                    <a:pt x="131" y="384"/>
                  </a:cubicBezTo>
                  <a:cubicBezTo>
                    <a:pt x="399" y="720"/>
                    <a:pt x="736" y="989"/>
                    <a:pt x="1172" y="1090"/>
                  </a:cubicBezTo>
                  <a:cubicBezTo>
                    <a:pt x="1232" y="1114"/>
                    <a:pt x="1296" y="1125"/>
                    <a:pt x="1359" y="1125"/>
                  </a:cubicBezTo>
                  <a:cubicBezTo>
                    <a:pt x="1475" y="1125"/>
                    <a:pt x="1590" y="1088"/>
                    <a:pt x="1677" y="1023"/>
                  </a:cubicBezTo>
                  <a:cubicBezTo>
                    <a:pt x="2181" y="552"/>
                    <a:pt x="1340" y="115"/>
                    <a:pt x="971" y="48"/>
                  </a:cubicBezTo>
                  <a:cubicBezTo>
                    <a:pt x="876" y="24"/>
                    <a:pt x="718" y="1"/>
                    <a:pt x="56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64">
              <a:extLst>
                <a:ext uri="{FF2B5EF4-FFF2-40B4-BE49-F238E27FC236}">
                  <a16:creationId xmlns:a16="http://schemas.microsoft.com/office/drawing/2014/main" id="{9DA6C1E7-CB22-C9FB-C7BE-26C087FF99B8}"/>
                </a:ext>
              </a:extLst>
            </p:cNvPr>
            <p:cNvSpPr/>
            <p:nvPr/>
          </p:nvSpPr>
          <p:spPr>
            <a:xfrm>
              <a:off x="3621350" y="4604700"/>
              <a:ext cx="38675" cy="28825"/>
            </a:xfrm>
            <a:custGeom>
              <a:avLst/>
              <a:gdLst/>
              <a:ahLst/>
              <a:cxnLst/>
              <a:rect l="l" t="t" r="r" b="b"/>
              <a:pathLst>
                <a:path w="1547" h="1153" extrusionOk="0">
                  <a:moveTo>
                    <a:pt x="384" y="1"/>
                  </a:moveTo>
                  <a:cubicBezTo>
                    <a:pt x="183" y="1"/>
                    <a:pt x="1" y="78"/>
                    <a:pt x="1" y="337"/>
                  </a:cubicBezTo>
                  <a:cubicBezTo>
                    <a:pt x="35" y="707"/>
                    <a:pt x="505" y="909"/>
                    <a:pt x="740" y="1009"/>
                  </a:cubicBezTo>
                  <a:cubicBezTo>
                    <a:pt x="859" y="1081"/>
                    <a:pt x="978" y="1152"/>
                    <a:pt x="1085" y="1152"/>
                  </a:cubicBezTo>
                  <a:cubicBezTo>
                    <a:pt x="1129" y="1152"/>
                    <a:pt x="1171" y="1140"/>
                    <a:pt x="1211" y="1110"/>
                  </a:cubicBezTo>
                  <a:cubicBezTo>
                    <a:pt x="1547" y="909"/>
                    <a:pt x="1379" y="472"/>
                    <a:pt x="1144" y="304"/>
                  </a:cubicBezTo>
                  <a:cubicBezTo>
                    <a:pt x="976" y="169"/>
                    <a:pt x="808" y="102"/>
                    <a:pt x="639" y="35"/>
                  </a:cubicBezTo>
                  <a:cubicBezTo>
                    <a:pt x="559" y="15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64">
              <a:extLst>
                <a:ext uri="{FF2B5EF4-FFF2-40B4-BE49-F238E27FC236}">
                  <a16:creationId xmlns:a16="http://schemas.microsoft.com/office/drawing/2014/main" id="{CC219CC4-062D-B355-3A67-437B31A623E2}"/>
                </a:ext>
              </a:extLst>
            </p:cNvPr>
            <p:cNvSpPr/>
            <p:nvPr/>
          </p:nvSpPr>
          <p:spPr>
            <a:xfrm>
              <a:off x="3686900" y="4678075"/>
              <a:ext cx="51275" cy="23700"/>
            </a:xfrm>
            <a:custGeom>
              <a:avLst/>
              <a:gdLst/>
              <a:ahLst/>
              <a:cxnLst/>
              <a:rect l="l" t="t" r="r" b="b"/>
              <a:pathLst>
                <a:path w="2051" h="948" extrusionOk="0">
                  <a:moveTo>
                    <a:pt x="783" y="0"/>
                  </a:moveTo>
                  <a:cubicBezTo>
                    <a:pt x="465" y="0"/>
                    <a:pt x="0" y="99"/>
                    <a:pt x="0" y="360"/>
                  </a:cubicBezTo>
                  <a:cubicBezTo>
                    <a:pt x="0" y="461"/>
                    <a:pt x="34" y="528"/>
                    <a:pt x="68" y="595"/>
                  </a:cubicBezTo>
                  <a:cubicBezTo>
                    <a:pt x="199" y="840"/>
                    <a:pt x="532" y="948"/>
                    <a:pt x="858" y="948"/>
                  </a:cubicBezTo>
                  <a:cubicBezTo>
                    <a:pt x="1113" y="948"/>
                    <a:pt x="1365" y="881"/>
                    <a:pt x="1513" y="763"/>
                  </a:cubicBezTo>
                  <a:cubicBezTo>
                    <a:pt x="2050" y="393"/>
                    <a:pt x="1378" y="91"/>
                    <a:pt x="1009" y="24"/>
                  </a:cubicBezTo>
                  <a:cubicBezTo>
                    <a:pt x="956" y="9"/>
                    <a:pt x="876" y="0"/>
                    <a:pt x="783" y="0"/>
                  </a:cubicBezTo>
                  <a:close/>
                </a:path>
              </a:pathLst>
            </a:custGeom>
            <a:solidFill>
              <a:srgbClr val="504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64">
              <a:extLst>
                <a:ext uri="{FF2B5EF4-FFF2-40B4-BE49-F238E27FC236}">
                  <a16:creationId xmlns:a16="http://schemas.microsoft.com/office/drawing/2014/main" id="{74A25314-0DBA-7BCC-A3BF-518613500BBB}"/>
                </a:ext>
              </a:extLst>
            </p:cNvPr>
            <p:cNvSpPr/>
            <p:nvPr/>
          </p:nvSpPr>
          <p:spPr>
            <a:xfrm>
              <a:off x="3645625" y="4573300"/>
              <a:ext cx="45500" cy="40650"/>
            </a:xfrm>
            <a:custGeom>
              <a:avLst/>
              <a:gdLst/>
              <a:ahLst/>
              <a:cxnLst/>
              <a:rect l="l" t="t" r="r" b="b"/>
              <a:pathLst>
                <a:path w="1820" h="1626" extrusionOk="0">
                  <a:moveTo>
                    <a:pt x="853" y="1"/>
                  </a:moveTo>
                  <a:cubicBezTo>
                    <a:pt x="806" y="1"/>
                    <a:pt x="758" y="5"/>
                    <a:pt x="710" y="14"/>
                  </a:cubicBezTo>
                  <a:cubicBezTo>
                    <a:pt x="1" y="177"/>
                    <a:pt x="1063" y="1626"/>
                    <a:pt x="1560" y="1626"/>
                  </a:cubicBezTo>
                  <a:cubicBezTo>
                    <a:pt x="1676" y="1626"/>
                    <a:pt x="1760" y="1548"/>
                    <a:pt x="1786" y="1358"/>
                  </a:cubicBezTo>
                  <a:cubicBezTo>
                    <a:pt x="1819" y="1056"/>
                    <a:pt x="1752" y="753"/>
                    <a:pt x="1584" y="484"/>
                  </a:cubicBezTo>
                  <a:cubicBezTo>
                    <a:pt x="1467" y="192"/>
                    <a:pt x="1172" y="1"/>
                    <a:pt x="85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64">
              <a:extLst>
                <a:ext uri="{FF2B5EF4-FFF2-40B4-BE49-F238E27FC236}">
                  <a16:creationId xmlns:a16="http://schemas.microsoft.com/office/drawing/2014/main" id="{53CA5DA6-533E-2075-263B-9E888B0A3A62}"/>
                </a:ext>
              </a:extLst>
            </p:cNvPr>
            <p:cNvSpPr/>
            <p:nvPr/>
          </p:nvSpPr>
          <p:spPr>
            <a:xfrm>
              <a:off x="3663375" y="4496450"/>
              <a:ext cx="44650" cy="34150"/>
            </a:xfrm>
            <a:custGeom>
              <a:avLst/>
              <a:gdLst/>
              <a:ahLst/>
              <a:cxnLst/>
              <a:rect l="l" t="t" r="r" b="b"/>
              <a:pathLst>
                <a:path w="1786" h="1366" extrusionOk="0">
                  <a:moveTo>
                    <a:pt x="897" y="1"/>
                  </a:moveTo>
                  <a:cubicBezTo>
                    <a:pt x="723" y="1"/>
                    <a:pt x="552" y="77"/>
                    <a:pt x="437" y="231"/>
                  </a:cubicBezTo>
                  <a:cubicBezTo>
                    <a:pt x="202" y="466"/>
                    <a:pt x="0" y="1038"/>
                    <a:pt x="202" y="1273"/>
                  </a:cubicBezTo>
                  <a:cubicBezTo>
                    <a:pt x="261" y="1337"/>
                    <a:pt x="344" y="1366"/>
                    <a:pt x="440" y="1366"/>
                  </a:cubicBezTo>
                  <a:cubicBezTo>
                    <a:pt x="942" y="1366"/>
                    <a:pt x="1786" y="582"/>
                    <a:pt x="1277" y="130"/>
                  </a:cubicBezTo>
                  <a:cubicBezTo>
                    <a:pt x="1162" y="44"/>
                    <a:pt x="1028" y="1"/>
                    <a:pt x="89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64">
              <a:extLst>
                <a:ext uri="{FF2B5EF4-FFF2-40B4-BE49-F238E27FC236}">
                  <a16:creationId xmlns:a16="http://schemas.microsoft.com/office/drawing/2014/main" id="{447AE3A3-2E3D-F616-5EAE-8D0E73596563}"/>
                </a:ext>
              </a:extLst>
            </p:cNvPr>
            <p:cNvSpPr/>
            <p:nvPr/>
          </p:nvSpPr>
          <p:spPr>
            <a:xfrm>
              <a:off x="3724750" y="4714250"/>
              <a:ext cx="50875" cy="23675"/>
            </a:xfrm>
            <a:custGeom>
              <a:avLst/>
              <a:gdLst/>
              <a:ahLst/>
              <a:cxnLst/>
              <a:rect l="l" t="t" r="r" b="b"/>
              <a:pathLst>
                <a:path w="2035" h="947" extrusionOk="0">
                  <a:moveTo>
                    <a:pt x="1002" y="1"/>
                  </a:moveTo>
                  <a:cubicBezTo>
                    <a:pt x="499" y="1"/>
                    <a:pt x="1" y="178"/>
                    <a:pt x="167" y="560"/>
                  </a:cubicBezTo>
                  <a:cubicBezTo>
                    <a:pt x="334" y="811"/>
                    <a:pt x="618" y="946"/>
                    <a:pt x="902" y="946"/>
                  </a:cubicBezTo>
                  <a:cubicBezTo>
                    <a:pt x="960" y="946"/>
                    <a:pt x="1017" y="941"/>
                    <a:pt x="1074" y="929"/>
                  </a:cubicBezTo>
                  <a:cubicBezTo>
                    <a:pt x="1309" y="862"/>
                    <a:pt x="1713" y="761"/>
                    <a:pt x="1847" y="526"/>
                  </a:cubicBezTo>
                  <a:cubicBezTo>
                    <a:pt x="2034" y="186"/>
                    <a:pt x="1516" y="1"/>
                    <a:pt x="100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64">
              <a:extLst>
                <a:ext uri="{FF2B5EF4-FFF2-40B4-BE49-F238E27FC236}">
                  <a16:creationId xmlns:a16="http://schemas.microsoft.com/office/drawing/2014/main" id="{DCF5E911-9FD2-1D85-5A5C-44FD4BCF9702}"/>
                </a:ext>
              </a:extLst>
            </p:cNvPr>
            <p:cNvSpPr/>
            <p:nvPr/>
          </p:nvSpPr>
          <p:spPr>
            <a:xfrm>
              <a:off x="3694850" y="4583575"/>
              <a:ext cx="44875" cy="29950"/>
            </a:xfrm>
            <a:custGeom>
              <a:avLst/>
              <a:gdLst/>
              <a:ahLst/>
              <a:cxnLst/>
              <a:rect l="l" t="t" r="r" b="b"/>
              <a:pathLst>
                <a:path w="1795" h="1198" extrusionOk="0">
                  <a:moveTo>
                    <a:pt x="382" y="0"/>
                  </a:moveTo>
                  <a:cubicBezTo>
                    <a:pt x="169" y="0"/>
                    <a:pt x="0" y="84"/>
                    <a:pt x="18" y="376"/>
                  </a:cubicBezTo>
                  <a:cubicBezTo>
                    <a:pt x="52" y="813"/>
                    <a:pt x="455" y="1048"/>
                    <a:pt x="825" y="1149"/>
                  </a:cubicBezTo>
                  <a:lnTo>
                    <a:pt x="1027" y="1182"/>
                  </a:lnTo>
                  <a:cubicBezTo>
                    <a:pt x="1073" y="1193"/>
                    <a:pt x="1118" y="1198"/>
                    <a:pt x="1162" y="1198"/>
                  </a:cubicBezTo>
                  <a:cubicBezTo>
                    <a:pt x="1533" y="1198"/>
                    <a:pt x="1794" y="834"/>
                    <a:pt x="1464" y="443"/>
                  </a:cubicBezTo>
                  <a:cubicBezTo>
                    <a:pt x="1329" y="275"/>
                    <a:pt x="1128" y="174"/>
                    <a:pt x="926" y="107"/>
                  </a:cubicBezTo>
                  <a:cubicBezTo>
                    <a:pt x="772" y="61"/>
                    <a:pt x="561" y="0"/>
                    <a:pt x="382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64">
              <a:extLst>
                <a:ext uri="{FF2B5EF4-FFF2-40B4-BE49-F238E27FC236}">
                  <a16:creationId xmlns:a16="http://schemas.microsoft.com/office/drawing/2014/main" id="{28D6E0D4-A547-34CE-07B9-D915BB6916BA}"/>
                </a:ext>
              </a:extLst>
            </p:cNvPr>
            <p:cNvSpPr/>
            <p:nvPr/>
          </p:nvSpPr>
          <p:spPr>
            <a:xfrm>
              <a:off x="3659400" y="4646275"/>
              <a:ext cx="28350" cy="36275"/>
            </a:xfrm>
            <a:custGeom>
              <a:avLst/>
              <a:gdLst/>
              <a:ahLst/>
              <a:cxnLst/>
              <a:rect l="l" t="t" r="r" b="b"/>
              <a:pathLst>
                <a:path w="1134" h="1451" extrusionOk="0">
                  <a:moveTo>
                    <a:pt x="577" y="1"/>
                  </a:moveTo>
                  <a:cubicBezTo>
                    <a:pt x="248" y="1"/>
                    <a:pt x="1" y="618"/>
                    <a:pt x="126" y="993"/>
                  </a:cubicBezTo>
                  <a:cubicBezTo>
                    <a:pt x="211" y="1229"/>
                    <a:pt x="488" y="1450"/>
                    <a:pt x="729" y="1450"/>
                  </a:cubicBezTo>
                  <a:cubicBezTo>
                    <a:pt x="867" y="1450"/>
                    <a:pt x="993" y="1378"/>
                    <a:pt x="1067" y="1195"/>
                  </a:cubicBezTo>
                  <a:cubicBezTo>
                    <a:pt x="1134" y="859"/>
                    <a:pt x="1100" y="523"/>
                    <a:pt x="932" y="254"/>
                  </a:cubicBezTo>
                  <a:cubicBezTo>
                    <a:pt x="812" y="73"/>
                    <a:pt x="690" y="1"/>
                    <a:pt x="57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64">
              <a:extLst>
                <a:ext uri="{FF2B5EF4-FFF2-40B4-BE49-F238E27FC236}">
                  <a16:creationId xmlns:a16="http://schemas.microsoft.com/office/drawing/2014/main" id="{CE63BDFA-D998-8229-9740-3E533A853E23}"/>
                </a:ext>
              </a:extLst>
            </p:cNvPr>
            <p:cNvSpPr/>
            <p:nvPr/>
          </p:nvSpPr>
          <p:spPr>
            <a:xfrm>
              <a:off x="3573475" y="4530200"/>
              <a:ext cx="43425" cy="26450"/>
            </a:xfrm>
            <a:custGeom>
              <a:avLst/>
              <a:gdLst/>
              <a:ahLst/>
              <a:cxnLst/>
              <a:rect l="l" t="t" r="r" b="b"/>
              <a:pathLst>
                <a:path w="1737" h="1058" extrusionOk="0">
                  <a:moveTo>
                    <a:pt x="872" y="1"/>
                  </a:moveTo>
                  <a:cubicBezTo>
                    <a:pt x="686" y="1"/>
                    <a:pt x="504" y="53"/>
                    <a:pt x="336" y="158"/>
                  </a:cubicBezTo>
                  <a:cubicBezTo>
                    <a:pt x="0" y="461"/>
                    <a:pt x="336" y="931"/>
                    <a:pt x="706" y="1032"/>
                  </a:cubicBezTo>
                  <a:cubicBezTo>
                    <a:pt x="758" y="1049"/>
                    <a:pt x="823" y="1058"/>
                    <a:pt x="894" y="1058"/>
                  </a:cubicBezTo>
                  <a:cubicBezTo>
                    <a:pt x="1238" y="1058"/>
                    <a:pt x="1736" y="862"/>
                    <a:pt x="1681" y="528"/>
                  </a:cubicBezTo>
                  <a:cubicBezTo>
                    <a:pt x="1681" y="293"/>
                    <a:pt x="1445" y="158"/>
                    <a:pt x="1210" y="57"/>
                  </a:cubicBezTo>
                  <a:cubicBezTo>
                    <a:pt x="1097" y="19"/>
                    <a:pt x="983" y="1"/>
                    <a:pt x="872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64">
              <a:extLst>
                <a:ext uri="{FF2B5EF4-FFF2-40B4-BE49-F238E27FC236}">
                  <a16:creationId xmlns:a16="http://schemas.microsoft.com/office/drawing/2014/main" id="{720C0E24-4230-0DB8-A015-1E1C6E9C281F}"/>
                </a:ext>
              </a:extLst>
            </p:cNvPr>
            <p:cNvSpPr/>
            <p:nvPr/>
          </p:nvSpPr>
          <p:spPr>
            <a:xfrm>
              <a:off x="3621350" y="4479825"/>
              <a:ext cx="46725" cy="26650"/>
            </a:xfrm>
            <a:custGeom>
              <a:avLst/>
              <a:gdLst/>
              <a:ahLst/>
              <a:cxnLst/>
              <a:rect l="l" t="t" r="r" b="b"/>
              <a:pathLst>
                <a:path w="1869" h="1066" extrusionOk="0">
                  <a:moveTo>
                    <a:pt x="563" y="1"/>
                  </a:moveTo>
                  <a:cubicBezTo>
                    <a:pt x="408" y="1"/>
                    <a:pt x="273" y="50"/>
                    <a:pt x="203" y="190"/>
                  </a:cubicBezTo>
                  <a:cubicBezTo>
                    <a:pt x="1" y="560"/>
                    <a:pt x="942" y="1030"/>
                    <a:pt x="1211" y="1064"/>
                  </a:cubicBezTo>
                  <a:cubicBezTo>
                    <a:pt x="1229" y="1065"/>
                    <a:pt x="1247" y="1065"/>
                    <a:pt x="1264" y="1065"/>
                  </a:cubicBezTo>
                  <a:cubicBezTo>
                    <a:pt x="1851" y="1065"/>
                    <a:pt x="1869" y="519"/>
                    <a:pt x="1379" y="257"/>
                  </a:cubicBezTo>
                  <a:cubicBezTo>
                    <a:pt x="1278" y="190"/>
                    <a:pt x="1144" y="123"/>
                    <a:pt x="1009" y="89"/>
                  </a:cubicBezTo>
                  <a:cubicBezTo>
                    <a:pt x="865" y="41"/>
                    <a:pt x="705" y="1"/>
                    <a:pt x="563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64">
              <a:extLst>
                <a:ext uri="{FF2B5EF4-FFF2-40B4-BE49-F238E27FC236}">
                  <a16:creationId xmlns:a16="http://schemas.microsoft.com/office/drawing/2014/main" id="{58F004FA-1A4F-D1A8-7698-83D128DD2210}"/>
                </a:ext>
              </a:extLst>
            </p:cNvPr>
            <p:cNvSpPr/>
            <p:nvPr/>
          </p:nvSpPr>
          <p:spPr>
            <a:xfrm>
              <a:off x="3700150" y="4702950"/>
              <a:ext cx="35950" cy="33975"/>
            </a:xfrm>
            <a:custGeom>
              <a:avLst/>
              <a:gdLst/>
              <a:ahLst/>
              <a:cxnLst/>
              <a:rect l="l" t="t" r="r" b="b"/>
              <a:pathLst>
                <a:path w="1438" h="1359" extrusionOk="0">
                  <a:moveTo>
                    <a:pt x="807" y="1"/>
                  </a:moveTo>
                  <a:cubicBezTo>
                    <a:pt x="788" y="1"/>
                    <a:pt x="768" y="1"/>
                    <a:pt x="747" y="3"/>
                  </a:cubicBezTo>
                  <a:lnTo>
                    <a:pt x="714" y="3"/>
                  </a:lnTo>
                  <a:cubicBezTo>
                    <a:pt x="378" y="138"/>
                    <a:pt x="109" y="440"/>
                    <a:pt x="75" y="810"/>
                  </a:cubicBezTo>
                  <a:cubicBezTo>
                    <a:pt x="1" y="1158"/>
                    <a:pt x="165" y="1358"/>
                    <a:pt x="432" y="1358"/>
                  </a:cubicBezTo>
                  <a:cubicBezTo>
                    <a:pt x="526" y="1358"/>
                    <a:pt x="633" y="1333"/>
                    <a:pt x="747" y="1281"/>
                  </a:cubicBezTo>
                  <a:cubicBezTo>
                    <a:pt x="1172" y="1052"/>
                    <a:pt x="1437" y="1"/>
                    <a:pt x="807" y="1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64">
              <a:extLst>
                <a:ext uri="{FF2B5EF4-FFF2-40B4-BE49-F238E27FC236}">
                  <a16:creationId xmlns:a16="http://schemas.microsoft.com/office/drawing/2014/main" id="{35E28F80-CB24-3EDE-53F2-151C317FBE99}"/>
                </a:ext>
              </a:extLst>
            </p:cNvPr>
            <p:cNvSpPr/>
            <p:nvPr/>
          </p:nvSpPr>
          <p:spPr>
            <a:xfrm>
              <a:off x="3607075" y="4568600"/>
              <a:ext cx="46250" cy="33325"/>
            </a:xfrm>
            <a:custGeom>
              <a:avLst/>
              <a:gdLst/>
              <a:ahLst/>
              <a:cxnLst/>
              <a:rect l="l" t="t" r="r" b="b"/>
              <a:pathLst>
                <a:path w="1850" h="1333" extrusionOk="0">
                  <a:moveTo>
                    <a:pt x="538" y="0"/>
                  </a:moveTo>
                  <a:cubicBezTo>
                    <a:pt x="1" y="34"/>
                    <a:pt x="471" y="672"/>
                    <a:pt x="606" y="874"/>
                  </a:cubicBezTo>
                  <a:cubicBezTo>
                    <a:pt x="779" y="1047"/>
                    <a:pt x="1163" y="1333"/>
                    <a:pt x="1458" y="1333"/>
                  </a:cubicBezTo>
                  <a:cubicBezTo>
                    <a:pt x="1620" y="1333"/>
                    <a:pt x="1756" y="1247"/>
                    <a:pt x="1815" y="1008"/>
                  </a:cubicBezTo>
                  <a:cubicBezTo>
                    <a:pt x="1849" y="840"/>
                    <a:pt x="1782" y="672"/>
                    <a:pt x="1647" y="538"/>
                  </a:cubicBezTo>
                  <a:cubicBezTo>
                    <a:pt x="1345" y="235"/>
                    <a:pt x="942" y="34"/>
                    <a:pt x="53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64">
              <a:extLst>
                <a:ext uri="{FF2B5EF4-FFF2-40B4-BE49-F238E27FC236}">
                  <a16:creationId xmlns:a16="http://schemas.microsoft.com/office/drawing/2014/main" id="{C412B756-7CEF-43EB-6592-F070674D5690}"/>
                </a:ext>
              </a:extLst>
            </p:cNvPr>
            <p:cNvSpPr/>
            <p:nvPr/>
          </p:nvSpPr>
          <p:spPr>
            <a:xfrm>
              <a:off x="3598675" y="4511675"/>
              <a:ext cx="51275" cy="24950"/>
            </a:xfrm>
            <a:custGeom>
              <a:avLst/>
              <a:gdLst/>
              <a:ahLst/>
              <a:cxnLst/>
              <a:rect l="l" t="t" r="r" b="b"/>
              <a:pathLst>
                <a:path w="2051" h="998" extrusionOk="0">
                  <a:moveTo>
                    <a:pt x="1387" y="0"/>
                  </a:moveTo>
                  <a:cubicBezTo>
                    <a:pt x="1224" y="0"/>
                    <a:pt x="1070" y="23"/>
                    <a:pt x="975" y="59"/>
                  </a:cubicBezTo>
                  <a:cubicBezTo>
                    <a:pt x="639" y="160"/>
                    <a:pt x="0" y="563"/>
                    <a:pt x="572" y="899"/>
                  </a:cubicBezTo>
                  <a:cubicBezTo>
                    <a:pt x="691" y="964"/>
                    <a:pt x="862" y="998"/>
                    <a:pt x="1045" y="998"/>
                  </a:cubicBezTo>
                  <a:cubicBezTo>
                    <a:pt x="1431" y="998"/>
                    <a:pt x="1869" y="848"/>
                    <a:pt x="1983" y="529"/>
                  </a:cubicBezTo>
                  <a:cubicBezTo>
                    <a:pt x="2017" y="462"/>
                    <a:pt x="2051" y="361"/>
                    <a:pt x="2051" y="294"/>
                  </a:cubicBezTo>
                  <a:cubicBezTo>
                    <a:pt x="2007" y="77"/>
                    <a:pt x="1683" y="0"/>
                    <a:pt x="1387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64">
              <a:extLst>
                <a:ext uri="{FF2B5EF4-FFF2-40B4-BE49-F238E27FC236}">
                  <a16:creationId xmlns:a16="http://schemas.microsoft.com/office/drawing/2014/main" id="{70FCA1E9-165D-45AA-FEF1-AC8E57704E72}"/>
                </a:ext>
              </a:extLst>
            </p:cNvPr>
            <p:cNvSpPr/>
            <p:nvPr/>
          </p:nvSpPr>
          <p:spPr>
            <a:xfrm>
              <a:off x="3615475" y="4533950"/>
              <a:ext cx="35950" cy="37275"/>
            </a:xfrm>
            <a:custGeom>
              <a:avLst/>
              <a:gdLst/>
              <a:ahLst/>
              <a:cxnLst/>
              <a:rect l="l" t="t" r="r" b="b"/>
              <a:pathLst>
                <a:path w="1438" h="1491" extrusionOk="0">
                  <a:moveTo>
                    <a:pt x="906" y="1"/>
                  </a:moveTo>
                  <a:cubicBezTo>
                    <a:pt x="614" y="1"/>
                    <a:pt x="262" y="369"/>
                    <a:pt x="169" y="680"/>
                  </a:cubicBezTo>
                  <a:cubicBezTo>
                    <a:pt x="1" y="983"/>
                    <a:pt x="169" y="1352"/>
                    <a:pt x="505" y="1453"/>
                  </a:cubicBezTo>
                  <a:cubicBezTo>
                    <a:pt x="567" y="1479"/>
                    <a:pt x="625" y="1490"/>
                    <a:pt x="680" y="1490"/>
                  </a:cubicBezTo>
                  <a:cubicBezTo>
                    <a:pt x="1278" y="1490"/>
                    <a:pt x="1437" y="100"/>
                    <a:pt x="975" y="8"/>
                  </a:cubicBezTo>
                  <a:cubicBezTo>
                    <a:pt x="953" y="3"/>
                    <a:pt x="930" y="1"/>
                    <a:pt x="906" y="1"/>
                  </a:cubicBezTo>
                  <a:close/>
                </a:path>
              </a:pathLst>
            </a:custGeom>
            <a:solidFill>
              <a:srgbClr val="725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64">
              <a:extLst>
                <a:ext uri="{FF2B5EF4-FFF2-40B4-BE49-F238E27FC236}">
                  <a16:creationId xmlns:a16="http://schemas.microsoft.com/office/drawing/2014/main" id="{52E0361E-0DD9-7E34-029C-5C6F9ED249FA}"/>
                </a:ext>
              </a:extLst>
            </p:cNvPr>
            <p:cNvSpPr/>
            <p:nvPr/>
          </p:nvSpPr>
          <p:spPr>
            <a:xfrm>
              <a:off x="3635100" y="4529050"/>
              <a:ext cx="40050" cy="40950"/>
            </a:xfrm>
            <a:custGeom>
              <a:avLst/>
              <a:gdLst/>
              <a:ahLst/>
              <a:cxnLst/>
              <a:rect l="l" t="t" r="r" b="b"/>
              <a:pathLst>
                <a:path w="1602" h="1638" extrusionOk="0">
                  <a:moveTo>
                    <a:pt x="768" y="0"/>
                  </a:moveTo>
                  <a:cubicBezTo>
                    <a:pt x="755" y="0"/>
                    <a:pt x="741" y="1"/>
                    <a:pt x="728" y="2"/>
                  </a:cubicBezTo>
                  <a:cubicBezTo>
                    <a:pt x="1" y="90"/>
                    <a:pt x="810" y="1638"/>
                    <a:pt x="1302" y="1638"/>
                  </a:cubicBezTo>
                  <a:cubicBezTo>
                    <a:pt x="1378" y="1638"/>
                    <a:pt x="1447" y="1601"/>
                    <a:pt x="1501" y="1515"/>
                  </a:cubicBezTo>
                  <a:cubicBezTo>
                    <a:pt x="1602" y="1246"/>
                    <a:pt x="1602" y="943"/>
                    <a:pt x="1501" y="641"/>
                  </a:cubicBezTo>
                  <a:cubicBezTo>
                    <a:pt x="1404" y="383"/>
                    <a:pt x="1090" y="0"/>
                    <a:pt x="768" y="0"/>
                  </a:cubicBezTo>
                  <a:close/>
                </a:path>
              </a:pathLst>
            </a:custGeom>
            <a:solidFill>
              <a:srgbClr val="9C8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64">
              <a:extLst>
                <a:ext uri="{FF2B5EF4-FFF2-40B4-BE49-F238E27FC236}">
                  <a16:creationId xmlns:a16="http://schemas.microsoft.com/office/drawing/2014/main" id="{356397C4-EAD6-604C-7DE8-6865029BC9D2}"/>
                </a:ext>
              </a:extLst>
            </p:cNvPr>
            <p:cNvSpPr/>
            <p:nvPr/>
          </p:nvSpPr>
          <p:spPr>
            <a:xfrm>
              <a:off x="3437600" y="4453500"/>
              <a:ext cx="9025" cy="10125"/>
            </a:xfrm>
            <a:custGeom>
              <a:avLst/>
              <a:gdLst/>
              <a:ahLst/>
              <a:cxnLst/>
              <a:rect l="l" t="t" r="r" b="b"/>
              <a:pathLst>
                <a:path w="361" h="405" extrusionOk="0">
                  <a:moveTo>
                    <a:pt x="142" y="0"/>
                  </a:moveTo>
                  <a:cubicBezTo>
                    <a:pt x="1" y="0"/>
                    <a:pt x="95" y="404"/>
                    <a:pt x="231" y="404"/>
                  </a:cubicBezTo>
                  <a:cubicBezTo>
                    <a:pt x="262" y="404"/>
                    <a:pt x="294" y="384"/>
                    <a:pt x="327" y="336"/>
                  </a:cubicBezTo>
                  <a:cubicBezTo>
                    <a:pt x="360" y="235"/>
                    <a:pt x="327" y="100"/>
                    <a:pt x="226" y="33"/>
                  </a:cubicBezTo>
                  <a:cubicBezTo>
                    <a:pt x="192" y="10"/>
                    <a:pt x="164" y="0"/>
                    <a:pt x="142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64">
              <a:extLst>
                <a:ext uri="{FF2B5EF4-FFF2-40B4-BE49-F238E27FC236}">
                  <a16:creationId xmlns:a16="http://schemas.microsoft.com/office/drawing/2014/main" id="{05666FF8-3834-25E1-3975-E0EB8E0EDB53}"/>
                </a:ext>
              </a:extLst>
            </p:cNvPr>
            <p:cNvSpPr/>
            <p:nvPr/>
          </p:nvSpPr>
          <p:spPr>
            <a:xfrm>
              <a:off x="3410675" y="4490850"/>
              <a:ext cx="15300" cy="11450"/>
            </a:xfrm>
            <a:custGeom>
              <a:avLst/>
              <a:gdLst/>
              <a:ahLst/>
              <a:cxnLst/>
              <a:rect l="l" t="t" r="r" b="b"/>
              <a:pathLst>
                <a:path w="612" h="458" extrusionOk="0">
                  <a:moveTo>
                    <a:pt x="295" y="0"/>
                  </a:moveTo>
                  <a:cubicBezTo>
                    <a:pt x="221" y="0"/>
                    <a:pt x="145" y="35"/>
                    <a:pt x="93" y="119"/>
                  </a:cubicBezTo>
                  <a:cubicBezTo>
                    <a:pt x="0" y="304"/>
                    <a:pt x="148" y="458"/>
                    <a:pt x="303" y="458"/>
                  </a:cubicBezTo>
                  <a:cubicBezTo>
                    <a:pt x="373" y="458"/>
                    <a:pt x="444" y="427"/>
                    <a:pt x="496" y="354"/>
                  </a:cubicBezTo>
                  <a:cubicBezTo>
                    <a:pt x="612" y="169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64">
              <a:extLst>
                <a:ext uri="{FF2B5EF4-FFF2-40B4-BE49-F238E27FC236}">
                  <a16:creationId xmlns:a16="http://schemas.microsoft.com/office/drawing/2014/main" id="{8A1F39A3-E593-288E-D0B9-BF25A354B840}"/>
                </a:ext>
              </a:extLst>
            </p:cNvPr>
            <p:cNvSpPr/>
            <p:nvPr/>
          </p:nvSpPr>
          <p:spPr>
            <a:xfrm>
              <a:off x="3439200" y="4483000"/>
              <a:ext cx="14975" cy="11700"/>
            </a:xfrm>
            <a:custGeom>
              <a:avLst/>
              <a:gdLst/>
              <a:ahLst/>
              <a:cxnLst/>
              <a:rect l="l" t="t" r="r" b="b"/>
              <a:pathLst>
                <a:path w="599" h="468" extrusionOk="0">
                  <a:moveTo>
                    <a:pt x="348" y="1"/>
                  </a:moveTo>
                  <a:cubicBezTo>
                    <a:pt x="137" y="1"/>
                    <a:pt x="0" y="290"/>
                    <a:pt x="229" y="433"/>
                  </a:cubicBezTo>
                  <a:cubicBezTo>
                    <a:pt x="265" y="457"/>
                    <a:pt x="309" y="468"/>
                    <a:pt x="354" y="468"/>
                  </a:cubicBezTo>
                  <a:cubicBezTo>
                    <a:pt x="436" y="468"/>
                    <a:pt x="522" y="431"/>
                    <a:pt x="565" y="366"/>
                  </a:cubicBezTo>
                  <a:cubicBezTo>
                    <a:pt x="599" y="231"/>
                    <a:pt x="565" y="97"/>
                    <a:pt x="464" y="30"/>
                  </a:cubicBezTo>
                  <a:cubicBezTo>
                    <a:pt x="424" y="10"/>
                    <a:pt x="385" y="1"/>
                    <a:pt x="348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64">
              <a:extLst>
                <a:ext uri="{FF2B5EF4-FFF2-40B4-BE49-F238E27FC236}">
                  <a16:creationId xmlns:a16="http://schemas.microsoft.com/office/drawing/2014/main" id="{F5AD3F41-58ED-7901-13A5-CB621EB1A477}"/>
                </a:ext>
              </a:extLst>
            </p:cNvPr>
            <p:cNvSpPr/>
            <p:nvPr/>
          </p:nvSpPr>
          <p:spPr>
            <a:xfrm>
              <a:off x="3402275" y="4561825"/>
              <a:ext cx="14100" cy="11425"/>
            </a:xfrm>
            <a:custGeom>
              <a:avLst/>
              <a:gdLst/>
              <a:ahLst/>
              <a:cxnLst/>
              <a:rect l="l" t="t" r="r" b="b"/>
              <a:pathLst>
                <a:path w="564" h="457" extrusionOk="0">
                  <a:moveTo>
                    <a:pt x="304" y="1"/>
                  </a:moveTo>
                  <a:cubicBezTo>
                    <a:pt x="222" y="1"/>
                    <a:pt x="136" y="38"/>
                    <a:pt x="93" y="103"/>
                  </a:cubicBezTo>
                  <a:cubicBezTo>
                    <a:pt x="0" y="288"/>
                    <a:pt x="147" y="457"/>
                    <a:pt x="301" y="457"/>
                  </a:cubicBezTo>
                  <a:cubicBezTo>
                    <a:pt x="372" y="457"/>
                    <a:pt x="444" y="422"/>
                    <a:pt x="496" y="338"/>
                  </a:cubicBezTo>
                  <a:cubicBezTo>
                    <a:pt x="563" y="237"/>
                    <a:pt x="530" y="103"/>
                    <a:pt x="429" y="36"/>
                  </a:cubicBezTo>
                  <a:cubicBezTo>
                    <a:pt x="393" y="12"/>
                    <a:pt x="349" y="1"/>
                    <a:pt x="30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64">
              <a:extLst>
                <a:ext uri="{FF2B5EF4-FFF2-40B4-BE49-F238E27FC236}">
                  <a16:creationId xmlns:a16="http://schemas.microsoft.com/office/drawing/2014/main" id="{36EBB6E9-F0C1-69C1-D584-34832AD7A0D2}"/>
                </a:ext>
              </a:extLst>
            </p:cNvPr>
            <p:cNvSpPr/>
            <p:nvPr/>
          </p:nvSpPr>
          <p:spPr>
            <a:xfrm>
              <a:off x="3520725" y="4654525"/>
              <a:ext cx="9075" cy="9975"/>
            </a:xfrm>
            <a:custGeom>
              <a:avLst/>
              <a:gdLst/>
              <a:ahLst/>
              <a:cxnLst/>
              <a:rect l="l" t="t" r="r" b="b"/>
              <a:pathLst>
                <a:path w="363" h="399" extrusionOk="0">
                  <a:moveTo>
                    <a:pt x="152" y="1"/>
                  </a:moveTo>
                  <a:cubicBezTo>
                    <a:pt x="0" y="1"/>
                    <a:pt x="91" y="398"/>
                    <a:pt x="211" y="398"/>
                  </a:cubicBezTo>
                  <a:cubicBezTo>
                    <a:pt x="238" y="398"/>
                    <a:pt x="267" y="378"/>
                    <a:pt x="295" y="327"/>
                  </a:cubicBezTo>
                  <a:cubicBezTo>
                    <a:pt x="363" y="226"/>
                    <a:pt x="329" y="92"/>
                    <a:pt x="228" y="25"/>
                  </a:cubicBezTo>
                  <a:cubicBezTo>
                    <a:pt x="198" y="8"/>
                    <a:pt x="173" y="1"/>
                    <a:pt x="152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64">
              <a:extLst>
                <a:ext uri="{FF2B5EF4-FFF2-40B4-BE49-F238E27FC236}">
                  <a16:creationId xmlns:a16="http://schemas.microsoft.com/office/drawing/2014/main" id="{728F2BC7-5C48-B094-0A5D-454C633DA712}"/>
                </a:ext>
              </a:extLst>
            </p:cNvPr>
            <p:cNvSpPr/>
            <p:nvPr/>
          </p:nvSpPr>
          <p:spPr>
            <a:xfrm>
              <a:off x="3595775" y="4802550"/>
              <a:ext cx="15325" cy="11850"/>
            </a:xfrm>
            <a:custGeom>
              <a:avLst/>
              <a:gdLst/>
              <a:ahLst/>
              <a:cxnLst/>
              <a:rect l="l" t="t" r="r" b="b"/>
              <a:pathLst>
                <a:path w="613" h="474" extrusionOk="0">
                  <a:moveTo>
                    <a:pt x="311" y="1"/>
                  </a:moveTo>
                  <a:cubicBezTo>
                    <a:pt x="241" y="1"/>
                    <a:pt x="169" y="36"/>
                    <a:pt x="116" y="120"/>
                  </a:cubicBezTo>
                  <a:cubicBezTo>
                    <a:pt x="1" y="305"/>
                    <a:pt x="156" y="474"/>
                    <a:pt x="318" y="474"/>
                  </a:cubicBezTo>
                  <a:cubicBezTo>
                    <a:pt x="392" y="474"/>
                    <a:pt x="467" y="439"/>
                    <a:pt x="520" y="355"/>
                  </a:cubicBezTo>
                  <a:cubicBezTo>
                    <a:pt x="612" y="170"/>
                    <a:pt x="466" y="1"/>
                    <a:pt x="311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64">
              <a:extLst>
                <a:ext uri="{FF2B5EF4-FFF2-40B4-BE49-F238E27FC236}">
                  <a16:creationId xmlns:a16="http://schemas.microsoft.com/office/drawing/2014/main" id="{9815D24B-0C4B-AB69-CB48-19448EAC1834}"/>
                </a:ext>
              </a:extLst>
            </p:cNvPr>
            <p:cNvSpPr/>
            <p:nvPr/>
          </p:nvSpPr>
          <p:spPr>
            <a:xfrm>
              <a:off x="3629300" y="4788725"/>
              <a:ext cx="13925" cy="11700"/>
            </a:xfrm>
            <a:custGeom>
              <a:avLst/>
              <a:gdLst/>
              <a:ahLst/>
              <a:cxnLst/>
              <a:rect l="l" t="t" r="r" b="b"/>
              <a:pathLst>
                <a:path w="557" h="468" extrusionOk="0">
                  <a:moveTo>
                    <a:pt x="314" y="1"/>
                  </a:moveTo>
                  <a:cubicBezTo>
                    <a:pt x="239" y="1"/>
                    <a:pt x="165" y="45"/>
                    <a:pt x="120" y="135"/>
                  </a:cubicBezTo>
                  <a:cubicBezTo>
                    <a:pt x="1" y="301"/>
                    <a:pt x="168" y="468"/>
                    <a:pt x="335" y="468"/>
                  </a:cubicBezTo>
                  <a:cubicBezTo>
                    <a:pt x="404" y="468"/>
                    <a:pt x="474" y="439"/>
                    <a:pt x="523" y="370"/>
                  </a:cubicBezTo>
                  <a:cubicBezTo>
                    <a:pt x="557" y="269"/>
                    <a:pt x="523" y="101"/>
                    <a:pt x="422" y="34"/>
                  </a:cubicBezTo>
                  <a:cubicBezTo>
                    <a:pt x="389" y="12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9A4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64">
              <a:extLst>
                <a:ext uri="{FF2B5EF4-FFF2-40B4-BE49-F238E27FC236}">
                  <a16:creationId xmlns:a16="http://schemas.microsoft.com/office/drawing/2014/main" id="{B1989F48-5F8A-D0C6-5DF3-BB65978DF0CE}"/>
                </a:ext>
              </a:extLst>
            </p:cNvPr>
            <p:cNvSpPr/>
            <p:nvPr/>
          </p:nvSpPr>
          <p:spPr>
            <a:xfrm>
              <a:off x="3516325" y="4375675"/>
              <a:ext cx="302500" cy="222350"/>
            </a:xfrm>
            <a:custGeom>
              <a:avLst/>
              <a:gdLst/>
              <a:ahLst/>
              <a:cxnLst/>
              <a:rect l="l" t="t" r="r" b="b"/>
              <a:pathLst>
                <a:path w="12100" h="8894" extrusionOk="0">
                  <a:moveTo>
                    <a:pt x="2294" y="0"/>
                  </a:moveTo>
                  <a:cubicBezTo>
                    <a:pt x="2125" y="0"/>
                    <a:pt x="1944" y="27"/>
                    <a:pt x="1748" y="88"/>
                  </a:cubicBezTo>
                  <a:lnTo>
                    <a:pt x="1513" y="155"/>
                  </a:lnTo>
                  <a:cubicBezTo>
                    <a:pt x="707" y="525"/>
                    <a:pt x="169" y="1331"/>
                    <a:pt x="135" y="2205"/>
                  </a:cubicBezTo>
                  <a:cubicBezTo>
                    <a:pt x="1" y="3382"/>
                    <a:pt x="236" y="4524"/>
                    <a:pt x="740" y="5566"/>
                  </a:cubicBezTo>
                  <a:cubicBezTo>
                    <a:pt x="740" y="5465"/>
                    <a:pt x="774" y="5364"/>
                    <a:pt x="807" y="5264"/>
                  </a:cubicBezTo>
                  <a:cubicBezTo>
                    <a:pt x="1013" y="3927"/>
                    <a:pt x="1713" y="3386"/>
                    <a:pt x="2540" y="3386"/>
                  </a:cubicBezTo>
                  <a:cubicBezTo>
                    <a:pt x="3604" y="3386"/>
                    <a:pt x="4880" y="4284"/>
                    <a:pt x="5580" y="5532"/>
                  </a:cubicBezTo>
                  <a:cubicBezTo>
                    <a:pt x="6118" y="6507"/>
                    <a:pt x="6655" y="8624"/>
                    <a:pt x="8000" y="8860"/>
                  </a:cubicBezTo>
                  <a:cubicBezTo>
                    <a:pt x="8083" y="8874"/>
                    <a:pt x="8164" y="8880"/>
                    <a:pt x="8244" y="8880"/>
                  </a:cubicBezTo>
                  <a:cubicBezTo>
                    <a:pt x="9033" y="8880"/>
                    <a:pt x="9659" y="8260"/>
                    <a:pt x="10509" y="8260"/>
                  </a:cubicBezTo>
                  <a:cubicBezTo>
                    <a:pt x="10610" y="8260"/>
                    <a:pt x="10714" y="8269"/>
                    <a:pt x="10823" y="8288"/>
                  </a:cubicBezTo>
                  <a:cubicBezTo>
                    <a:pt x="11293" y="8389"/>
                    <a:pt x="11730" y="8591"/>
                    <a:pt x="12100" y="8893"/>
                  </a:cubicBezTo>
                  <a:cubicBezTo>
                    <a:pt x="12100" y="8255"/>
                    <a:pt x="11932" y="7583"/>
                    <a:pt x="11629" y="7011"/>
                  </a:cubicBezTo>
                  <a:cubicBezTo>
                    <a:pt x="11192" y="6171"/>
                    <a:pt x="10621" y="5264"/>
                    <a:pt x="10117" y="4457"/>
                  </a:cubicBezTo>
                  <a:cubicBezTo>
                    <a:pt x="9310" y="3113"/>
                    <a:pt x="8134" y="2037"/>
                    <a:pt x="6723" y="1399"/>
                  </a:cubicBezTo>
                  <a:cubicBezTo>
                    <a:pt x="6017" y="1096"/>
                    <a:pt x="5177" y="1264"/>
                    <a:pt x="4404" y="894"/>
                  </a:cubicBezTo>
                  <a:cubicBezTo>
                    <a:pt x="3606" y="537"/>
                    <a:pt x="3057" y="0"/>
                    <a:pt x="2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32265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7">
          <a:extLst>
            <a:ext uri="{FF2B5EF4-FFF2-40B4-BE49-F238E27FC236}">
              <a16:creationId xmlns:a16="http://schemas.microsoft.com/office/drawing/2014/main" id="{226EC08A-96CB-010A-DC2A-22FE98A9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Google Shape;8229;p79">
            <a:extLst>
              <a:ext uri="{FF2B5EF4-FFF2-40B4-BE49-F238E27FC236}">
                <a16:creationId xmlns:a16="http://schemas.microsoft.com/office/drawing/2014/main" id="{A6CFED17-F67D-5269-D1EE-345BF68E4F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968275"/>
            <a:ext cx="3915600" cy="26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{{content}}</a:t>
            </a:r>
            <a:endParaRPr dirty="0"/>
          </a:p>
        </p:txBody>
      </p:sp>
      <p:pic>
        <p:nvPicPr>
          <p:cNvPr id="5" name="Picture 4" descr="An airplane flying in the sky&#10;&#10;AI-generated content may be incorrect.">
            <a:extLst>
              <a:ext uri="{FF2B5EF4-FFF2-40B4-BE49-F238E27FC236}">
                <a16:creationId xmlns:a16="http://schemas.microsoft.com/office/drawing/2014/main" id="{CB111EF4-CF66-24A9-BB3C-8F09698EA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19686" y="497068"/>
            <a:ext cx="2885881" cy="3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25319"/>
      </p:ext>
    </p:extLst>
  </p:cSld>
  <p:clrMapOvr>
    <a:masterClrMapping/>
  </p:clrMapOvr>
</p:sld>
</file>

<file path=ppt/theme/theme1.xml><?xml version="1.0" encoding="utf-8"?>
<a:theme xmlns:a="http://schemas.openxmlformats.org/drawingml/2006/main" name="Food Pattern XL by Slidesgo">
  <a:themeElements>
    <a:clrScheme name="Simple Light">
      <a:dk1>
        <a:srgbClr val="434343"/>
      </a:dk1>
      <a:lt1>
        <a:srgbClr val="FFFFFF"/>
      </a:lt1>
      <a:dk2>
        <a:srgbClr val="D2F2EC"/>
      </a:dk2>
      <a:lt2>
        <a:srgbClr val="93D9CF"/>
      </a:lt2>
      <a:accent1>
        <a:srgbClr val="43742A"/>
      </a:accent1>
      <a:accent2>
        <a:srgbClr val="FFBBB4"/>
      </a:accent2>
      <a:accent3>
        <a:srgbClr val="FF5F51"/>
      </a:accent3>
      <a:accent4>
        <a:srgbClr val="FF842F"/>
      </a:accent4>
      <a:accent5>
        <a:srgbClr val="FFE76E"/>
      </a:accent5>
      <a:accent6>
        <a:srgbClr val="FFEF9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</Words>
  <Application>Microsoft Macintosh PowerPoint</Application>
  <PresentationFormat>On-screen Show (16:9)</PresentationFormat>
  <Paragraphs>52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Lato</vt:lpstr>
      <vt:lpstr>Arial</vt:lpstr>
      <vt:lpstr>Pacifico</vt:lpstr>
      <vt:lpstr>Food Pattern XL by Slidesgo</vt:lpstr>
      <vt:lpstr>{{title}}</vt:lpstr>
      <vt:lpstr>Table of Contents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  <vt:lpstr>{{title}}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KUNTRAPAKAM Pranavi</cp:lastModifiedBy>
  <cp:revision>1</cp:revision>
  <dcterms:modified xsi:type="dcterms:W3CDTF">2026-02-09T07:11:17Z</dcterms:modified>
</cp:coreProperties>
</file>